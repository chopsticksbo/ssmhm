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125"/>
  </p:handoutMasterIdLst>
  <p:sldIdLst>
    <p:sldId id="583" r:id="rId4"/>
    <p:sldId id="1124" r:id="rId6"/>
    <p:sldId id="586" r:id="rId7"/>
    <p:sldId id="587" r:id="rId8"/>
    <p:sldId id="309" r:id="rId9"/>
    <p:sldId id="1323" r:id="rId10"/>
    <p:sldId id="899" r:id="rId11"/>
    <p:sldId id="1796" r:id="rId12"/>
    <p:sldId id="2143" r:id="rId13"/>
    <p:sldId id="2144" r:id="rId14"/>
    <p:sldId id="2145" r:id="rId15"/>
    <p:sldId id="2146" r:id="rId16"/>
    <p:sldId id="2147" r:id="rId17"/>
    <p:sldId id="2148" r:id="rId18"/>
    <p:sldId id="2149" r:id="rId19"/>
    <p:sldId id="1985" r:id="rId20"/>
    <p:sldId id="1986" r:id="rId21"/>
    <p:sldId id="2150" r:id="rId22"/>
    <p:sldId id="1989" r:id="rId23"/>
    <p:sldId id="2151" r:id="rId24"/>
    <p:sldId id="2152" r:id="rId25"/>
    <p:sldId id="2153" r:id="rId26"/>
    <p:sldId id="2155" r:id="rId27"/>
    <p:sldId id="2154" r:id="rId28"/>
    <p:sldId id="1988" r:id="rId29"/>
    <p:sldId id="2156" r:id="rId30"/>
    <p:sldId id="2157" r:id="rId31"/>
    <p:sldId id="2158" r:id="rId32"/>
    <p:sldId id="1990" r:id="rId33"/>
    <p:sldId id="2159" r:id="rId34"/>
    <p:sldId id="2160" r:id="rId35"/>
    <p:sldId id="1992" r:id="rId36"/>
    <p:sldId id="2161" r:id="rId37"/>
    <p:sldId id="2162" r:id="rId38"/>
    <p:sldId id="1993" r:id="rId39"/>
    <p:sldId id="2164" r:id="rId40"/>
    <p:sldId id="2165" r:id="rId41"/>
    <p:sldId id="2166" r:id="rId42"/>
    <p:sldId id="2167" r:id="rId43"/>
    <p:sldId id="2168" r:id="rId44"/>
    <p:sldId id="2169" r:id="rId45"/>
    <p:sldId id="2170" r:id="rId46"/>
    <p:sldId id="2171" r:id="rId47"/>
    <p:sldId id="2172" r:id="rId48"/>
    <p:sldId id="2173" r:id="rId49"/>
    <p:sldId id="2174" r:id="rId50"/>
    <p:sldId id="2175" r:id="rId51"/>
    <p:sldId id="2176" r:id="rId52"/>
    <p:sldId id="2177" r:id="rId53"/>
    <p:sldId id="2178" r:id="rId54"/>
    <p:sldId id="2179" r:id="rId55"/>
    <p:sldId id="2180" r:id="rId56"/>
    <p:sldId id="2181" r:id="rId57"/>
    <p:sldId id="2182" r:id="rId58"/>
    <p:sldId id="2183" r:id="rId59"/>
    <p:sldId id="2184" r:id="rId60"/>
    <p:sldId id="2185" r:id="rId61"/>
    <p:sldId id="2186" r:id="rId62"/>
    <p:sldId id="2187" r:id="rId63"/>
    <p:sldId id="2189" r:id="rId64"/>
    <p:sldId id="2190" r:id="rId65"/>
    <p:sldId id="2191" r:id="rId66"/>
    <p:sldId id="2192" r:id="rId67"/>
    <p:sldId id="2193" r:id="rId68"/>
    <p:sldId id="2194" r:id="rId69"/>
    <p:sldId id="2195" r:id="rId70"/>
    <p:sldId id="2196" r:id="rId71"/>
    <p:sldId id="2197" r:id="rId72"/>
    <p:sldId id="2198" r:id="rId73"/>
    <p:sldId id="2199" r:id="rId74"/>
    <p:sldId id="2200" r:id="rId75"/>
    <p:sldId id="2201" r:id="rId76"/>
    <p:sldId id="2202" r:id="rId77"/>
    <p:sldId id="2203" r:id="rId78"/>
    <p:sldId id="2204" r:id="rId79"/>
    <p:sldId id="2205" r:id="rId80"/>
    <p:sldId id="2206" r:id="rId81"/>
    <p:sldId id="2207" r:id="rId82"/>
    <p:sldId id="2208" r:id="rId83"/>
    <p:sldId id="2209" r:id="rId84"/>
    <p:sldId id="2210" r:id="rId85"/>
    <p:sldId id="2211" r:id="rId86"/>
    <p:sldId id="2212" r:id="rId87"/>
    <p:sldId id="2213" r:id="rId88"/>
    <p:sldId id="2214" r:id="rId89"/>
    <p:sldId id="2215" r:id="rId90"/>
    <p:sldId id="2216" r:id="rId91"/>
    <p:sldId id="2217" r:id="rId92"/>
    <p:sldId id="2218" r:id="rId93"/>
    <p:sldId id="2219" r:id="rId94"/>
    <p:sldId id="2220" r:id="rId95"/>
    <p:sldId id="2221" r:id="rId96"/>
    <p:sldId id="2222" r:id="rId97"/>
    <p:sldId id="2224" r:id="rId98"/>
    <p:sldId id="2225" r:id="rId99"/>
    <p:sldId id="2226" r:id="rId100"/>
    <p:sldId id="2227" r:id="rId101"/>
    <p:sldId id="2228" r:id="rId102"/>
    <p:sldId id="2229" r:id="rId103"/>
    <p:sldId id="2230" r:id="rId104"/>
    <p:sldId id="2231" r:id="rId105"/>
    <p:sldId id="1994" r:id="rId106"/>
    <p:sldId id="2234" r:id="rId107"/>
    <p:sldId id="2233" r:id="rId108"/>
    <p:sldId id="2235" r:id="rId109"/>
    <p:sldId id="2236" r:id="rId110"/>
    <p:sldId id="2237" r:id="rId111"/>
    <p:sldId id="2238" r:id="rId112"/>
    <p:sldId id="2239" r:id="rId113"/>
    <p:sldId id="2240" r:id="rId114"/>
    <p:sldId id="2241" r:id="rId115"/>
    <p:sldId id="2243" r:id="rId116"/>
    <p:sldId id="2242" r:id="rId117"/>
    <p:sldId id="2244" r:id="rId118"/>
    <p:sldId id="2245" r:id="rId119"/>
    <p:sldId id="2246" r:id="rId120"/>
    <p:sldId id="2247" r:id="rId121"/>
    <p:sldId id="2248" r:id="rId122"/>
    <p:sldId id="889" r:id="rId123"/>
    <p:sldId id="617" r:id="rId124"/>
  </p:sldIdLst>
  <p:sldSz cx="12190095" cy="6859270"/>
  <p:notesSz cx="6858000" cy="9144000"/>
  <p:custDataLst>
    <p:tags r:id="rId130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3" userDrawn="1">
          <p15:clr>
            <a:srgbClr val="A4A3A4"/>
          </p15:clr>
        </p15:guide>
        <p15:guide id="2" pos="595" userDrawn="1">
          <p15:clr>
            <a:srgbClr val="A4A3A4"/>
          </p15:clr>
        </p15:guide>
        <p15:guide id="3" pos="70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983"/>
        <p:guide pos="595"/>
        <p:guide pos="70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22"/>
        <p:guide pos="22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0" Type="http://schemas.openxmlformats.org/officeDocument/2006/relationships/tags" Target="tags/tag498.xml"/><Relationship Id="rId13" Type="http://schemas.openxmlformats.org/officeDocument/2006/relationships/slide" Target="slides/slide9.xml"/><Relationship Id="rId129" Type="http://schemas.openxmlformats.org/officeDocument/2006/relationships/commentAuthors" Target="commentAuthors.xml"/><Relationship Id="rId128" Type="http://schemas.openxmlformats.org/officeDocument/2006/relationships/tableStyles" Target="tableStyles.xml"/><Relationship Id="rId127" Type="http://schemas.openxmlformats.org/officeDocument/2006/relationships/viewProps" Target="viewProps.xml"/><Relationship Id="rId126" Type="http://schemas.openxmlformats.org/officeDocument/2006/relationships/presProps" Target="presProps.xml"/><Relationship Id="rId125" Type="http://schemas.openxmlformats.org/officeDocument/2006/relationships/handoutMaster" Target="handoutMasters/handoutMaster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9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image" Target="../media/image3.png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tags" Target="../tags/tag3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1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tags" Target="../tags/tag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image" Target="../media/image3.png"/><Relationship Id="rId1" Type="http://schemas.openxmlformats.org/officeDocument/2006/relationships/tags" Target="../tags/tag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tags" Target="../tags/tag4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image" Target="../media/image3.png"/><Relationship Id="rId1" Type="http://schemas.openxmlformats.org/officeDocument/2006/relationships/tags" Target="../tags/tag5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hyperlink" Target="http://stu.ityxb.com/ebookview/4d50b7ecd9876e90440ee1e457fea12f" TargetMode="External"/><Relationship Id="rId6" Type="http://schemas.openxmlformats.org/officeDocument/2006/relationships/tags" Target="../tags/tag64.xml"/><Relationship Id="rId5" Type="http://schemas.openxmlformats.org/officeDocument/2006/relationships/image" Target="../media/image15.png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4" Type="http://schemas.openxmlformats.org/officeDocument/2006/relationships/notesSlide" Target="../notesSlides/notesSlide27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tags" Target="../tags/tag67.xml"/><Relationship Id="rId1" Type="http://schemas.openxmlformats.org/officeDocument/2006/relationships/tags" Target="../tags/tag6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hyperlink" Target="http://stu.ityxb.com/ebookview/9f809f3c0304ec33f8e068af8c7dd849" TargetMode="External"/><Relationship Id="rId6" Type="http://schemas.openxmlformats.org/officeDocument/2006/relationships/tags" Target="../tags/tag72.xml"/><Relationship Id="rId5" Type="http://schemas.openxmlformats.org/officeDocument/2006/relationships/image" Target="../media/image15.png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4" Type="http://schemas.openxmlformats.org/officeDocument/2006/relationships/notesSlide" Target="../notesSlides/notesSlide28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tags" Target="../tags/tag75.xml"/><Relationship Id="rId1" Type="http://schemas.openxmlformats.org/officeDocument/2006/relationships/tags" Target="../tags/tag6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8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5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hyperlink" Target="http://stu.ityxb.com/ebookview/f7dd6264cfc259553f8f37c2f0c6bed0" TargetMode="External"/><Relationship Id="rId7" Type="http://schemas.openxmlformats.org/officeDocument/2006/relationships/tags" Target="../tags/tag86.xml"/><Relationship Id="rId6" Type="http://schemas.openxmlformats.org/officeDocument/2006/relationships/image" Target="../media/image15.png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5" Type="http://schemas.openxmlformats.org/officeDocument/2006/relationships/notesSlide" Target="../notesSlides/notesSlide32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17.svg"/><Relationship Id="rId12" Type="http://schemas.openxmlformats.org/officeDocument/2006/relationships/image" Target="../media/image16.png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8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3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95.xml"/><Relationship Id="rId6" Type="http://schemas.openxmlformats.org/officeDocument/2006/relationships/image" Target="../media/image19.png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hyperlink" Target="http://stu.ityxb.com/ebookview/db5c7a8756bca075de40b0c4b1927789" TargetMode="External"/><Relationship Id="rId5" Type="http://schemas.openxmlformats.org/officeDocument/2006/relationships/tags" Target="../tags/tag103.xml"/><Relationship Id="rId4" Type="http://schemas.openxmlformats.org/officeDocument/2006/relationships/image" Target="../media/image15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3" Type="http://schemas.openxmlformats.org/officeDocument/2006/relationships/notesSlide" Target="../notesSlides/notesSlide35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100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hyperlink" Target="https://stu.ityxb.com/ebookview/3b0f51eb820e7ec6268d7cdb5857e5ae" TargetMode="External"/><Relationship Id="rId5" Type="http://schemas.openxmlformats.org/officeDocument/2006/relationships/tags" Target="../tags/tag114.xml"/><Relationship Id="rId4" Type="http://schemas.openxmlformats.org/officeDocument/2006/relationships/image" Target="../media/image15.pn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3" Type="http://schemas.openxmlformats.org/officeDocument/2006/relationships/notesSlide" Target="../notesSlides/notesSlide37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11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hyperlink" Target="http://stu.ityxb.com/ebookview/1d1ff9843070c2cdc1f1b0684a1cedd4" TargetMode="External"/><Relationship Id="rId5" Type="http://schemas.openxmlformats.org/officeDocument/2006/relationships/tags" Target="../tags/tag121.xml"/><Relationship Id="rId4" Type="http://schemas.openxmlformats.org/officeDocument/2006/relationships/image" Target="../media/image15.png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3" Type="http://schemas.openxmlformats.org/officeDocument/2006/relationships/notesSlide" Target="../notesSlides/notesSlide38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11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7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tags" Target="../tags/tag12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3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3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image" Target="../media/image19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0.pn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1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2.png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3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6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hyperlink" Target="http://stu.ityxb.com/ebookview/678e6ed793d89151ea2cfc64dc86c2e7" TargetMode="External"/><Relationship Id="rId6" Type="http://schemas.openxmlformats.org/officeDocument/2006/relationships/hyperlink" Target="http://stu.ityxb.com/ebookview/c00f5c21b4cb273a948f59fd07a75b77" TargetMode="External"/><Relationship Id="rId5" Type="http://schemas.openxmlformats.org/officeDocument/2006/relationships/tags" Target="../tags/tag150.xml"/><Relationship Id="rId4" Type="http://schemas.openxmlformats.org/officeDocument/2006/relationships/image" Target="../media/image15.png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4" Type="http://schemas.openxmlformats.org/officeDocument/2006/relationships/notesSlide" Target="../notesSlides/notesSlide49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tags" Target="../tags/tag153.xml"/><Relationship Id="rId1" Type="http://schemas.openxmlformats.org/officeDocument/2006/relationships/tags" Target="../tags/tag147.xml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57.xml"/><Relationship Id="rId4" Type="http://schemas.openxmlformats.org/officeDocument/2006/relationships/image" Target="../media/image19.png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image" Target="../media/image3.png"/><Relationship Id="rId1" Type="http://schemas.openxmlformats.org/officeDocument/2006/relationships/tags" Target="../tags/tag15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3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hyperlink" Target="http://stu.ityxb.com/ebookview/c58f2225083c21f8af9fb128115a1089" TargetMode="External"/><Relationship Id="rId7" Type="http://schemas.openxmlformats.org/officeDocument/2006/relationships/tags" Target="../tags/tag169.xml"/><Relationship Id="rId6" Type="http://schemas.openxmlformats.org/officeDocument/2006/relationships/image" Target="../media/image15.png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5" Type="http://schemas.openxmlformats.org/officeDocument/2006/relationships/notesSlide" Target="../notesSlides/notesSlide53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17.svg"/><Relationship Id="rId12" Type="http://schemas.openxmlformats.org/officeDocument/2006/relationships/image" Target="../media/image16.png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tags" Target="../tags/tag164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4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178.xml"/><Relationship Id="rId6" Type="http://schemas.openxmlformats.org/officeDocument/2006/relationships/image" Target="../media/image19.png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hyperlink" Target="http://stu.ityxb.com/ebookview/1a035fbd54386e07cf84a20c753f240f" TargetMode="External"/><Relationship Id="rId5" Type="http://schemas.openxmlformats.org/officeDocument/2006/relationships/tags" Target="../tags/tag182.xml"/><Relationship Id="rId4" Type="http://schemas.openxmlformats.org/officeDocument/2006/relationships/image" Target="../media/image15.png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3" Type="http://schemas.openxmlformats.org/officeDocument/2006/relationships/notesSlide" Target="../notesSlides/notesSlide55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179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6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7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25.png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8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26.png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7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0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03.xml"/><Relationship Id="rId6" Type="http://schemas.openxmlformats.org/officeDocument/2006/relationships/image" Target="../media/image19.png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1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09.xml"/><Relationship Id="rId6" Type="http://schemas.openxmlformats.org/officeDocument/2006/relationships/image" Target="../media/image19.png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hyperlink" Target="http://stu.ityxb.com/ebookview/2eefe96ca82dbab3bb9d7926741b17a8" TargetMode="External"/><Relationship Id="rId7" Type="http://schemas.openxmlformats.org/officeDocument/2006/relationships/tags" Target="../tags/tag215.xml"/><Relationship Id="rId6" Type="http://schemas.openxmlformats.org/officeDocument/2006/relationships/image" Target="../media/image15.png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5" Type="http://schemas.openxmlformats.org/officeDocument/2006/relationships/notesSlide" Target="../notesSlides/notesSlide62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17.svg"/><Relationship Id="rId12" Type="http://schemas.openxmlformats.org/officeDocument/2006/relationships/image" Target="../media/image16.png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tags" Target="../tags/tag210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hyperlink" Target="http://stu.ityxb.com/ebookview/b8161b7885169b3fa1dc4eac833018e6" TargetMode="External"/><Relationship Id="rId7" Type="http://schemas.openxmlformats.org/officeDocument/2006/relationships/tags" Target="../tags/tag224.xml"/><Relationship Id="rId6" Type="http://schemas.openxmlformats.org/officeDocument/2006/relationships/image" Target="../media/image15.png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5" Type="http://schemas.openxmlformats.org/officeDocument/2006/relationships/notesSlide" Target="../notesSlides/notesSlide63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17.svg"/><Relationship Id="rId12" Type="http://schemas.openxmlformats.org/officeDocument/2006/relationships/image" Target="../media/image16.png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9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4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5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image" Target="../media/image3.png"/><Relationship Id="rId1" Type="http://schemas.openxmlformats.org/officeDocument/2006/relationships/tags" Target="../tags/tag233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6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7.png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0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hyperlink" Target="http://stu.ityxb.com/ebookview/534136e12113ecf80eb2715fcc83468c" TargetMode="External"/><Relationship Id="rId6" Type="http://schemas.openxmlformats.org/officeDocument/2006/relationships/tags" Target="../tags/tag245.xml"/><Relationship Id="rId5" Type="http://schemas.openxmlformats.org/officeDocument/2006/relationships/image" Target="../media/image15.png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4" Type="http://schemas.openxmlformats.org/officeDocument/2006/relationships/notesSlide" Target="../notesSlides/notesSlide68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tags" Target="../tags/tag248.xml"/><Relationship Id="rId1" Type="http://schemas.openxmlformats.org/officeDocument/2006/relationships/tags" Target="../tags/tag241.xml"/></Relationships>
</file>

<file path=ppt/slides/_rels/slide6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9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" Type="http://schemas.openxmlformats.org/officeDocument/2006/relationships/tags" Target="../tags/tag249.xml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0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8.png"/><Relationship Id="rId2" Type="http://schemas.openxmlformats.org/officeDocument/2006/relationships/tags" Target="../tags/tag254.xml"/><Relationship Id="rId1" Type="http://schemas.openxmlformats.org/officeDocument/2006/relationships/tags" Target="../tags/tag253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hyperlink" Target="http://stu.ityxb.com/ebookview/48d56ebc650b6a21d168ad06d0768895" TargetMode="External"/><Relationship Id="rId6" Type="http://schemas.openxmlformats.org/officeDocument/2006/relationships/tags" Target="../tags/tag259.xml"/><Relationship Id="rId5" Type="http://schemas.openxmlformats.org/officeDocument/2006/relationships/image" Target="../media/image15.png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4" Type="http://schemas.openxmlformats.org/officeDocument/2006/relationships/notesSlide" Target="../notesSlides/notesSlide71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tags" Target="../tags/tag262.xml"/><Relationship Id="rId1" Type="http://schemas.openxmlformats.org/officeDocument/2006/relationships/tags" Target="../tags/tag255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2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68.xml"/><Relationship Id="rId6" Type="http://schemas.openxmlformats.org/officeDocument/2006/relationships/image" Target="../media/image19.png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tags" Target="../tags/tag263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hyperlink" Target="http://stu.ityxb.com/ebookview/767a8fe755d875ea766e99168111aa06" TargetMode="External"/><Relationship Id="rId6" Type="http://schemas.openxmlformats.org/officeDocument/2006/relationships/tags" Target="../tags/tag273.xml"/><Relationship Id="rId5" Type="http://schemas.openxmlformats.org/officeDocument/2006/relationships/image" Target="../media/image15.png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4" Type="http://schemas.openxmlformats.org/officeDocument/2006/relationships/notesSlide" Target="../notesSlides/notesSlide73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tags" Target="../tags/tag276.xml"/><Relationship Id="rId1" Type="http://schemas.openxmlformats.org/officeDocument/2006/relationships/tags" Target="../tags/tag269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4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82.xml"/><Relationship Id="rId6" Type="http://schemas.openxmlformats.org/officeDocument/2006/relationships/image" Target="../media/image19.png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tags" Target="../tags/tag277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hyperlink" Target="http://stu.ityxb.com/ebookview/d5842957a01c0a79a5f65c6235acb0e9" TargetMode="External"/><Relationship Id="rId4" Type="http://schemas.openxmlformats.org/officeDocument/2006/relationships/tags" Target="../tags/tag285.xml"/><Relationship Id="rId3" Type="http://schemas.openxmlformats.org/officeDocument/2006/relationships/image" Target="../media/image15.png"/><Relationship Id="rId2" Type="http://schemas.openxmlformats.org/officeDocument/2006/relationships/tags" Target="../tags/tag284.xml"/><Relationship Id="rId12" Type="http://schemas.openxmlformats.org/officeDocument/2006/relationships/notesSlide" Target="../notesSlides/notesSlide75.xml"/><Relationship Id="rId11" Type="http://schemas.openxmlformats.org/officeDocument/2006/relationships/slideLayout" Target="../slideLayouts/slideLayout10.xml"/><Relationship Id="rId10" Type="http://schemas.openxmlformats.org/officeDocument/2006/relationships/image" Target="../media/image17.svg"/><Relationship Id="rId1" Type="http://schemas.openxmlformats.org/officeDocument/2006/relationships/tags" Target="../tags/tag283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6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7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0.png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tags" Target="../tags/tag294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image" Target="../media/image3.png"/><Relationship Id="rId1" Type="http://schemas.openxmlformats.org/officeDocument/2006/relationships/tags" Target="../tags/tag29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0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07.xml"/><Relationship Id="rId5" Type="http://schemas.openxmlformats.org/officeDocument/2006/relationships/image" Target="../media/image19.png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12.xml"/><Relationship Id="rId5" Type="http://schemas.openxmlformats.org/officeDocument/2006/relationships/image" Target="../media/image19.png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tags" Target="../tags/tag308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tags" Target="../tags/tag319.xml"/><Relationship Id="rId8" Type="http://schemas.openxmlformats.org/officeDocument/2006/relationships/hyperlink" Target="http://stu.ityxb.com/ebookview/871d1c11add29aeb3d58b5026c4b2872" TargetMode="External"/><Relationship Id="rId7" Type="http://schemas.openxmlformats.org/officeDocument/2006/relationships/tags" Target="../tags/tag318.xml"/><Relationship Id="rId6" Type="http://schemas.openxmlformats.org/officeDocument/2006/relationships/image" Target="../media/image15.png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5" Type="http://schemas.openxmlformats.org/officeDocument/2006/relationships/notesSlide" Target="../notesSlides/notesSlide82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17.svg"/><Relationship Id="rId12" Type="http://schemas.openxmlformats.org/officeDocument/2006/relationships/image" Target="../media/image16.png"/><Relationship Id="rId11" Type="http://schemas.openxmlformats.org/officeDocument/2006/relationships/tags" Target="../tags/tag321.xml"/><Relationship Id="rId10" Type="http://schemas.openxmlformats.org/officeDocument/2006/relationships/tags" Target="../tags/tag320.xml"/><Relationship Id="rId1" Type="http://schemas.openxmlformats.org/officeDocument/2006/relationships/tags" Target="../tags/tag313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3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" Type="http://schemas.openxmlformats.org/officeDocument/2006/relationships/tags" Target="../tags/tag32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tags" Target="../tags/tag327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image" Target="../media/image3.png"/><Relationship Id="rId1" Type="http://schemas.openxmlformats.org/officeDocument/2006/relationships/tags" Target="../tags/tag331.xml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tags" Target="../tags/tag342.xml"/><Relationship Id="rId8" Type="http://schemas.openxmlformats.org/officeDocument/2006/relationships/tags" Target="../tags/tag341.xml"/><Relationship Id="rId7" Type="http://schemas.openxmlformats.org/officeDocument/2006/relationships/tags" Target="../tags/tag340.xml"/><Relationship Id="rId6" Type="http://schemas.openxmlformats.org/officeDocument/2006/relationships/hyperlink" Target="http://stu.ityxb.com/ebookview/f536c0e5e32a5776954e0fe80a524c2f" TargetMode="External"/><Relationship Id="rId5" Type="http://schemas.openxmlformats.org/officeDocument/2006/relationships/tags" Target="../tags/tag339.xml"/><Relationship Id="rId4" Type="http://schemas.openxmlformats.org/officeDocument/2006/relationships/image" Target="../media/image15.png"/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3" Type="http://schemas.openxmlformats.org/officeDocument/2006/relationships/notesSlide" Target="../notesSlides/notesSlide87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336.xml"/></Relationships>
</file>

<file path=ppt/slides/_rels/slide8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8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1.png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" Type="http://schemas.openxmlformats.org/officeDocument/2006/relationships/tags" Target="../tags/tag343.xml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tags" Target="../tags/tag352.xml"/><Relationship Id="rId8" Type="http://schemas.openxmlformats.org/officeDocument/2006/relationships/tags" Target="../tags/tag351.xml"/><Relationship Id="rId7" Type="http://schemas.openxmlformats.org/officeDocument/2006/relationships/tags" Target="../tags/tag350.xml"/><Relationship Id="rId6" Type="http://schemas.openxmlformats.org/officeDocument/2006/relationships/hyperlink" Target="http://stu.ityxb.com/ebookview/82a4c055fc00cd9162a8765a24197c10" TargetMode="External"/><Relationship Id="rId5" Type="http://schemas.openxmlformats.org/officeDocument/2006/relationships/tags" Target="../tags/tag349.xml"/><Relationship Id="rId4" Type="http://schemas.openxmlformats.org/officeDocument/2006/relationships/image" Target="../media/image15.png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6" Type="http://schemas.openxmlformats.org/officeDocument/2006/relationships/notesSlide" Target="../notesSlides/notesSlide89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355.xml"/><Relationship Id="rId13" Type="http://schemas.openxmlformats.org/officeDocument/2006/relationships/tags" Target="../tags/tag354.xml"/><Relationship Id="rId12" Type="http://schemas.openxmlformats.org/officeDocument/2006/relationships/tags" Target="../tags/tag353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346.xml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0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361.xml"/><Relationship Id="rId6" Type="http://schemas.openxmlformats.org/officeDocument/2006/relationships/image" Target="../media/image19.png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tags" Target="../tags/tag356.xml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367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hyperlink" Target="http://stu.ityxb.com/ebookview/427d33711560363574c762b4e9322295" TargetMode="External"/><Relationship Id="rId4" Type="http://schemas.openxmlformats.org/officeDocument/2006/relationships/tags" Target="../tags/tag364.xml"/><Relationship Id="rId3" Type="http://schemas.openxmlformats.org/officeDocument/2006/relationships/image" Target="../media/image15.png"/><Relationship Id="rId2" Type="http://schemas.openxmlformats.org/officeDocument/2006/relationships/tags" Target="../tags/tag363.xml"/><Relationship Id="rId15" Type="http://schemas.openxmlformats.org/officeDocument/2006/relationships/notesSlide" Target="../notesSlides/notesSlide91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370.xml"/><Relationship Id="rId12" Type="http://schemas.openxmlformats.org/officeDocument/2006/relationships/tags" Target="../tags/tag369.xml"/><Relationship Id="rId11" Type="http://schemas.openxmlformats.org/officeDocument/2006/relationships/tags" Target="../tags/tag368.xml"/><Relationship Id="rId10" Type="http://schemas.openxmlformats.org/officeDocument/2006/relationships/image" Target="../media/image17.svg"/><Relationship Id="rId1" Type="http://schemas.openxmlformats.org/officeDocument/2006/relationships/tags" Target="../tags/tag36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2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80.xml"/><Relationship Id="rId5" Type="http://schemas.openxmlformats.org/officeDocument/2006/relationships/tags" Target="../tags/tag379.xml"/><Relationship Id="rId4" Type="http://schemas.openxmlformats.org/officeDocument/2006/relationships/tags" Target="../tags/tag378.xml"/><Relationship Id="rId3" Type="http://schemas.openxmlformats.org/officeDocument/2006/relationships/tags" Target="../tags/tag377.xml"/><Relationship Id="rId2" Type="http://schemas.openxmlformats.org/officeDocument/2006/relationships/image" Target="../media/image3.png"/><Relationship Id="rId1" Type="http://schemas.openxmlformats.org/officeDocument/2006/relationships/tags" Target="../tags/tag376.xml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tags" Target="../tags/tag385.xml"/><Relationship Id="rId6" Type="http://schemas.openxmlformats.org/officeDocument/2006/relationships/tags" Target="../tags/tag384.xml"/><Relationship Id="rId5" Type="http://schemas.openxmlformats.org/officeDocument/2006/relationships/tags" Target="../tags/tag383.xml"/><Relationship Id="rId4" Type="http://schemas.openxmlformats.org/officeDocument/2006/relationships/hyperlink" Target="http://stu.ityxb.com/ebookview/06fb7f8f9319896f29353792abf041af" TargetMode="External"/><Relationship Id="rId3" Type="http://schemas.openxmlformats.org/officeDocument/2006/relationships/tags" Target="../tags/tag382.xml"/><Relationship Id="rId2" Type="http://schemas.openxmlformats.org/officeDocument/2006/relationships/image" Target="../media/image15.png"/><Relationship Id="rId14" Type="http://schemas.openxmlformats.org/officeDocument/2006/relationships/notesSlide" Target="../notesSlides/notesSlide94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388.xml"/><Relationship Id="rId11" Type="http://schemas.openxmlformats.org/officeDocument/2006/relationships/tags" Target="../tags/tag387.xml"/><Relationship Id="rId10" Type="http://schemas.openxmlformats.org/officeDocument/2006/relationships/tags" Target="../tags/tag386.xml"/><Relationship Id="rId1" Type="http://schemas.openxmlformats.org/officeDocument/2006/relationships/tags" Target="../tags/tag381.xml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5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394.xml"/><Relationship Id="rId6" Type="http://schemas.openxmlformats.org/officeDocument/2006/relationships/image" Target="../media/image19.png"/><Relationship Id="rId5" Type="http://schemas.openxmlformats.org/officeDocument/2006/relationships/tags" Target="../tags/tag393.xml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tags" Target="../tags/tag389.xml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hyperlink" Target="http://stu.ityxb.com/ebookview/87e6097fa7433bffbfb5f00e3c69e44e" TargetMode="External"/><Relationship Id="rId3" Type="http://schemas.openxmlformats.org/officeDocument/2006/relationships/tags" Target="../tags/tag396.xml"/><Relationship Id="rId2" Type="http://schemas.openxmlformats.org/officeDocument/2006/relationships/image" Target="../media/image15.png"/><Relationship Id="rId14" Type="http://schemas.openxmlformats.org/officeDocument/2006/relationships/notesSlide" Target="../notesSlides/notesSlide96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402.xml"/><Relationship Id="rId11" Type="http://schemas.openxmlformats.org/officeDocument/2006/relationships/tags" Target="../tags/tag401.xml"/><Relationship Id="rId10" Type="http://schemas.openxmlformats.org/officeDocument/2006/relationships/tags" Target="../tags/tag400.xml"/><Relationship Id="rId1" Type="http://schemas.openxmlformats.org/officeDocument/2006/relationships/tags" Target="../tags/tag395.xml"/></Relationships>
</file>

<file path=ppt/slides/_rels/slide9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7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408.xml"/><Relationship Id="rId6" Type="http://schemas.openxmlformats.org/officeDocument/2006/relationships/image" Target="../media/image19.png"/><Relationship Id="rId5" Type="http://schemas.openxmlformats.org/officeDocument/2006/relationships/tags" Target="../tags/tag407.xml"/><Relationship Id="rId4" Type="http://schemas.openxmlformats.org/officeDocument/2006/relationships/tags" Target="../tags/tag406.xml"/><Relationship Id="rId3" Type="http://schemas.openxmlformats.org/officeDocument/2006/relationships/tags" Target="../tags/tag405.xml"/><Relationship Id="rId2" Type="http://schemas.openxmlformats.org/officeDocument/2006/relationships/tags" Target="../tags/tag404.xml"/><Relationship Id="rId1" Type="http://schemas.openxmlformats.org/officeDocument/2006/relationships/tags" Target="../tags/tag403.xml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tags" Target="../tags/tag413.xml"/><Relationship Id="rId6" Type="http://schemas.openxmlformats.org/officeDocument/2006/relationships/tags" Target="../tags/tag412.xml"/><Relationship Id="rId5" Type="http://schemas.openxmlformats.org/officeDocument/2006/relationships/tags" Target="../tags/tag411.xml"/><Relationship Id="rId4" Type="http://schemas.openxmlformats.org/officeDocument/2006/relationships/hyperlink" Target="http://stu.ityxb.com/ebookview/9063648a6a0888cd7629fe78e527699b" TargetMode="External"/><Relationship Id="rId3" Type="http://schemas.openxmlformats.org/officeDocument/2006/relationships/tags" Target="../tags/tag410.xml"/><Relationship Id="rId2" Type="http://schemas.openxmlformats.org/officeDocument/2006/relationships/image" Target="../media/image15.png"/><Relationship Id="rId14" Type="http://schemas.openxmlformats.org/officeDocument/2006/relationships/notesSlide" Target="../notesSlides/notesSlide98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416.xml"/><Relationship Id="rId11" Type="http://schemas.openxmlformats.org/officeDocument/2006/relationships/tags" Target="../tags/tag415.xml"/><Relationship Id="rId10" Type="http://schemas.openxmlformats.org/officeDocument/2006/relationships/tags" Target="../tags/tag414.xml"/><Relationship Id="rId1" Type="http://schemas.openxmlformats.org/officeDocument/2006/relationships/tags" Target="../tags/tag409.xml"/></Relationships>
</file>

<file path=ppt/slides/_rels/slide9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9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33.png"/><Relationship Id="rId4" Type="http://schemas.openxmlformats.org/officeDocument/2006/relationships/tags" Target="../tags/tag420.xml"/><Relationship Id="rId3" Type="http://schemas.openxmlformats.org/officeDocument/2006/relationships/tags" Target="../tags/tag419.xml"/><Relationship Id="rId2" Type="http://schemas.openxmlformats.org/officeDocument/2006/relationships/tags" Target="../tags/tag418.xml"/><Relationship Id="rId1" Type="http://schemas.openxmlformats.org/officeDocument/2006/relationships/tags" Target="../tags/tag417.xml"/></Relationships>
</file>

<file path=ppt/slides/_rels/slide10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0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" Type="http://schemas.openxmlformats.org/officeDocument/2006/relationships/tags" Target="../tags/tag422.xml"/><Relationship Id="rId1" Type="http://schemas.openxmlformats.org/officeDocument/2006/relationships/tags" Target="../tags/tag421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429.xml"/><Relationship Id="rId5" Type="http://schemas.openxmlformats.org/officeDocument/2006/relationships/tags" Target="../tags/tag428.xml"/><Relationship Id="rId4" Type="http://schemas.openxmlformats.org/officeDocument/2006/relationships/tags" Target="../tags/tag427.xml"/><Relationship Id="rId3" Type="http://schemas.openxmlformats.org/officeDocument/2006/relationships/tags" Target="../tags/tag426.xml"/><Relationship Id="rId2" Type="http://schemas.openxmlformats.org/officeDocument/2006/relationships/image" Target="../media/image3.png"/><Relationship Id="rId1" Type="http://schemas.openxmlformats.org/officeDocument/2006/relationships/tags" Target="../tags/tag425.xml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31.xml"/><Relationship Id="rId1" Type="http://schemas.openxmlformats.org/officeDocument/2006/relationships/tags" Target="../tags/tag430.xml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33.xml"/><Relationship Id="rId1" Type="http://schemas.openxmlformats.org/officeDocument/2006/relationships/tags" Target="../tags/tag432.xml"/></Relationships>
</file>

<file path=ppt/slides/_rels/slide10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35.xml"/><Relationship Id="rId1" Type="http://schemas.openxmlformats.org/officeDocument/2006/relationships/tags" Target="../tags/tag434.xml"/></Relationships>
</file>

<file path=ppt/slides/_rels/slide10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5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5.png"/><Relationship Id="rId2" Type="http://schemas.openxmlformats.org/officeDocument/2006/relationships/tags" Target="../tags/tag437.xml"/><Relationship Id="rId1" Type="http://schemas.openxmlformats.org/officeDocument/2006/relationships/tags" Target="../tags/tag436.xml"/></Relationships>
</file>

<file path=ppt/slides/_rels/slide10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39.xml"/><Relationship Id="rId1" Type="http://schemas.openxmlformats.org/officeDocument/2006/relationships/tags" Target="../tags/tag438.xml"/></Relationships>
</file>

<file path=ppt/slides/_rels/slide10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7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445.xml"/><Relationship Id="rId6" Type="http://schemas.openxmlformats.org/officeDocument/2006/relationships/tags" Target="../tags/tag444.xml"/><Relationship Id="rId5" Type="http://schemas.openxmlformats.org/officeDocument/2006/relationships/tags" Target="../tags/tag443.xml"/><Relationship Id="rId4" Type="http://schemas.openxmlformats.org/officeDocument/2006/relationships/tags" Target="../tags/tag442.xml"/><Relationship Id="rId3" Type="http://schemas.openxmlformats.org/officeDocument/2006/relationships/image" Target="../media/image19.png"/><Relationship Id="rId2" Type="http://schemas.openxmlformats.org/officeDocument/2006/relationships/tags" Target="../tags/tag441.xml"/><Relationship Id="rId1" Type="http://schemas.openxmlformats.org/officeDocument/2006/relationships/tags" Target="../tags/tag440.xml"/></Relationships>
</file>

<file path=ppt/slides/_rels/slide10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8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48.xml"/><Relationship Id="rId3" Type="http://schemas.openxmlformats.org/officeDocument/2006/relationships/image" Target="../media/image19.png"/><Relationship Id="rId2" Type="http://schemas.openxmlformats.org/officeDocument/2006/relationships/tags" Target="../tags/tag447.xml"/><Relationship Id="rId1" Type="http://schemas.openxmlformats.org/officeDocument/2006/relationships/tags" Target="../tags/tag446.xml"/></Relationships>
</file>

<file path=ppt/slides/_rels/slide10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9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51.xml"/><Relationship Id="rId3" Type="http://schemas.openxmlformats.org/officeDocument/2006/relationships/image" Target="../media/image19.png"/><Relationship Id="rId2" Type="http://schemas.openxmlformats.org/officeDocument/2006/relationships/tags" Target="../tags/tag450.xml"/><Relationship Id="rId1" Type="http://schemas.openxmlformats.org/officeDocument/2006/relationships/tags" Target="../tags/tag449.xml"/></Relationships>
</file>

<file path=ppt/slides/_rels/slide1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tags" Target="../tags/tag452.xml"/></Relationships>
</file>

<file path=ppt/slides/_rels/slide111.xml.rels><?xml version="1.0" encoding="UTF-8" standalone="yes"?>
<Relationships xmlns="http://schemas.openxmlformats.org/package/2006/relationships"><Relationship Id="rId9" Type="http://schemas.openxmlformats.org/officeDocument/2006/relationships/tags" Target="../tags/tag462.xml"/><Relationship Id="rId8" Type="http://schemas.openxmlformats.org/officeDocument/2006/relationships/hyperlink" Target="http://stu.ityxb.com/ebookview/7febf30eac4eebddc4b627d107a9f04f" TargetMode="External"/><Relationship Id="rId7" Type="http://schemas.openxmlformats.org/officeDocument/2006/relationships/tags" Target="../tags/tag461.xml"/><Relationship Id="rId6" Type="http://schemas.openxmlformats.org/officeDocument/2006/relationships/image" Target="../media/image15.png"/><Relationship Id="rId5" Type="http://schemas.openxmlformats.org/officeDocument/2006/relationships/tags" Target="../tags/tag460.xml"/><Relationship Id="rId4" Type="http://schemas.openxmlformats.org/officeDocument/2006/relationships/tags" Target="../tags/tag459.xml"/><Relationship Id="rId3" Type="http://schemas.openxmlformats.org/officeDocument/2006/relationships/tags" Target="../tags/tag458.xml"/><Relationship Id="rId2" Type="http://schemas.openxmlformats.org/officeDocument/2006/relationships/tags" Target="../tags/tag457.xml"/><Relationship Id="rId15" Type="http://schemas.openxmlformats.org/officeDocument/2006/relationships/notesSlide" Target="../notesSlides/notesSlide111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17.svg"/><Relationship Id="rId12" Type="http://schemas.openxmlformats.org/officeDocument/2006/relationships/image" Target="../media/image16.png"/><Relationship Id="rId11" Type="http://schemas.openxmlformats.org/officeDocument/2006/relationships/tags" Target="../tags/tag464.xml"/><Relationship Id="rId10" Type="http://schemas.openxmlformats.org/officeDocument/2006/relationships/tags" Target="../tags/tag463.xml"/><Relationship Id="rId1" Type="http://schemas.openxmlformats.org/officeDocument/2006/relationships/tags" Target="../tags/tag456.xml"/></Relationships>
</file>

<file path=ppt/slides/_rels/slide112.xml.rels><?xml version="1.0" encoding="UTF-8" standalone="yes"?>
<Relationships xmlns="http://schemas.openxmlformats.org/package/2006/relationships"><Relationship Id="rId9" Type="http://schemas.openxmlformats.org/officeDocument/2006/relationships/tags" Target="../tags/tag471.xml"/><Relationship Id="rId8" Type="http://schemas.openxmlformats.org/officeDocument/2006/relationships/tags" Target="../tags/tag470.xml"/><Relationship Id="rId7" Type="http://schemas.openxmlformats.org/officeDocument/2006/relationships/tags" Target="../tags/tag469.xml"/><Relationship Id="rId6" Type="http://schemas.openxmlformats.org/officeDocument/2006/relationships/hyperlink" Target="http://stu.ityxb.com/ebookview/0c19a3b22b7ee874d2ccef83a06a2d2b" TargetMode="External"/><Relationship Id="rId5" Type="http://schemas.openxmlformats.org/officeDocument/2006/relationships/tags" Target="../tags/tag468.xml"/><Relationship Id="rId4" Type="http://schemas.openxmlformats.org/officeDocument/2006/relationships/image" Target="../media/image15.png"/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3" Type="http://schemas.openxmlformats.org/officeDocument/2006/relationships/notesSlide" Target="../notesSlides/notesSlide112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465.xml"/></Relationships>
</file>

<file path=ppt/slides/_rels/slide113.xml.rels><?xml version="1.0" encoding="UTF-8" standalone="yes"?>
<Relationships xmlns="http://schemas.openxmlformats.org/package/2006/relationships"><Relationship Id="rId9" Type="http://schemas.openxmlformats.org/officeDocument/2006/relationships/tags" Target="../tags/tag478.xml"/><Relationship Id="rId8" Type="http://schemas.openxmlformats.org/officeDocument/2006/relationships/tags" Target="../tags/tag477.xml"/><Relationship Id="rId7" Type="http://schemas.openxmlformats.org/officeDocument/2006/relationships/tags" Target="../tags/tag476.xml"/><Relationship Id="rId6" Type="http://schemas.openxmlformats.org/officeDocument/2006/relationships/hyperlink" Target="http://stu.ityxb.com/ebookview/cfcf1b2d4fb7f90fa4d1b17e60ac2f1e" TargetMode="External"/><Relationship Id="rId5" Type="http://schemas.openxmlformats.org/officeDocument/2006/relationships/tags" Target="../tags/tag475.xml"/><Relationship Id="rId4" Type="http://schemas.openxmlformats.org/officeDocument/2006/relationships/image" Target="../media/image15.png"/><Relationship Id="rId3" Type="http://schemas.openxmlformats.org/officeDocument/2006/relationships/tags" Target="../tags/tag474.xml"/><Relationship Id="rId2" Type="http://schemas.openxmlformats.org/officeDocument/2006/relationships/tags" Target="../tags/tag473.xml"/><Relationship Id="rId16" Type="http://schemas.openxmlformats.org/officeDocument/2006/relationships/notesSlide" Target="../notesSlides/notesSlide113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481.xml"/><Relationship Id="rId13" Type="http://schemas.openxmlformats.org/officeDocument/2006/relationships/tags" Target="../tags/tag480.xml"/><Relationship Id="rId12" Type="http://schemas.openxmlformats.org/officeDocument/2006/relationships/tags" Target="../tags/tag479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472.xml"/></Relationships>
</file>

<file path=ppt/slides/_rels/slide1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4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486.xml"/><Relationship Id="rId4" Type="http://schemas.openxmlformats.org/officeDocument/2006/relationships/tags" Target="../tags/tag485.xml"/><Relationship Id="rId3" Type="http://schemas.openxmlformats.org/officeDocument/2006/relationships/tags" Target="../tags/tag484.xml"/><Relationship Id="rId2" Type="http://schemas.openxmlformats.org/officeDocument/2006/relationships/tags" Target="../tags/tag483.xml"/><Relationship Id="rId1" Type="http://schemas.openxmlformats.org/officeDocument/2006/relationships/tags" Target="../tags/tag482.xml"/></Relationships>
</file>

<file path=ppt/slides/_rels/slide1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5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6.png"/><Relationship Id="rId2" Type="http://schemas.openxmlformats.org/officeDocument/2006/relationships/tags" Target="../tags/tag488.xml"/><Relationship Id="rId1" Type="http://schemas.openxmlformats.org/officeDocument/2006/relationships/tags" Target="../tags/tag487.xml"/></Relationships>
</file>

<file path=ppt/slides/_rels/slide1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6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1.png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" Type="http://schemas.openxmlformats.org/officeDocument/2006/relationships/tags" Target="../tags/tag489.xml"/></Relationships>
</file>

<file path=ppt/slides/_rels/slide1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94.xml"/><Relationship Id="rId3" Type="http://schemas.openxmlformats.org/officeDocument/2006/relationships/image" Target="../media/image19.png"/><Relationship Id="rId2" Type="http://schemas.openxmlformats.org/officeDocument/2006/relationships/tags" Target="../tags/tag493.xml"/><Relationship Id="rId1" Type="http://schemas.openxmlformats.org/officeDocument/2006/relationships/tags" Target="../tags/tag492.xml"/></Relationships>
</file>

<file path=ppt/slides/_rels/slide1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8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97.xml"/><Relationship Id="rId3" Type="http://schemas.openxmlformats.org/officeDocument/2006/relationships/image" Target="../media/image19.png"/><Relationship Id="rId2" Type="http://schemas.openxmlformats.org/officeDocument/2006/relationships/tags" Target="../tags/tag496.xml"/><Relationship Id="rId1" Type="http://schemas.openxmlformats.org/officeDocument/2006/relationships/tags" Target="../tags/tag49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251710" y="2606040"/>
            <a:ext cx="802894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第14章 综合实战-黑马头条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644513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7655" y="4072255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自媒体端功能的实现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自媒体人登录、素材管理、发布文章、内容列表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等功能模块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3036570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做好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项目开发准备工作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，能够搭建好项目开发的环境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2002155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项目相关知识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，能简述黑马头条包含的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核心功能、架构设计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、系统各层使用的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核心技术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57655" y="5100955"/>
            <a:ext cx="9006205" cy="689610"/>
            <a:chOff x="978872" y="2570437"/>
            <a:chExt cx="5437064" cy="517208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用户端功能的实现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用户登录、文章列表、文章详情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等功能模块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2630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通过前面章节的学习，相信读者对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SSM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（Spring+Spring MVC+MyBatis）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MyBatis-Plus框架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，以及这些框架的整合有了一定的了解，为了读者能够更好地综合运用这些框架进行开发，本章将前面章节的内容进行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Boot框架为基础，结合SSM框架和MyBatis-Plus框架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，构建一个名为黑马头条的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新闻资讯系统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，让读者能更深入地理解如何有效地利用这些框架来实现项目需求。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26765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444373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012210"/>
            <a:ext cx="1120435" cy="612775"/>
            <a:chOff x="2215144" y="982844"/>
            <a:chExt cx="1169813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18158" y="1005670"/>
              <a:ext cx="1066799" cy="717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14.1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066034"/>
            <a:ext cx="1120435" cy="612775"/>
            <a:chOff x="2215144" y="2026500"/>
            <a:chExt cx="1169813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18158" y="2026500"/>
              <a:ext cx="1066799" cy="724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14.2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003331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项目概述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04920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项目开发准备工作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125849"/>
            <a:ext cx="1120435" cy="612775"/>
            <a:chOff x="2215144" y="2026500"/>
            <a:chExt cx="1169813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18158" y="2026500"/>
              <a:ext cx="1066799" cy="724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14.3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109023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自媒体端功能实现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894431" y="5185664"/>
            <a:ext cx="1120435" cy="612775"/>
            <a:chOff x="2215144" y="2026500"/>
            <a:chExt cx="1169813" cy="850129"/>
          </a:xfrm>
        </p:grpSpPr>
        <p:sp>
          <p:nvSpPr>
            <p:cNvPr id="3" name="平行四边形 2"/>
            <p:cNvSpPr/>
            <p:nvPr>
              <p:custDataLst>
                <p:tags r:id="rId1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文本框 10"/>
            <p:cNvSpPr txBox="1"/>
            <p:nvPr>
              <p:custDataLst>
                <p:tags r:id="rId14"/>
              </p:custDataLst>
            </p:nvPr>
          </p:nvSpPr>
          <p:spPr>
            <a:xfrm>
              <a:off x="2318158" y="2026500"/>
              <a:ext cx="1066799" cy="724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14.4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799983" y="5168838"/>
            <a:ext cx="5496560" cy="612775"/>
            <a:chOff x="4315150" y="1647579"/>
            <a:chExt cx="4122956" cy="539804"/>
          </a:xfrm>
        </p:grpSpPr>
        <p:sp>
          <p:nvSpPr>
            <p:cNvPr id="6" name="矩形 5"/>
            <p:cNvSpPr/>
            <p:nvPr>
              <p:custDataLst>
                <p:tags r:id="rId15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用户端功能实现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平行四边形 6"/>
            <p:cNvSpPr/>
            <p:nvPr>
              <p:custDataLst>
                <p:tags r:id="rId16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项目概述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14.1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了解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项目相关知识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，能简述黑马头条包含的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核心功能、架构设计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、系统各层使用的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核心技术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892300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互联网的迅猛发展，社会中的信息呈现几何指数级增长，人们对于获取、传播新闻资讯的需求也越来越高。同时，智能手机的普及使得人们可以更加便捷地通过手机来获取新闻。基于这一需求，黑马头条开发而成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黑马头条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是一个创新的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新闻资讯系统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，提供了移动资讯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客户端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，为用户和自媒体提供了一体化的新闻资讯平台。除了具备方便的用户端阅读功能外，黑马头条还支持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自媒体端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内容管理和发布功能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，实现了用户与自媒体的双向交互，为用户提供个性化和精准的新闻推送。下面对项目的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功能介绍、功能预览、架构设计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36506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494601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项目功能介绍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5748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情况下，一个完善的新闻资讯系统包含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用户端、自媒体端和管理后台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三部分，并根据不同的业务目标提供智能推荐、内容发布、内容管理、粉丝管理、内容审核和用户管理等功能。考虑到篇幅限制，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本章只对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黑马头条的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用户端和自媒体端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核心功能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进行开发实现。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13417" y="2925763"/>
            <a:ext cx="5525826" cy="35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项目功能预览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54735" y="1125220"/>
            <a:ext cx="2849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defTabSz="914400">
              <a:buClrTx/>
              <a:buSzTx/>
              <a:buFontTx/>
            </a:pPr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1. 自媒体人登录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-2147482168" name="图片 10"/>
          <p:cNvPicPr>
            <a:picLocks noChangeAspect="1"/>
          </p:cNvPicPr>
          <p:nvPr/>
        </p:nvPicPr>
        <p:blipFill>
          <a:blip r:embed="rId1"/>
          <a:srcRect t="16202"/>
          <a:stretch>
            <a:fillRect/>
          </a:stretch>
        </p:blipFill>
        <p:spPr>
          <a:xfrm>
            <a:off x="3215640" y="1989455"/>
            <a:ext cx="6163945" cy="43840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项目功能预览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54735" y="1125220"/>
            <a:ext cx="2849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defTabSz="914400">
              <a:buClrTx/>
              <a:buSzTx/>
              <a:buFontTx/>
            </a:pPr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2.素材管理 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-2147482167" name="图片 2"/>
          <p:cNvPicPr>
            <a:picLocks noChangeAspect="1"/>
          </p:cNvPicPr>
          <p:nvPr/>
        </p:nvPicPr>
        <p:blipFill>
          <a:blip r:embed="rId1"/>
          <a:srcRect t="12712"/>
          <a:stretch>
            <a:fillRect/>
          </a:stretch>
        </p:blipFill>
        <p:spPr>
          <a:xfrm>
            <a:off x="2566670" y="1694180"/>
            <a:ext cx="7436485" cy="49002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项目功能预览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54735" y="1125220"/>
            <a:ext cx="2849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914400">
              <a:buClrTx/>
              <a:buSzTx/>
              <a:buFontTx/>
            </a:pPr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3.发布文章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0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87077" y="1629093"/>
            <a:ext cx="6878547" cy="46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项目功能预览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54735" y="1125220"/>
            <a:ext cx="2849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914400">
              <a:buClrTx/>
              <a:buSzTx/>
              <a:buFontTx/>
            </a:pPr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4.内容列表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9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58925" y="1845945"/>
            <a:ext cx="9669777" cy="39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项目功能预览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54735" y="1125220"/>
            <a:ext cx="2849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914400">
              <a:buClrTx/>
              <a:buSzTx/>
              <a:buFontTx/>
            </a:pPr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5.用户登录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20870" y="1682433"/>
            <a:ext cx="4020068" cy="46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项目功能预览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54735" y="1125220"/>
            <a:ext cx="2849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defTabSz="914400">
              <a:buClrTx/>
              <a:buSzTx/>
              <a:buFontTx/>
            </a:pPr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6.文章列表 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-2147482152" name="图片 -21474821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5618" y="1554798"/>
            <a:ext cx="6118860" cy="50412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项目功能预览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54735" y="1125220"/>
            <a:ext cx="2849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914400">
              <a:buClrTx/>
              <a:buSzTx/>
              <a:buFontTx/>
            </a:pPr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7.文章详情 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90950" y="1269365"/>
            <a:ext cx="3531996" cy="54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项目架构设计和技术选型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11040" y="5229860"/>
            <a:ext cx="302514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系统各层使用的核心技术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-2147482159" name="图片 -2147482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685" y="1487170"/>
            <a:ext cx="9789795" cy="33921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项目开发准备工作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14.2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项目开发准备工作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做好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项目开发准备工作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，能够根据提供的数据库脚本，以及初始工程搭建好项目开发的环境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系统开发及运行环境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黑马头条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开发及运行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所需的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环境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相关软件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操作系统：Windows 10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Java开发包：JDK 17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项目管理工具：Maven 3.6.3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项目开发工具：IntelliJ IDEA 2023.2.2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数据库：MySQL 8.0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数据库准备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74750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本项目涉及的实体为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文章的素材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文章的频道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自媒体端用户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用户端用户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，对此需要在数据库中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创建实体对应数据表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。为了方便读者使用，本书的配套资源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提供了相应的SQL文件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，读者可以使用这个SQL文件创建相应的数据库和数据表，并插入一些基本的初始化数据。导入本项目涉及的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709035" y="3401695"/>
          <a:ext cx="4921885" cy="2995295"/>
        </p:xfrm>
        <a:graphic>
          <a:graphicData uri="http://schemas.openxmlformats.org/drawingml/2006/table">
            <a:tbl>
              <a:tblPr/>
              <a:tblGrid>
                <a:gridCol w="2286635"/>
                <a:gridCol w="2635250"/>
              </a:tblGrid>
              <a:tr h="3022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数据表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数据表说明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ap_user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用户端的用户表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channel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文章的频道表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material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文章的素材表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831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news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文章表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news_material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文章素材关系表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wm_user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自媒体端的用户表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项目工程结构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02995"/>
            <a:ext cx="5140960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为了便于后续功能模块的开发，本章提供了一个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初始工程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，该初始工程包含项目数据数据表逆向生成的Service接口、Service接口实现类、Mapper接口、实体类，以及实体类对应的DTO（Data Transfer Object，数据传输对象）类、通用常量类、异常处理类、常用工具类等。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初始工程的主体结构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-2147482155" name="图片 -2147482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43" y="1268413"/>
            <a:ext cx="4899660" cy="43376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自媒体端功能实现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14.3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自媒体端功能实现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198880" y="2238375"/>
            <a:ext cx="9794240" cy="2718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39" name="TextBox 38"/>
          <p:cNvSpPr txBox="1"/>
          <p:nvPr>
            <p:custDataLst>
              <p:tags r:id="rId2"/>
            </p:custDataLst>
          </p:nvPr>
        </p:nvSpPr>
        <p:spPr>
          <a:xfrm>
            <a:off x="1595755" y="2562860"/>
            <a:ext cx="9001125" cy="1803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自媒体端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提供了一个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发布资讯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的平台，其中包含的功能有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自媒体人登录、素材管理、发布文章、内容列表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存储素材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，对此可以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使用对象存储服务实现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。下面，对这些自媒体端功能的实现进行详细讲解。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1148715" y="2178685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0631170" y="4432300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自媒体人登录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，能够部署自媒体端前端项目，实现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自媒体人登录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功能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1.部署自媒体端前端项目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本书的配套资源中提供了一个名为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wemedia-web.zip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的压缩文件，其中包含了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完整的自媒体端前端项目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。在前后端分离的项目中，想要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访问前端项目的静态资源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，并将对应的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请求转发到后端项目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，确实可以通过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Nginx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Nginx是一款开源的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高性能Web服务器和反向代理服务器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，它能够提供反向代理和静态服务器功能，使其成为部署前端项目的理想选择。通过Nginx的反向代理功能，可以轻松访问后台的网关资源；通过其静态服务器功能，可以方便地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访问前端静态页面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。下面，基于Nginx实现自媒体端前端项目的部署。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（1）获取Nginx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本书对应的配套资源中提供了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Nginx的压缩包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，大家也可以自行到Nginx官方自行下载。将Nginx的压缩包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解压缩后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目录结构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35095" y="2820353"/>
            <a:ext cx="4075572" cy="37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（2）创建配置文件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在Nginx的conf文件夹下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新建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leadnews.conf的文件夹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，在leadnews.conf文件夹中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新建名称为heima-leadnews-wemedia.conf的配置文件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添加与自媒体相关的代理及请求转发的配置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622098" y="4245722"/>
                <a:ext cx="389001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heima-leadnews-wemedia.conf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（3）引入配置文件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打开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conf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文件夹下的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nginx.conf文件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，把里面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注释的内容和静态资源配置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相关信息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删除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引入heima-leadnews-wemedia.conf文件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622098" y="4102212"/>
                <a:ext cx="389001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nginx.conf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2.测试自媒体端登录效果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wemedia-web.zip解压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到D:\workspace目录下后，在命令行窗口中的跳转到Nginx的路径下后，执行nginx命令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启动Nginx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15172" y="3357563"/>
            <a:ext cx="8875445" cy="248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74750"/>
            <a:ext cx="10335895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执行nginx命令后没有出现异常，说明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Nginx启动成功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。接着在浏览器中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http://localhost:8801/，即访问黑马头条的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自媒体人登录页面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19195" y="2349183"/>
            <a:ext cx="4920378" cy="41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3.编写登录功能代码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自媒体人登录页面中的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“登录”按钮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，可以在开发者工具中看到页面向http://localhost:8801/wemedia/wmUser/login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，并携带了用户名和密码参数。对此，可以在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后端定义对应的控制器类处理该请求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，以实现登录功能，具体如下。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378650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（1）创建自媒体人登录的控制器类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在项目的com.heima.controller包下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自媒体人登录的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控制器类LoginController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定义方法login()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处理登录请求，在login()方法中接收自媒体人登录的用户名和密码，并传递给Service层进行登录，具体如文件14-3所示。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LoginController.java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378650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（2）创建自媒体人相关业务的接口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在com.heima.wemedia.service包下的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WmUserService接口中定义login()方法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711450"/>
            <a:ext cx="10252710" cy="2395220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369060" y="2783840"/>
            <a:ext cx="6099175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/**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*自媒体端登录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*/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ResponseResult login(WmLoginDto wmLoginDto);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5485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（3）创建自媒体人相关业务接口的实现类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JWT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即JSON Web Token，是一种使用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JSON格式传递数据的网络令牌技术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，是目前流行的跨域认证解决方案。JWT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通常基于用户信息生成Token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，每次请求服务端只需要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验证Token的正确性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黑马头条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前后端项目分离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，前端和后端的项目不一定部署在相同的服务器中，对此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无法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像传统的Web项目一样将用户登录信息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直接保持在Session中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，对此，自媒体端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登录成功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后，可以将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根据用户Id生成的令牌和用户信息一起封装返回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，之后每次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访问非登录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资源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时，可以获取对应的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令牌进行验证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用户是否成功登录。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在com.heima.service.impl包下的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WmUserServiceImpl类中重写login()方法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验证用户登录信息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，如果验证无误则视为登录成功，将用户信息封装后返回，具体如文件14-4所示。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0221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WmUserServiceImpl.java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5485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（4）创建拦截器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避免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没有登录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访问项目中登录之外的其他资源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，可以创建一个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拦截器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，在拦截器中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拦截所有请求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，拦截后对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非登录的请求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进行验证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验证时首先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获取请求中携带的Token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，接着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判断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获取到的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Token是否存在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，如果Token不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存在则返回认证错误结果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，如果存在则进行Token的有效性判断，如果Token解析后为有效的Token，则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获取Token中用户的id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，然后将获取到的用户信息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存放在当前线程中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，便于在项目的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其他位置轻松地获取用户信息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在项目中创建com.heima.interceptor包，在该包下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创建拦截器WmTokenInterceptor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，在WmTokenInterceptor拦截器中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对请求进行拦截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验证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是否包含合法的令牌，如果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验证通过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则将解析后的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用户信息存入线程中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，具体如文件14-5所示。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0221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文件14-5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 action="ppaction://hlinkfile"/>
                  </a:rPr>
                  <a:t>WmTokenInterceptor.java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要使拦截器WmTokenInterceptor生效并拦截所有请求，可以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将拦截器注册为全局拦截器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。在heima-leadnews-wemedia模块的com.heima.wemedia.config包下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创建配置类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，具体如文件14-16所示。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0221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文件14-6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WebMvcConfig.java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自媒体人登录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4.测试登录效果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启动heima-leadnews项目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，在黑马头条的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自媒体人登录页面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输入数据库中存在的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账号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和账号对应的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密码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后，单击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“登录”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按钮进行登录，效果如图所示。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15017" y="2803208"/>
            <a:ext cx="5273040" cy="354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创建对象存储服务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，能够基于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MinIO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创建对象存储服务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在黑马头条所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发布的文章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插入图片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，这些插入的图片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需要先上传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。然而，如果将整个图片对象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存储在MySQL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数据库或项目指定的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磁盘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中，可能会面临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存储效率低下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、影响数据库性能等潜在问题。为了解决这些问题，可以考虑使用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对象存储服务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，对象存储服务是专门为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存储和管理大型二进制对象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（如图片、视频、文档等）而设计的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存储服务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常见的对象存储服务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公有云对象存储、私有云对象存储和开源的对象存储软件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开源的对象存储软件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用户自行部署和管理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，具有灵活性和可定制性，在此选择使用这种方式完成素材管理。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开源的对象存储软件中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MinIO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是当前主流的软件之一，其服务端可以工作在Windows、Linux、OS X和FreeBSD上，拥有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轻量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性能高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配置简单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等诸多特点，可以作为存储图片、视频、文档的解决方案，在此，黑马头条的对象存储服务选择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基于MinIO实现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74750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1.下载和启动MinIO服务端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MinIO提供了当前主流操作系统对应的服务端可执行文件，读者可以根据部署MinIO的操作系统，从MinIO的官方网站下载MinIO对应的可执行文件。为了便于操作，本书使用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Windows版本的MinIO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，本书对应的配套资源中提供了Windows版本的MinIO的可执行文件，读者可以自行选择。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下载完成后，在命令行窗口中切换到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MinIO可执行文件所在的位置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，使用以下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命令格式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启动MinIO服务端。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2980" y="4577080"/>
            <a:ext cx="10252710" cy="76771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369060" y="4649470"/>
            <a:ext cx="4052570" cy="50673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minio server /path/to/data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000760" y="5538470"/>
            <a:ext cx="1020000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/path/to/data是指将对象存储数据存放的路径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，可自行定义。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74750"/>
            <a:ext cx="10335895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本项目对象存储数据存放的路径为D:\develop\minio\data，启动MinIO服务端的命令，效果如所示。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片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23477" y="2205990"/>
            <a:ext cx="7923909" cy="40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031240"/>
            <a:ext cx="1033589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2.创建Bucket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MinIO使用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Bucket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组织对象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，Bucket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类似于目录中的文件夹或目录文件系统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，其中每个Bucket可以保存任意数量的对象。首先，在浏览器中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http://127.0.0.1:9000，使用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RootUser和RootPass登录MinIO的管理控制台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，效果如图所示。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75050" y="2852738"/>
            <a:ext cx="5147945" cy="3742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031240"/>
            <a:ext cx="1033589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创建一个名称为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leadnews的Bucket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，用于后续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存储黑马头条中的素材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等对象。创建好名称为leadnews的Bucket后，单击左侧的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Bucket菜单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，可以看到当前MinIO中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所有的Bucket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，具体如图所示。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94915" y="2349500"/>
            <a:ext cx="8246156" cy="39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031240"/>
            <a:ext cx="1033589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Bucket权限为私有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，其中的资源不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能直接被外界访问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，为了便于后续黑马头条中可以直接获取leadnews下的资源，对此可以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将leadnews的权限设置为公开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。单击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leadnews的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Manage”按钮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，进入到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leadnews的管理界面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，如图所示。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54960" y="2493328"/>
            <a:ext cx="6606348" cy="3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031240"/>
            <a:ext cx="10335895" cy="3490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3.对象存储服务的实现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MinIO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提供了各种主流开发语言的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SDK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，这些SDK包含了一系列的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API和功能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，使开发者能够很方便地与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MinIO服务进行交互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对象的存储、检索和管理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为了读者可以快捷地使用对象存储服务，本书对应的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配套资源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操作MinIO的FileStorageService接口和该接口的实现类MinIOFileStorageService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，FileStorageService接口中提供了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上传、下载、删除文件的方法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，读者只需将FileStorageService接口和MinIOFileStorageService类分别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导入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到com.itheima.service和com.itheima.service.impl包下，在需要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操作MinIO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注入FileStorageService对象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即可使用对象存储服务。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在com.heima.config包下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创建连接MinIO信息和构建MinIO客户端实例的配置类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，具体如文件14-7和14-8所示。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78588" y="4102212"/>
                <a:ext cx="4072890" cy="875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700">
                    <a:sym typeface="+mn-ea"/>
                  </a:rPr>
                  <a:t>文件14-7</a:t>
                </a:r>
                <a:r>
                  <a:rPr lang="en-US" sz="1700">
                    <a:sym typeface="+mn-ea"/>
                  </a:rPr>
                  <a:t> </a:t>
                </a:r>
                <a:r>
                  <a:rPr sz="1700">
                    <a:sym typeface="+mn-ea"/>
                    <a:hlinkClick r:id="rId6"/>
                  </a:rPr>
                  <a:t>MinIOConfigProperties.java</a:t>
                </a:r>
                <a:endParaRPr sz="1700">
                  <a:sym typeface="+mn-ea"/>
                </a:endParaRPr>
              </a:p>
              <a:p>
                <a:pPr algn="ctr"/>
                <a:r>
                  <a:rPr sz="1700">
                    <a:sym typeface="+mn-ea"/>
                  </a:rPr>
                  <a:t>文件14-8</a:t>
                </a:r>
                <a:r>
                  <a:rPr lang="en-US" sz="1700">
                    <a:sym typeface="+mn-ea"/>
                  </a:rPr>
                  <a:t>  </a:t>
                </a:r>
                <a:r>
                  <a:rPr sz="1700">
                    <a:sym typeface="+mn-ea"/>
                    <a:hlinkClick r:id="rId7"/>
                  </a:rPr>
                  <a:t>MinIOConfig.java</a:t>
                </a:r>
                <a:endParaRPr sz="17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实现对象存储服务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application.yml配置文件中添加MinIO配置信息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，让程序进行素材上传时，根据设置的MinIO信息进行连接和操作，具体配置如下所示。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2980" y="2352675"/>
            <a:ext cx="10252710" cy="290004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1369060" y="2425065"/>
            <a:ext cx="4052570" cy="258445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minio: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accessKey: minioadmin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secretKey: minioadmin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bucket: leadnews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endpoint: http://127.0.0.1:9000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readPath: http://127.0.0.1:9000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素材管理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素材上传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素材列表查询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素材管理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即自媒体人管理在平台上使用的图片、音频和视频等素材资源，通过素材管理功能，自媒体人可以对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素材进行上传、列表查询、收藏、删除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，确保平台中拥有丰富的素材库供文章和其他内容的发布使用。下面分别给予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素材上传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素材列表查询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讲解素材的管理。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1.素材上传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在黑马头条中进行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素材上传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时，将所有素材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保存到MinIO对象存储系统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数据库中存储该素材在MinIO中的地址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。为了快速定位上传素材的所有者，需要同时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保存当前上传素材的用户信息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，下面，对素材上传的实现进行讲解。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378650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（1）创建素材管理的控制器类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素材上传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页面上传文件时页面会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向http://localhost:8801/wemedia/material/upload_picture发送请求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，对此可以在后端的Controller中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对应的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控制器类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处理该请求，实现素材的上传。在com.heima.controller包下创建素材管理的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控制器类MaterialController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定义uploadPicture()方法处理素材上传的请求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，具体如文件14-9所示。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文件14-9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MaterialController.java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378650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（2）定义上传素材的方法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在com.heima.service包下的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MaterialService接口中定义login()方法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，用于上传素材代码如下所示。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639695"/>
            <a:ext cx="10252710" cy="2076450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369060" y="2712085"/>
            <a:ext cx="6821170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/**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*上传素材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*/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ResponseResult uploadPicture(MultipartFile multipartFile);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在com.heima.service.impl包下的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MaterialServiceImpl类中重写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MaterialService接口中定义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login()方法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，在重写的login()方法中将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素材上传到MinIO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中，并在上传成功后将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图片的地址和上传用户的Id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等素材信息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保存到素材数据表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中，具体如文件14-10所示。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文件14-10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MaterialServiceImpl.java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378650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（3）测试上传效果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依次启动MinIO和LeadNewsApplication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登录自媒体端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，在自媒体端的后台首页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单击“素材管理”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菜单，进入素材管理界面，如图所示。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1" name="图片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70860" y="2820353"/>
            <a:ext cx="6068616" cy="38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素材管理界面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右上方有一个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“上传图片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”按钮，单击该按钮，会弹出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图片上传的对话框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2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59150" y="1989138"/>
            <a:ext cx="5460774" cy="42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单击“选择图片”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选择需要上传的图片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，选择好图片后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单击“开始上传”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会将选择的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图片上传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到MinoIO中，效果如图所示。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54960" y="2134235"/>
            <a:ext cx="6319350" cy="43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318260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fontAlgn="auto">
              <a:lnSpc>
                <a:spcPct val="15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2.素材列表查询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进入素材管理界面后，前端会自动发起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素材列表查询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的请求，由于尚未实现素材列表的查询功能，所以在上传图片后，此时素材管理界面无法展示当前系统中的素材。下面对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素材列表查询进行实现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6374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（1）控制器类中定义素材列表查询的方法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MaterialController控制器类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定义素材列表查询的方法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，处理素材查询的请求，具体如下。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639695"/>
            <a:ext cx="10252710" cy="2076450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369060" y="2712085"/>
            <a:ext cx="8348345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@RequestMapping("/list")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ResponseResult findList(@RequestBody MaterialDto dto){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wmMaterialService.findList(dto);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6374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（2）接口中定义素材列表查询的方法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MaterialService接口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定义素材列表查询的方法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639695"/>
            <a:ext cx="10252710" cy="79057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369060" y="2712085"/>
            <a:ext cx="8348345" cy="50673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ResponseResult findList( MaterialDto dto);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6374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（3）重写接口中素材列表查询的方法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WmMaterialServiceImpl类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中，重写MaterialService接口中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findList()方法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，在重写的方法中分页查询素材信息，具体如下。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findList()方法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6374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（4）配置分页插件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MyBatis-Plus提供了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分页插件PaginationInterceptor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用于简化分页操作，在使用 MyBatis-Plus的分页功能之前，需要配置该分页插件。在com.itheima.config包下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创建配置类MyBatisPlusConfig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，在该配置类中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创建MybatisPlusInterceptor对象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，并基于该对象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添加PaginationInnerInterceptor实例实现分页插件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的配置，具体如14-11所示。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MyBatisPlusConfig.java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素材管理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6374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（5）测试素材列表查询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启动LeadNewsApplication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，登录自媒体端后台后，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单击“素材管理”菜单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，效果如图所示。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86760" y="2488565"/>
            <a:ext cx="5267325" cy="397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发布文章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查询所有频道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文章发布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0299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自媒体人可以通过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发布文章功能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创建和发布文章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，发布文章功能提供了一个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富文本编辑器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，使得自媒体人能够方便地添加文本样式、插入素材、设置标题和标签等。在自媒体端的后台首页中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左侧的“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发布文章”菜单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，会弹出发布文章界面。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58527" y="2659698"/>
            <a:ext cx="5669720" cy="38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02995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发布文章功能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，我们可以将发布文章的实现分为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查询所有频道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文章发布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两个部分，具体如下。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1.查询所有频道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频道在黑马头条中起到信息分类的作用，以帮助用户更好地获取感兴趣的内容。下面对查询所有频道进行实现，具体如下。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9660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（1）创建频道的控制器类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1165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进入发布文章的页面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时，页面会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向http://localhost:8801/wemedia/channel/channels发送请求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，对此可以在后端的Controller中创建对应的控制器类处理该请求，实现查询所有频道。在com.heima.controller包下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创建频道的控制器类ChannelController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，在该类中定义方法处理查询所有频道的请求，具体如文件14-12所示。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55137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66025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ChannelController.java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9660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（2）测试查询所有频道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启动LeadNewsApplication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登录自媒体端后台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后，在发布文章界面中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单击频道下拉框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，效果如图所示。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79240" y="2624773"/>
            <a:ext cx="3256663" cy="35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02995"/>
            <a:ext cx="10335895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2.文章发布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655185" y="5876925"/>
            <a:ext cx="276796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文章发布的实现思路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11450" y="1647508"/>
            <a:ext cx="7248579" cy="41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56489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（1）创建文章业务的控制器类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1165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发布文章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时页面会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向http://localhost:8801/wemedia/new/submit发送请求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，对此可以在后端的Controller中创建对应的控制器类处理该请求，实现文章的发布。在com.heima.controller包下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创建文章业务的控制器类NewsController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定义方法处理的自媒体端存入草稿和提交审核的请求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，具体如文件14-13所示。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55137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66025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NewsController.java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6374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（2）文章Service接口中定义方法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NewsService接口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定义处理存入草稿和提交审核的方法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639695"/>
            <a:ext cx="10252710" cy="79057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369060" y="2712085"/>
            <a:ext cx="8348345" cy="50673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ResponseResult submitNews(WmNewsDto dto);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56489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（3）重写submitNews()方法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1165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NewsServiceImpl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重写处理存入草稿和提交审核的方法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，在方法中处理存入草稿和提交审核，首先将页面传递的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文章内容保存到自媒体数据库中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，接着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判断当前操作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，如果为存入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草稿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结束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存放草稿或发布文章的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。如果为提交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审核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，则将文章的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状态设置为已审核且已发布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，并依次处理文章内容图片与素材的关系、保存文章封面图片和素材的关系，具体如文件14-14所示。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55137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66025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NewsServiceImpl.java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6374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（4）关联文章和素材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NewsMaterialMapper接口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保存文章图片与素材关联信息的方法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639695"/>
            <a:ext cx="10252710" cy="115887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369060" y="2712085"/>
            <a:ext cx="834834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saveRelations(@Param("materialIds") List&lt;Integer&gt; materialIds,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@Param("newsId") Long newsId, @Param("type")Short type);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93775" y="145288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在项目的resources\mapper文件夹下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创建NewsMaterialMapper对应的映射文件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，并在映射文件中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定义保存文章图片与素材关联信息的代码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，具体如文件14-15所示。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55137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66025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文件14-15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5"/>
                  </a:rPr>
                  <a:t>NewsMaterialMapper.xml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6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4563745" cy="546735"/>
            <a:chOff x="869039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9039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（5）测试文章发布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重新启动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LeadNewsApplication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，启动成功后登录自媒体端后台，在发布文章界面中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编写文章内容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53005" y="2710180"/>
            <a:ext cx="7236589" cy="35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发布文章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单击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“提交审核”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按钮发布文章，效果如图所示。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06942" y="2061528"/>
            <a:ext cx="7989200" cy="4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内容列表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，能够在内容列表界面实现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文章列表的查询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39001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发布文章成功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后或单击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“内容列表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”后，会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跳转到内容列表界面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，并自动发起文章列表查询的请求，由于尚未实现文章列表的查询功能，所以在文章发布后，此时内容列表界面无法展示当前系统中的文章列表。下面对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文章列表查询进行实现。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458089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1.控制器类中定义文章列表查询的方法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1165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在进入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内容列表的页面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时，页面会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向http://localhost:8801/wemedia/news/list发送请求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，对此可以NewsController中定义方法处理该请求，实现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查询文章列表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。在NewsController控制器类中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定义文章列表查询的方法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，处理文章列表查询的请求，具体如下。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82980" y="3285490"/>
            <a:ext cx="10252710" cy="1920240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1369060" y="3357880"/>
            <a:ext cx="8348345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@PostMapping("/list")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ResponseResult findList(@RequestBody NewsPageReqDto dto){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newsService.findList(dto);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458089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2.接口中定义文章列表查询的方法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WmNewsService接口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定义文章列表查询的方法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82980" y="2783205"/>
            <a:ext cx="10252710" cy="869950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1369060" y="2855595"/>
            <a:ext cx="8348345" cy="50673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ResponseResult findList(NewsPageReqDto dto);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413194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3.重写接口中查询文章列表的方法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9867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WmNewsServiceImpl类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中，重写接口中查询文章列表的方法,在重写的方法中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根据条件分页查询文章列表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12084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22972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文件12-4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BookMapper.java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14.3.5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413194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4.测试文章列表查询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启动LeadNewsApplication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，登录自媒体端后台后，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单击“内容列表”菜单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，效果如图所示。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34870" y="2710180"/>
            <a:ext cx="8446757" cy="34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用户端功能实现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14.4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用户端功能实现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198880" y="2238375"/>
            <a:ext cx="9794240" cy="194310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39" name="TextBox 38"/>
          <p:cNvSpPr txBox="1"/>
          <p:nvPr>
            <p:custDataLst>
              <p:tags r:id="rId2"/>
            </p:custDataLst>
          </p:nvPr>
        </p:nvSpPr>
        <p:spPr>
          <a:xfrm>
            <a:off x="1595755" y="2706370"/>
            <a:ext cx="9001125" cy="1803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用户端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主要为用户提供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用户登录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查看文章列表、查看文章详情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等功能，下面，对这些用户端功能的实现进行详细讲解。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1148715" y="2178685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0631170" y="3714750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用户登录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用户登录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部署用户端前端项目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，并实现用户端的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用户登录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181100"/>
            <a:ext cx="10295890" cy="1845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1.部署用户端的前端项目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在nginx的conf\leadnews.conf的文件夹中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新建名称为heima-leadnews-app.conf的配置文件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添加与自媒体相关的代理及请求转发的配置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，具体如文件14-16所示。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12084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22972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文件14-16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heima-leadnews-app.conf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8112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启动Nginx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访问http://localhost:8802/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，进入到黑马头条的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用户端登录页面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62070" y="1989138"/>
            <a:ext cx="3891754" cy="4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37590"/>
            <a:ext cx="10295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2.编写用户端登录功能代码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419717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30604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文件14-17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ApUserController.java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938530" y="1895475"/>
            <a:ext cx="36131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1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（1）创建用户端登录的控制器类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993775" y="2457450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用户登录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时，页面会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向http://localhost:8802/app/appUser/login/发送请求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，对此可以创建对应的控制器类处理该请求，实现用户端用户登录。在com.heima.controller包下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创建用户端登录的控制器类ApUserController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定义方法处理用户登录请求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，接收用户端登录的用户名和密码，传递给Service层进行登录，具体如文件14-17所示。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442976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（2）ApUserService接口定义登录方法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ApUserService接口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login()方法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711450"/>
            <a:ext cx="10252710" cy="206375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369060" y="2783840"/>
            <a:ext cx="9770110" cy="1782445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/**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*用户登录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*/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ResponseResult login(LoginDto dto);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文件14-19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5"/>
                  </a:rPr>
                  <a:t>ApUserServiceImpl.java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6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938530" y="1249680"/>
            <a:ext cx="36131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1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（3）重写login()方法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993775" y="181165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在用户端可以在登录后查看文章信息，也可以使用游客的身份不进行登录查看文章信息，其区别在于便于后续扩展功能时，设定游客只有查看的权限，而登录后的用户可以设置更大的权限，如点赞和评论等功能。根据上述思想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ApUserServiceImpl类中重写login()方法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，具体如文件14-19所示。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用户登录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6131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3.测试用户端登录效果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LeadNewsApplication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后，在用户端登录页面输入数据库中存在的手机号和对应的密码后，单击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“开始使用”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按钮，跳转到用户端的首页，如图所示。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27032" y="2854008"/>
            <a:ext cx="6725093" cy="3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文章列表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，能够实现用户端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文章列表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展示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文件14-20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4"/>
                  </a:rPr>
                  <a:t>AppNewsController.java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938530" y="1249680"/>
            <a:ext cx="4362450" cy="546735"/>
            <a:chOff x="901662" y="1797999"/>
            <a:chExt cx="1721506" cy="546735"/>
          </a:xfrm>
        </p:grpSpPr>
        <p:sp>
          <p:nvSpPr>
            <p:cNvPr id="4" name="矩形: 圆角 6"/>
            <p:cNvSpPr/>
            <p:nvPr>
              <p:custDataLst>
                <p:tags r:id="rId10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1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1.控制器类中定义加载文章列表的方法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993775" y="181165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进入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文章列表页面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时，页面会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向http://localhost:8802/app/appNews/load发送请求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，对此可以在后端的Controller中创建对应的控制器类处理该请求，实现加载文章列表。在com.itheima.controller包下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创建ApArticleMapper类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定义加载文章列表的方法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，具体如14-20所示。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442976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2.接口中定义加载文章列表的方法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NewsService接口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定义加载文章列表的方法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711450"/>
            <a:ext cx="10252710" cy="93345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369060" y="2783840"/>
            <a:ext cx="9770110" cy="1782445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ResponseResult load(ArticleHomeDto dto);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4"/>
                  </a:rPr>
                  <a:t>重写load()方法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938530" y="1249680"/>
            <a:ext cx="4362450" cy="546735"/>
            <a:chOff x="901662" y="1797999"/>
            <a:chExt cx="1721506" cy="546735"/>
          </a:xfrm>
        </p:grpSpPr>
        <p:sp>
          <p:nvSpPr>
            <p:cNvPr id="4" name="矩形: 圆角 6"/>
            <p:cNvSpPr/>
            <p:nvPr>
              <p:custDataLst>
                <p:tags r:id="rId10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1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3.重写接口中加载文章列表的方法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NewsServiceImpl类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重写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NewsService接口中的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load()方法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，根据页面传过来的信息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加载文章列表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文章列表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442976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4.Mapper中定义加载文章列表的方法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NewsMapper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定义加载文章列表的方法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2980" y="2711450"/>
            <a:ext cx="10252710" cy="93345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369060" y="2783840"/>
            <a:ext cx="9770110" cy="1782445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List&lt;News&gt; loadArticleList(ArticleHomeDto dto,@Param("type") Short type);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827203" y="431747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</a:rPr>
                  <a:t>文件14-21</a:t>
                </a:r>
                <a:endParaRPr lang="zh-CN" sz="1800">
                  <a:sym typeface="+mn-ea"/>
                </a:endParaRPr>
              </a:p>
              <a:p>
                <a:pPr algn="ctr"/>
                <a:r>
                  <a:rPr lang="zh-CN" sz="1800">
                    <a:sym typeface="+mn-ea"/>
                    <a:hlinkClick r:id="rId4"/>
                  </a:rPr>
                  <a:t>NewMapper.xml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938530" y="1249680"/>
            <a:ext cx="4362450" cy="546735"/>
            <a:chOff x="901662" y="1797999"/>
            <a:chExt cx="1721506" cy="546735"/>
          </a:xfrm>
        </p:grpSpPr>
        <p:sp>
          <p:nvSpPr>
            <p:cNvPr id="4" name="矩形: 圆角 6"/>
            <p:cNvSpPr/>
            <p:nvPr>
              <p:custDataLst>
                <p:tags r:id="rId10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1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5.创建映射文件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在项目的resources\mapper目录下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创建NewMapper对应的映射文件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，并在映射文件中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定义查询文章列表的代码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，具体如文件14-21所示。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38530" y="1249680"/>
            <a:ext cx="4362450" cy="546735"/>
            <a:chOff x="901662" y="1797999"/>
            <a:chExt cx="1721506" cy="54673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6.测试用户端登录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446849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启动LeadNewsApplication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，登录用户端后，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跳转到用户端首页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51537" y="1413510"/>
            <a:ext cx="5274310" cy="50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文章列表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38530" y="1249680"/>
            <a:ext cx="4362450" cy="546735"/>
            <a:chOff x="901662" y="1797999"/>
            <a:chExt cx="1721506" cy="54673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6.测试用户端登录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446849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单击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菜单栏中的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其他频道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735637" y="1413510"/>
            <a:ext cx="5274310" cy="50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文章详情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，能够通过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模板技术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生成文章详细页面，并在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客户端展示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017270" y="1381125"/>
            <a:ext cx="1010602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通过文章列表，用户可以快速浏览多篇文章的标题和摘要，以便找到感兴趣的文章。当用户想要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深入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了解某篇文章的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具体内容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文章列表中的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文章标题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进入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文章详情页面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，在文章详情页面，读者将能够阅读文章的完整内容。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实现文章详情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通常有如下两种方式。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方式一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：根据文章的ID从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文章内容表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查询文章内容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，并将内容返回给浏览器进行渲染展示。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方式二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：根据文章的ID从文章内容表中查询内容，并使用模板技术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生成静态的HTML文件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，然后将该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HTML文件保存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在指定的位置，并将该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文件路径存储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在数据库中。在展示文章详情时，通过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获取HTML文件的路径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，直接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对应的文章详情。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17270" y="1381125"/>
            <a:ext cx="1010602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提高用户体验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，大部分企业进行开发时会选择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使用方式二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，好处在于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静态HTML文件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不需要动态生成，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直接返回给客户端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了服务器的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负担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和资源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消耗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提高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了网站的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性能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响应速度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黑马头条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的客户端也是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基于方式二实现文章详情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的展示。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模板技术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包括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Freemarker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、Thymeleaf和Velocity等。默认情况下，Spring MVC支持Freemarker作为视图格式。为了使用便捷，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黑马头条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采用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Freemarker作为模板引擎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。下面对Freemarker进行简单介绍，并基于Freemarker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实现文章详情页面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的生成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17270" y="1381125"/>
            <a:ext cx="10106025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1.FreeMarker简介</a:t>
            </a:r>
            <a:endParaRPr lang="zh-CN" altLang="en-US" sz="2000" b="1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endParaRPr lang="zh-CN" altLang="en-US" sz="2000" b="1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FreeMarker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是一款用Java语言编写的模板引擎，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基于模板和要改变的数据生成输出文本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，例如，生成HTML页面、配置文件、源代码等。FreeMarker的设计目标是使模板与应用程序逻辑相分离，从而实现更清晰、可维护和可扩展的代码。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FreeMarker广泛应用于Java开发领域，它允许开发人员将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模板和数据结合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生成最终的输出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7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89392" y="1125538"/>
            <a:ext cx="9597072" cy="47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17270" y="1524635"/>
            <a:ext cx="1010602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FreeMarker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FTL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(FreeMarker Template Language，FreeMarker模板语言)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定义模板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，FTL提供了一系列语法和指令，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类似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于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XML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的标签语法。为了与HTML和XML标签进行区分，FreeMarker的标签以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#开头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。下面对FreeMarker中三种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常用的指令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进行讲解。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17270" y="1165860"/>
            <a:ext cx="1010602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（1）assign指令</a:t>
            </a:r>
            <a:endParaRPr lang="zh-CN" altLang="en-US" sz="20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assign指令用于在页面上定义一个变量，可以定义简单类型和对象类型，具体代码如下。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 algn="just" latinLnBrk="1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简单类型变量的定义和变量值的获取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2980" y="2711450"/>
            <a:ext cx="10252710" cy="123888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69060" y="2783840"/>
            <a:ext cx="9770110" cy="1165860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&lt;#assign linkman="周先生"&gt;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联系人：${linkman}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000760" y="3947795"/>
            <a:ext cx="101060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 algn="just" latinLnBrk="1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对象类型变量的定义和变量值的获取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6470" y="4560570"/>
            <a:ext cx="10252710" cy="1238885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352550" y="4632960"/>
            <a:ext cx="9770110" cy="1165860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&lt;#assign info={mobile":"138********",'address':'北京市昌平区'} 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电话：${info.mobile}  地址：${info.address}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17270" y="1094105"/>
            <a:ext cx="1010602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（2）if指令</a:t>
            </a:r>
            <a:endParaRPr lang="zh-CN" altLang="en-US" sz="20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if指令用于判断，与Java中的if用法类似。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2980" y="2137410"/>
            <a:ext cx="10252710" cy="400304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69060" y="2209800"/>
            <a:ext cx="9770110" cy="2769235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&lt;#if x == 1&gt;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x is 1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&lt;#else if x == 2&gt;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x is 2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&lt;#else if x = 3&gt;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x is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&lt;#else&gt;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x is one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&lt;/#if&gt;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17270" y="1237615"/>
            <a:ext cx="1010602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（3）list指令</a:t>
            </a:r>
            <a:endParaRPr lang="zh-CN" altLang="en-US" sz="20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list指令用于遍历。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2980" y="2280920"/>
            <a:ext cx="10252710" cy="159321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69060" y="2353310"/>
            <a:ext cx="9770110" cy="1423035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&lt;#list goodsList as goods&gt;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商品名称： ${goods.name} 价格：${goods.price}&lt;br&gt;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&lt;/#list&gt;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17270" y="1237615"/>
            <a:ext cx="101060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2.生成文章详情页面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38530" y="2038985"/>
            <a:ext cx="2694940" cy="546735"/>
            <a:chOff x="901662" y="1797999"/>
            <a:chExt cx="1721506" cy="546735"/>
          </a:xfrm>
        </p:grpSpPr>
        <p:sp>
          <p:nvSpPr>
            <p:cNvPr id="6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（1）导入模板文件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993775" y="281622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本教材对应的配套资源中提供了文章详情页面对应的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模板文件article.ftl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，将模板文件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导入到项目的src\main\resources\templates目录下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77925"/>
            <a:ext cx="420243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（2）创建静态化页面接口和实现类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在com.heima.article.service包下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用于静态化页面的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接口NewsFreeMarkerService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，在该接口中定义用于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生成静态文件并上传到MinIO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的方法，具体如文件14-22所示。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12084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22972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文件14-22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NewsFreeMarkerService.java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在com.heima.article.service.impl包下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创建NewsFreeMarkerService接口的实现类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NewsFreeMarkerServiceImpl，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重写buildArticleToMinIO()方法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实现生成文章详情的静态文件并上传到MinIO，具体如文件14-23所示。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12084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22972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605588" y="4173967"/>
                <a:ext cx="387921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文件14-23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NewsFreeMarkerServiceImpl.java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在项目的src\test\java目录下创建com.itheim包，在该包下创建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测试类ArticleFreeMarkerTest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，在该测试类中定义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根据文章Id生成对应文章详情页面的测试方法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，具体如文件14-24所示。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55137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66025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605588" y="4173967"/>
                <a:ext cx="387921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文件14-24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ArticleFreeMarkerTest.java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82980" y="1177925"/>
            <a:ext cx="4202430" cy="546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lnSpc>
                <a:spcPct val="135000"/>
              </a:lnSpc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defRPr>
            </a:lvl1pPr>
          </a:lstStyle>
          <a:p>
            <a:r>
              <a: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rPr>
              <a:t>（2）创建静态化页面接口和实现类</a:t>
            </a:r>
            <a:endParaRPr sz="1700" dirty="0">
              <a:latin typeface="Arial" panose="020B0604020202020204" pitchFamily="34" charset="0"/>
              <a:ea typeface="思源黑体 CN Normal" panose="020B0400000000000000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65530" y="1304925"/>
            <a:ext cx="4202430" cy="546735"/>
            <a:chOff x="901662" y="1797999"/>
            <a:chExt cx="1721506" cy="546735"/>
          </a:xfrm>
        </p:grpSpPr>
        <p:sp>
          <p:nvSpPr>
            <p:cNvPr id="8" name="矩形: 圆角 6"/>
            <p:cNvSpPr/>
            <p:nvPr>
              <p:custDataLst>
                <p:tags r:id="rId1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1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（3）生成文章详情页面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883410"/>
            <a:ext cx="10295890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成功执行createStaticUrlTest()方法后，可以在MinIO中查看到生成的文章详情页面。为了增强文章详情页面的用户体验和功能性，我们在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article.ftl模板文件中引入了一些CSS和JavaScript文件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。当用户在浏览器中打开生成的文章详情HTML文件时，这些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CSS和JavaScript文件需要被加载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。本教材对应的配套资源中，提供了这些CSS和JavaScript文件，将这些文件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上传到MinIO名称为leadnews的Bucket下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82980" y="1177925"/>
            <a:ext cx="4202430" cy="546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lnSpc>
                <a:spcPct val="135000"/>
              </a:lnSpc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defRPr>
            </a:lvl1pPr>
          </a:lstStyle>
          <a:p>
            <a:r>
              <a: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rPr>
              <a:t>（2）创建静态化页面接口和实现类</a:t>
            </a:r>
            <a:endParaRPr sz="1700" dirty="0">
              <a:latin typeface="Arial" panose="020B0604020202020204" pitchFamily="34" charset="0"/>
              <a:ea typeface="思源黑体 CN Normal" panose="020B0400000000000000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65530" y="1304925"/>
            <a:ext cx="4202430" cy="546735"/>
            <a:chOff x="901662" y="1797999"/>
            <a:chExt cx="1721506" cy="546735"/>
          </a:xfrm>
        </p:grpSpPr>
        <p:sp>
          <p:nvSpPr>
            <p:cNvPr id="8" name="矩形: 圆角 6"/>
            <p:cNvSpPr/>
            <p:nvPr>
              <p:custDataLst>
                <p:tags r:id="rId4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5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（4）查看文章详情页面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6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51087" y="1197293"/>
            <a:ext cx="7700490" cy="45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5752465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重新启动UserApplication、ArticleApplication、AppGatewayApplication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登录自媒体端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击标题为嫦娥六号开启月背“挖宝”之旅的文章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，进入对应的文章详情页面，具体如图所示。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64107" y="982345"/>
            <a:ext cx="3649950" cy="55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17270" y="1237615"/>
            <a:ext cx="1010602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至此文章详情页面的生成都是通过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手动的方式生成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不太符合实际需求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，对此可以在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自媒体端发布文章时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，同时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生成文章对应的详情页面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上传到MinIO中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。对此可以在文件14-35的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NewServiceImpl类中注入NewsFreeMarkerService对象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，具体如下。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2980" y="2926715"/>
            <a:ext cx="10252710" cy="159321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69060" y="2999105"/>
            <a:ext cx="9770110" cy="1423035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@Lazy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@Autowired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private NewsFreeMarkerService newsFreeMarkerService;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14.4.3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文章详情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17270" y="1237615"/>
            <a:ext cx="1010602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注入NewsFreeMarkerService对象后，在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NewServiceImpl类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submitNews()方法返回结果之前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通过NewsFreeMarkerService对象的</a:t>
            </a:r>
            <a:r>
              <a:rPr lang="zh-CN" altLang="en-US" sz="2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buildArticleToMinIO()方法生成文章的详情页面并上传到MinIO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中，具体如下。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2980" y="2926715"/>
            <a:ext cx="10252710" cy="125031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69060" y="2999105"/>
            <a:ext cx="9770110" cy="1423035"/>
          </a:xfrm>
          <a:prstGeom prst="rect">
            <a:avLst/>
          </a:prstGeom>
        </p:spPr>
        <p:txBody>
          <a:bodyPr wrap="square">
            <a:noAutofit/>
          </a:bodyPr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//生成静态文件上传到MinIO中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newsFreeMarkerService.buildArticleToMinIO(news,news.getContent());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本章主要基于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SSM框架、MyBatis-Plus框架、Spring Boot框架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实现了一个新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闻资讯系统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―黑马头条。通过本章的学习，读者可以更好地了解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系统的架构设计和组织结构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，并学会如何在实际项目中灵活地使用框架的相关功能实现具体的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业务开发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。在本章项目学习过程中，读者务必积极动手实践，以更好地体验项目的开发流程，以及需求的实现。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UNIT_TABLE_BEAUTIFY" val="smartTable{c2c49434-e8ba-4bb5-ab46-3337c708a902}"/>
  <p:tag name="TABLE_ENDDRAG_ORIGIN_RECT" val="387*235"/>
  <p:tag name="TABLE_ENDDRAG_RECT" val="292*267*387*235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15991</Words>
  <Application>WPS 演示</Application>
  <PresentationFormat>自定义</PresentationFormat>
  <Paragraphs>923</Paragraphs>
  <Slides>120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120</vt:i4>
      </vt:variant>
    </vt:vector>
  </HeadingPairs>
  <TitlesOfParts>
    <vt:vector size="141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Arial Unicode MS</vt:lpstr>
      <vt:lpstr>Wingdings</vt:lpstr>
      <vt:lpstr>思源黑体 CN Normal</vt:lpstr>
      <vt:lpstr>Courier New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tk</cp:lastModifiedBy>
  <cp:revision>1973</cp:revision>
  <dcterms:created xsi:type="dcterms:W3CDTF">2020-11-11T09:29:00Z</dcterms:created>
  <dcterms:modified xsi:type="dcterms:W3CDTF">2025-08-18T07:40:59Z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69DB4B6826B6494390E926BE37E6C64D</vt:lpwstr>
  </property>
</Properties>
</file>