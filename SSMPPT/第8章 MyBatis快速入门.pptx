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5"/>
  </p:notesMasterIdLst>
  <p:handoutMasterIdLst>
    <p:handoutMasterId r:id="rId115"/>
  </p:handoutMasterIdLst>
  <p:sldIdLst>
    <p:sldId id="583" r:id="rId4"/>
    <p:sldId id="1124" r:id="rId6"/>
    <p:sldId id="1794" r:id="rId7"/>
    <p:sldId id="586" r:id="rId8"/>
    <p:sldId id="587" r:id="rId9"/>
    <p:sldId id="1795" r:id="rId10"/>
    <p:sldId id="309" r:id="rId11"/>
    <p:sldId id="1323" r:id="rId12"/>
    <p:sldId id="899" r:id="rId13"/>
    <p:sldId id="1796" r:id="rId14"/>
    <p:sldId id="1797" r:id="rId15"/>
    <p:sldId id="1798" r:id="rId16"/>
    <p:sldId id="1800" r:id="rId17"/>
    <p:sldId id="1801" r:id="rId18"/>
    <p:sldId id="1802" r:id="rId19"/>
    <p:sldId id="1804" r:id="rId20"/>
    <p:sldId id="1805" r:id="rId21"/>
    <p:sldId id="1806" r:id="rId22"/>
    <p:sldId id="1807" r:id="rId23"/>
    <p:sldId id="1808" r:id="rId24"/>
    <p:sldId id="1809" r:id="rId25"/>
    <p:sldId id="1810" r:id="rId26"/>
    <p:sldId id="1811" r:id="rId27"/>
    <p:sldId id="1814" r:id="rId28"/>
    <p:sldId id="1812" r:id="rId29"/>
    <p:sldId id="1813" r:id="rId30"/>
    <p:sldId id="1815" r:id="rId31"/>
    <p:sldId id="1816" r:id="rId32"/>
    <p:sldId id="1817" r:id="rId33"/>
    <p:sldId id="1818" r:id="rId34"/>
    <p:sldId id="1819" r:id="rId35"/>
    <p:sldId id="1820" r:id="rId36"/>
    <p:sldId id="1821" r:id="rId37"/>
    <p:sldId id="1822" r:id="rId38"/>
    <p:sldId id="1823" r:id="rId39"/>
    <p:sldId id="1824" r:id="rId40"/>
    <p:sldId id="1825" r:id="rId41"/>
    <p:sldId id="1826" r:id="rId42"/>
    <p:sldId id="1827" r:id="rId43"/>
    <p:sldId id="1828" r:id="rId44"/>
    <p:sldId id="1830" r:id="rId45"/>
    <p:sldId id="1829" r:id="rId46"/>
    <p:sldId id="1831" r:id="rId47"/>
    <p:sldId id="1833" r:id="rId48"/>
    <p:sldId id="1834" r:id="rId49"/>
    <p:sldId id="1835" r:id="rId50"/>
    <p:sldId id="1837" r:id="rId51"/>
    <p:sldId id="1838" r:id="rId52"/>
    <p:sldId id="1840" r:id="rId53"/>
    <p:sldId id="1841" r:id="rId54"/>
    <p:sldId id="1842" r:id="rId55"/>
    <p:sldId id="1843" r:id="rId56"/>
    <p:sldId id="1844" r:id="rId57"/>
    <p:sldId id="1832" r:id="rId58"/>
    <p:sldId id="1845" r:id="rId59"/>
    <p:sldId id="1846" r:id="rId60"/>
    <p:sldId id="1847" r:id="rId61"/>
    <p:sldId id="1848" r:id="rId62"/>
    <p:sldId id="1849" r:id="rId63"/>
    <p:sldId id="1799" r:id="rId64"/>
    <p:sldId id="1850" r:id="rId65"/>
    <p:sldId id="1851" r:id="rId66"/>
    <p:sldId id="1853" r:id="rId67"/>
    <p:sldId id="1852" r:id="rId68"/>
    <p:sldId id="1480" r:id="rId69"/>
    <p:sldId id="1854" r:id="rId70"/>
    <p:sldId id="1855" r:id="rId71"/>
    <p:sldId id="1856" r:id="rId72"/>
    <p:sldId id="1857" r:id="rId73"/>
    <p:sldId id="1858" r:id="rId74"/>
    <p:sldId id="1859" r:id="rId75"/>
    <p:sldId id="1860" r:id="rId76"/>
    <p:sldId id="1861" r:id="rId77"/>
    <p:sldId id="1862" r:id="rId78"/>
    <p:sldId id="1863" r:id="rId79"/>
    <p:sldId id="1865" r:id="rId80"/>
    <p:sldId id="1866" r:id="rId81"/>
    <p:sldId id="1867" r:id="rId82"/>
    <p:sldId id="1868" r:id="rId83"/>
    <p:sldId id="1869" r:id="rId84"/>
    <p:sldId id="1870" r:id="rId85"/>
    <p:sldId id="1871" r:id="rId86"/>
    <p:sldId id="1872" r:id="rId87"/>
    <p:sldId id="1873" r:id="rId88"/>
    <p:sldId id="1874" r:id="rId89"/>
    <p:sldId id="1875" r:id="rId90"/>
    <p:sldId id="1876" r:id="rId91"/>
    <p:sldId id="1960" r:id="rId92"/>
    <p:sldId id="1961" r:id="rId93"/>
    <p:sldId id="1962" r:id="rId94"/>
    <p:sldId id="1963" r:id="rId95"/>
    <p:sldId id="1965" r:id="rId96"/>
    <p:sldId id="1966" r:id="rId97"/>
    <p:sldId id="1967" r:id="rId98"/>
    <p:sldId id="1968" r:id="rId99"/>
    <p:sldId id="1969" r:id="rId100"/>
    <p:sldId id="1970" r:id="rId101"/>
    <p:sldId id="1971" r:id="rId102"/>
    <p:sldId id="1972" r:id="rId103"/>
    <p:sldId id="1973" r:id="rId104"/>
    <p:sldId id="1974" r:id="rId105"/>
    <p:sldId id="1976" r:id="rId106"/>
    <p:sldId id="1977" r:id="rId107"/>
    <p:sldId id="1978" r:id="rId108"/>
    <p:sldId id="1979" r:id="rId109"/>
    <p:sldId id="1980" r:id="rId110"/>
    <p:sldId id="1981" r:id="rId111"/>
    <p:sldId id="1964" r:id="rId112"/>
    <p:sldId id="889" r:id="rId113"/>
    <p:sldId id="617" r:id="rId114"/>
  </p:sldIdLst>
  <p:sldSz cx="12190095" cy="6859270"/>
  <p:notesSz cx="6858000" cy="9144000"/>
  <p:custDataLst>
    <p:tags r:id="rId120"/>
  </p:custDataLst>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04" userDrawn="1">
          <p15:clr>
            <a:srgbClr val="A4A3A4"/>
          </p15:clr>
        </p15:guide>
        <p15:guide id="2" pos="626" userDrawn="1">
          <p15:clr>
            <a:srgbClr val="A4A3A4"/>
          </p15:clr>
        </p15:guide>
        <p15:guide id="3" pos="700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薛蒙蒙" initials="xmm" lastIdx="10" clrIdx="0"/>
  <p:cmAuthor id="2" name="LD" initials="L" lastIdx="2" clrIdx="1"/>
  <p:cmAuthor id="3" name="Lv0593" initials="L" lastIdx="15" clrIdx="2"/>
  <p:cmAuthor id="4" name="tk" initials="tk"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DA2"/>
    <a:srgbClr val="595959"/>
    <a:srgbClr val="FAFAFA"/>
    <a:srgbClr val="FF0000"/>
    <a:srgbClr val="11D023"/>
    <a:srgbClr val="F2F2F2"/>
    <a:srgbClr val="1369B2"/>
    <a:srgbClr val="006BBC"/>
    <a:srgbClr val="0075CC"/>
    <a:srgbClr val="008D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72" autoAdjust="0"/>
    <p:restoredTop sz="94660" autoAdjust="0"/>
  </p:normalViewPr>
  <p:slideViewPr>
    <p:cSldViewPr showGuides="1">
      <p:cViewPr varScale="1">
        <p:scale>
          <a:sx n="87" d="100"/>
          <a:sy n="87" d="100"/>
        </p:scale>
        <p:origin x="768" y="82"/>
      </p:cViewPr>
      <p:guideLst>
        <p:guide orient="horz" pos="1004"/>
        <p:guide pos="626"/>
        <p:guide pos="7008"/>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6" d="100"/>
          <a:sy n="86" d="100"/>
        </p:scale>
        <p:origin x="-3810" y="-90"/>
      </p:cViewPr>
      <p:guideLst>
        <p:guide orient="horz" pos="2922"/>
        <p:guide pos="2241"/>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0" Type="http://schemas.openxmlformats.org/officeDocument/2006/relationships/tags" Target="tags/tag621.xml"/><Relationship Id="rId12" Type="http://schemas.openxmlformats.org/officeDocument/2006/relationships/slide" Target="slides/slide8.xml"/><Relationship Id="rId119" Type="http://schemas.openxmlformats.org/officeDocument/2006/relationships/commentAuthors" Target="commentAuthors.xml"/><Relationship Id="rId118" Type="http://schemas.openxmlformats.org/officeDocument/2006/relationships/tableStyles" Target="tableStyles.xml"/><Relationship Id="rId117" Type="http://schemas.openxmlformats.org/officeDocument/2006/relationships/viewProps" Target="viewProps.xml"/><Relationship Id="rId116" Type="http://schemas.openxmlformats.org/officeDocument/2006/relationships/presProps" Target="presProps.xml"/><Relationship Id="rId115" Type="http://schemas.openxmlformats.org/officeDocument/2006/relationships/handoutMaster" Target="handoutMasters/handoutMaster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353A075-29DF-4CAE-8BA7-CDA0ED456C8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E3924EE-29F1-4E68-A53A-86CBCBDF827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2B73EA-EE91-4E33-A9C1-8BF5DD7139A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92B679-AE23-4750-8FB0-6513430B8953}"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219200" rtl="0" eaLnBrk="1" latinLnBrk="0" hangingPunct="1">
      <a:defRPr sz="1600" kern="1200">
        <a:solidFill>
          <a:schemeClr val="tx1"/>
        </a:solidFill>
        <a:latin typeface="+mn-lt"/>
        <a:ea typeface="+mn-ea"/>
        <a:cs typeface="+mn-cs"/>
      </a:defRPr>
    </a:lvl1pPr>
    <a:lvl2pPr marL="609600" algn="l" defTabSz="1219200" rtl="0" eaLnBrk="1" latinLnBrk="0" hangingPunct="1">
      <a:defRPr sz="1600" kern="1200">
        <a:solidFill>
          <a:schemeClr val="tx1"/>
        </a:solidFill>
        <a:latin typeface="+mn-lt"/>
        <a:ea typeface="+mn-ea"/>
        <a:cs typeface="+mn-cs"/>
      </a:defRPr>
    </a:lvl2pPr>
    <a:lvl3pPr marL="1219200" algn="l" defTabSz="1219200" rtl="0" eaLnBrk="1" latinLnBrk="0" hangingPunct="1">
      <a:defRPr sz="1600" kern="1200">
        <a:solidFill>
          <a:schemeClr val="tx1"/>
        </a:solidFill>
        <a:latin typeface="+mn-lt"/>
        <a:ea typeface="+mn-ea"/>
        <a:cs typeface="+mn-cs"/>
      </a:defRPr>
    </a:lvl3pPr>
    <a:lvl4pPr marL="1828800" algn="l" defTabSz="1219200" rtl="0" eaLnBrk="1" latinLnBrk="0" hangingPunct="1">
      <a:defRPr sz="1600" kern="1200">
        <a:solidFill>
          <a:schemeClr val="tx1"/>
        </a:solidFill>
        <a:latin typeface="+mn-lt"/>
        <a:ea typeface="+mn-ea"/>
        <a:cs typeface="+mn-cs"/>
      </a:defRPr>
    </a:lvl4pPr>
    <a:lvl5pPr marL="2438400" algn="l" defTabSz="1219200" rtl="0" eaLnBrk="1" latinLnBrk="0" hangingPunct="1">
      <a:defRPr sz="1600" kern="1200">
        <a:solidFill>
          <a:schemeClr val="tx1"/>
        </a:solidFill>
        <a:latin typeface="+mn-lt"/>
        <a:ea typeface="+mn-ea"/>
        <a:cs typeface="+mn-cs"/>
      </a:defRPr>
    </a:lvl5pPr>
    <a:lvl6pPr marL="3048000" algn="l" defTabSz="1219200" rtl="0" eaLnBrk="1" latinLnBrk="0" hangingPunct="1">
      <a:defRPr sz="1600" kern="1200">
        <a:solidFill>
          <a:schemeClr val="tx1"/>
        </a:solidFill>
        <a:latin typeface="+mn-lt"/>
        <a:ea typeface="+mn-ea"/>
        <a:cs typeface="+mn-cs"/>
      </a:defRPr>
    </a:lvl6pPr>
    <a:lvl7pPr marL="3657600" algn="l" defTabSz="1219200" rtl="0" eaLnBrk="1" latinLnBrk="0" hangingPunct="1">
      <a:defRPr sz="1600" kern="1200">
        <a:solidFill>
          <a:schemeClr val="tx1"/>
        </a:solidFill>
        <a:latin typeface="+mn-lt"/>
        <a:ea typeface="+mn-ea"/>
        <a:cs typeface="+mn-cs"/>
      </a:defRPr>
    </a:lvl7pPr>
    <a:lvl8pPr marL="4267200" algn="l" defTabSz="1219200" rtl="0" eaLnBrk="1" latinLnBrk="0" hangingPunct="1">
      <a:defRPr sz="1600" kern="1200">
        <a:solidFill>
          <a:schemeClr val="tx1"/>
        </a:solidFill>
        <a:latin typeface="+mn-lt"/>
        <a:ea typeface="+mn-ea"/>
        <a:cs typeface="+mn-cs"/>
      </a:defRPr>
    </a:lvl8pPr>
    <a:lvl9pPr marL="4876800" algn="l" defTabSz="121920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69777" y="2309308"/>
            <a:ext cx="10850541" cy="899333"/>
          </a:xfrm>
        </p:spPr>
        <p:txBody>
          <a:bodyPr lIns="101600" tIns="38100" rIns="25400" bIns="38100" anchor="t" anchorCtr="0">
            <a:noAutofit/>
          </a:bodyPr>
          <a:lstStyle>
            <a:lvl1pPr algn="ctr">
              <a:defRPr sz="5400" b="0" spc="600">
                <a:effectLst/>
                <a:latin typeface="+mn-ea"/>
                <a:ea typeface="+mn-ea"/>
              </a:defRPr>
            </a:lvl1pPr>
          </a:lstStyle>
          <a:p>
            <a:r>
              <a:rPr lang="zh-CN" altLang="en-US" dirty="0"/>
              <a:t>单击此处编辑标题</a:t>
            </a:r>
            <a:endParaRPr lang="zh-CN" altLang="en-US" dirty="0"/>
          </a:p>
        </p:txBody>
      </p:sp>
      <p:sp>
        <p:nvSpPr>
          <p:cNvPr id="3" name="副标题 2"/>
          <p:cNvSpPr>
            <a:spLocks noGrp="1"/>
          </p:cNvSpPr>
          <p:nvPr>
            <p:ph type="subTitle" idx="1" hasCustomPrompt="1"/>
          </p:nvPr>
        </p:nvSpPr>
        <p:spPr>
          <a:xfrm>
            <a:off x="669820" y="3566185"/>
            <a:ext cx="10850454" cy="801518"/>
          </a:xfrm>
        </p:spPr>
        <p:txBody>
          <a:bodyPr lIns="101600" tIns="38100" rIns="76200" bIns="38100" anchor="ctr" anchorCtr="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5365" indent="0" algn="ctr">
              <a:buNone/>
              <a:defRPr sz="1600"/>
            </a:lvl6pPr>
            <a:lvl7pPr marL="2742565" indent="0" algn="ctr">
              <a:buNone/>
              <a:defRPr sz="1600"/>
            </a:lvl7pPr>
            <a:lvl8pPr marL="3199765" indent="0" algn="ctr">
              <a:buNone/>
              <a:defRPr sz="1600"/>
            </a:lvl8pPr>
            <a:lvl9pPr marL="3656965" indent="0" algn="ctr">
              <a:buNone/>
              <a:defRPr sz="1600"/>
            </a:lvl9pPr>
          </a:lstStyle>
          <a:p>
            <a:r>
              <a:rPr lang="zh-CN" altLang="en-US" dirty="0"/>
              <a:t>单击此处编辑副标题</a:t>
            </a:r>
            <a:endParaRPr lang="zh-CN" altLang="en-US" dirty="0"/>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文本占位符 6"/>
          <p:cNvSpPr>
            <a:spLocks noGrp="1"/>
          </p:cNvSpPr>
          <p:nvPr>
            <p:ph type="body" idx="1" hasCustomPrompt="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5" name="标题 4"/>
          <p:cNvSpPr>
            <a:spLocks noGrp="1"/>
          </p:cNvSpPr>
          <p:nvPr>
            <p:ph type="title" hasCustomPrompt="1"/>
          </p:nvPr>
        </p:nvSpPr>
        <p:spPr>
          <a:xfrm>
            <a:off x="839974" y="727845"/>
            <a:ext cx="3931306" cy="1115266"/>
          </a:xfrm>
        </p:spPr>
        <p:txBody>
          <a:bodyPr anchor="ctr" anchorCtr="0"/>
          <a:lstStyle>
            <a:lvl1pPr>
              <a:defRPr sz="3200">
                <a:latin typeface="+mn-ea"/>
                <a:ea typeface="+mn-ea"/>
              </a:defRPr>
            </a:lvl1pPr>
          </a:lstStyle>
          <a:p>
            <a:r>
              <a:rPr lang="zh-CN" altLang="en-US"/>
              <a:t>单击此处编辑标题</a:t>
            </a:r>
            <a:endParaRPr lang="zh-CN" altLang="en-US"/>
          </a:p>
        </p:txBody>
      </p:sp>
      <p:sp>
        <p:nvSpPr>
          <p:cNvPr id="6" name="内容占位符 5"/>
          <p:cNvSpPr>
            <a:spLocks noGrp="1"/>
          </p:cNvSpPr>
          <p:nvPr>
            <p:ph idx="1" hasCustomPrompt="1"/>
          </p:nvPr>
        </p:nvSpPr>
        <p:spPr>
          <a:xfrm>
            <a:off x="5137617" y="727845"/>
            <a:ext cx="6171235" cy="5404215"/>
          </a:xfrm>
        </p:spPr>
        <p:txBody>
          <a:bodyPr/>
          <a:lstStyle>
            <a:lvl1pPr>
              <a:defRPr sz="2400">
                <a:latin typeface="+mn-ea"/>
                <a:ea typeface="+mn-ea"/>
              </a:defRPr>
            </a:lvl1pPr>
            <a:lvl2pPr marL="457200" indent="0">
              <a:buNone/>
              <a:defRPr sz="2400">
                <a:latin typeface="+mn-ea"/>
                <a:ea typeface="+mn-ea"/>
              </a:defRPr>
            </a:lvl2pPr>
            <a:lvl3pPr>
              <a:defRPr sz="2400">
                <a:latin typeface="+mn-ea"/>
                <a:ea typeface="+mn-ea"/>
              </a:defRPr>
            </a:lvl3pPr>
            <a:lvl4pPr>
              <a:defRPr sz="2400">
                <a:latin typeface="+mn-ea"/>
                <a:ea typeface="+mn-ea"/>
              </a:defRPr>
            </a:lvl4pPr>
            <a:lvl5pPr>
              <a:defRPr sz="2400">
                <a:latin typeface="+mn-ea"/>
                <a:ea typeface="+mn-ea"/>
              </a:defRPr>
            </a:lvl5pPr>
            <a:lvl6pPr>
              <a:defRPr sz="2000"/>
            </a:lvl6pPr>
            <a:lvl7pPr>
              <a:defRPr sz="2000"/>
            </a:lvl7pPr>
            <a:lvl8pPr>
              <a:defRPr sz="2000"/>
            </a:lvl8pPr>
            <a:lvl9pPr>
              <a:defRPr sz="2000"/>
            </a:lvl9pPr>
          </a:lstStyle>
          <a:p>
            <a:pPr lvl="0"/>
            <a:r>
              <a:rPr lang="zh-CN" altLang="en-US"/>
              <a:t>单击此处编辑正文</a:t>
            </a:r>
            <a:endParaRPr lang="zh-CN" altLang="en-US"/>
          </a:p>
        </p:txBody>
      </p:sp>
      <p:sp>
        <p:nvSpPr>
          <p:cNvPr id="7" name="文本占位符 6"/>
          <p:cNvSpPr>
            <a:spLocks noGrp="1"/>
          </p:cNvSpPr>
          <p:nvPr>
            <p:ph type="body" sz="half" idx="2" hasCustomPrompt="1"/>
          </p:nvPr>
        </p:nvSpPr>
        <p:spPr>
          <a:xfrm>
            <a:off x="839974" y="2240060"/>
            <a:ext cx="3931306" cy="3892636"/>
          </a:xfrm>
        </p:spPr>
        <p:txBody>
          <a:bodyPr/>
          <a:lstStyle>
            <a:lvl1pPr marL="342900" indent="-342900">
              <a:buFont typeface="Arial" panose="020B0604020202090204" pitchFamily="34" charset="0"/>
              <a:buChar char="•"/>
              <a:defRPr sz="2400">
                <a:latin typeface="+mn-ea"/>
                <a:ea typeface="+mn-ea"/>
              </a:defRPr>
            </a:lvl1pPr>
            <a:lvl2pPr marL="457200" indent="0">
              <a:buNone/>
              <a:defRPr sz="1400"/>
            </a:lvl2pPr>
            <a:lvl3pPr marL="914400" indent="0">
              <a:buNone/>
              <a:defRPr sz="1200"/>
            </a:lvl3pPr>
            <a:lvl4pPr marL="1371600" indent="0">
              <a:buNone/>
              <a:defRPr sz="1000"/>
            </a:lvl4pPr>
            <a:lvl5pPr marL="1828800" indent="0">
              <a:buNone/>
              <a:defRPr sz="1000"/>
            </a:lvl5pPr>
            <a:lvl6pPr marL="2285365" indent="0">
              <a:buNone/>
              <a:defRPr sz="1000"/>
            </a:lvl6pPr>
            <a:lvl7pPr marL="2742565" indent="0">
              <a:buNone/>
              <a:defRPr sz="1000"/>
            </a:lvl7pPr>
            <a:lvl8pPr marL="3199765" indent="0">
              <a:buNone/>
              <a:defRPr sz="1000"/>
            </a:lvl8pPr>
            <a:lvl9pPr marL="3656965" indent="0">
              <a:buNone/>
              <a:defRPr sz="1000"/>
            </a:lvl9pPr>
          </a:lstStyle>
          <a:p>
            <a:pPr lvl="0"/>
            <a:r>
              <a:rPr lang="zh-CN" altLang="en-US"/>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sym typeface="+mn-ea"/>
            </a:endParaRPr>
          </a:p>
          <a:p>
            <a:pPr lvl="0"/>
            <a:r>
              <a:rPr lang="zh-CN" altLang="en-US">
                <a:sym typeface="+mn-ea"/>
              </a:rPr>
              <a:t>单击此处编辑正文</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fld>
            <a:endParaRPr lang="zh-CN" altLang="en-US"/>
          </a:p>
        </p:txBody>
      </p:sp>
      <p:sp>
        <p:nvSpPr>
          <p:cNvPr id="9" name="标题 8"/>
          <p:cNvSpPr>
            <a:spLocks noGrp="1"/>
          </p:cNvSpPr>
          <p:nvPr>
            <p:ph type="title" hasCustomPrompt="1"/>
          </p:nvPr>
        </p:nvSpPr>
        <p:spPr>
          <a:xfrm>
            <a:off x="669820" y="5606183"/>
            <a:ext cx="10850454" cy="558268"/>
          </a:xfrm>
        </p:spPr>
        <p:txBody>
          <a:bodyPr/>
          <a:lstStyle>
            <a:lvl1pPr>
              <a:defRPr b="0">
                <a:latin typeface="+mn-ea"/>
                <a:ea typeface="+mn-ea"/>
              </a:defRPr>
            </a:lvl1pPr>
          </a:lstStyle>
          <a:p>
            <a:r>
              <a:rPr lang="zh-CN" altLang="en-US"/>
              <a:t>单击此处编辑正文</a:t>
            </a:r>
            <a:endParaRPr lang="zh-CN" altLang="en-US"/>
          </a:p>
        </p:txBody>
      </p:sp>
      <p:sp>
        <p:nvSpPr>
          <p:cNvPr id="8" name="内容占位符 7"/>
          <p:cNvSpPr>
            <a:spLocks noGrp="1"/>
          </p:cNvSpPr>
          <p:nvPr>
            <p:ph idx="1" hasCustomPrompt="1"/>
          </p:nvPr>
        </p:nvSpPr>
        <p:spPr>
          <a:xfrm>
            <a:off x="669820" y="641469"/>
            <a:ext cx="10850454" cy="4556969"/>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9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7" name="内容占位符 6"/>
          <p:cNvSpPr>
            <a:spLocks noGrp="1"/>
          </p:cNvSpPr>
          <p:nvPr>
            <p:ph idx="1" hasCustomPrompt="1"/>
          </p:nvPr>
        </p:nvSpPr>
        <p:spPr>
          <a:xfrm>
            <a:off x="0" y="0"/>
            <a:ext cx="12194539" cy="686943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457200" marR="0" lvl="1" indent="0" algn="l" defTabSz="914400" rtl="0" eaLnBrk="1" fontAlgn="auto" latinLnBrk="0" hangingPunct="1">
              <a:lnSpc>
                <a:spcPct val="130000"/>
              </a:lnSpc>
              <a:spcBef>
                <a:spcPts val="0"/>
              </a:spcBef>
              <a:spcAft>
                <a:spcPts val="1000"/>
              </a:spcAft>
              <a:buFont typeface="Arial" panose="020B0604020202090204" pitchFamily="34" charset="0"/>
              <a:buNone/>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内容占位符 1"/>
          <p:cNvSpPr>
            <a:spLocks noGrp="1"/>
          </p:cNvSpPr>
          <p:nvPr>
            <p:ph sz="half" idx="2" hasCustomPrompt="1"/>
          </p:nvPr>
        </p:nvSpPr>
        <p:spPr>
          <a:xfrm>
            <a:off x="467922"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endParaRPr dirty="0">
              <a:sym typeface="+mn-ea"/>
            </a:endParaRPr>
          </a:p>
        </p:txBody>
      </p:sp>
      <p:sp>
        <p:nvSpPr>
          <p:cNvPr id="6" name="内容占位符 5"/>
          <p:cNvSpPr>
            <a:spLocks noGrp="1"/>
          </p:cNvSpPr>
          <p:nvPr>
            <p:ph sz="half" idx="13" hasCustomPrompt="1"/>
          </p:nvPr>
        </p:nvSpPr>
        <p:spPr>
          <a:xfrm>
            <a:off x="6286787" y="565255"/>
            <a:ext cx="5399196" cy="572876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90204" pitchFamily="34" charset="0"/>
              <a:buChar char="•"/>
              <a:defRPr kumimoji="0" lang="zh-CN" altLang="en-US" sz="24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669777" y="623706"/>
            <a:ext cx="10850541" cy="899333"/>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32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2" name="组合 41"/>
          <p:cNvGrpSpPr/>
          <p:nvPr userDrawn="1"/>
        </p:nvGrpSpPr>
        <p:grpSpPr>
          <a:xfrm>
            <a:off x="-3131" y="2202951"/>
            <a:ext cx="12193544" cy="2327529"/>
            <a:chOff x="169683" y="177982"/>
            <a:chExt cx="3937015" cy="751234"/>
          </a:xfrm>
        </p:grpSpPr>
        <p:sp>
          <p:nvSpPr>
            <p:cNvPr id="44" name="等腰三角形 43"/>
            <p:cNvSpPr/>
            <p:nvPr/>
          </p:nvSpPr>
          <p:spPr>
            <a:xfrm>
              <a:off x="1587695"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5" name="等腰三角形 44"/>
            <p:cNvSpPr/>
            <p:nvPr/>
          </p:nvSpPr>
          <p:spPr>
            <a:xfrm flipV="1">
              <a:off x="169683" y="57270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6" name="矩形 45"/>
            <p:cNvSpPr/>
            <p:nvPr/>
          </p:nvSpPr>
          <p:spPr>
            <a:xfrm>
              <a:off x="170694" y="261768"/>
              <a:ext cx="3936004" cy="61198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7" name="平行四边形 46"/>
            <p:cNvSpPr/>
            <p:nvPr/>
          </p:nvSpPr>
          <p:spPr>
            <a:xfrm>
              <a:off x="348467" y="177982"/>
              <a:ext cx="1418233" cy="751234"/>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cs typeface="+mn-ea"/>
                <a:sym typeface="+mn-lt"/>
              </a:endParaRPr>
            </a:p>
          </p:txBody>
        </p:sp>
        <p:sp>
          <p:nvSpPr>
            <p:cNvPr id="48" name="文本框 6"/>
            <p:cNvSpPr txBox="1"/>
            <p:nvPr/>
          </p:nvSpPr>
          <p:spPr>
            <a:xfrm>
              <a:off x="619911" y="284178"/>
              <a:ext cx="650908" cy="553578"/>
            </a:xfrm>
            <a:prstGeom prst="rect">
              <a:avLst/>
            </a:prstGeom>
            <a:noFill/>
          </p:spPr>
          <p:txBody>
            <a:bodyPr wrap="square" lIns="68580" tIns="34290" rIns="68580" bIns="34290" rtlCol="0">
              <a:spAutoFit/>
            </a:bodyPr>
            <a:lstStyle/>
            <a:p>
              <a:endParaRPr lang="zh-CN" altLang="en-US" sz="10700" dirty="0">
                <a:solidFill>
                  <a:schemeClr val="bg1">
                    <a:lumMod val="9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7" name="组合 6"/>
          <p:cNvGrpSpPr/>
          <p:nvPr userDrawn="1"/>
        </p:nvGrpSpPr>
        <p:grpSpPr>
          <a:xfrm>
            <a:off x="10631710" y="1700153"/>
            <a:ext cx="575989" cy="577246"/>
            <a:chOff x="6084168" y="1274820"/>
            <a:chExt cx="432048" cy="432834"/>
          </a:xfrm>
        </p:grpSpPr>
        <p:sp>
          <p:nvSpPr>
            <p:cNvPr id="14"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9"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8" name="组合 7"/>
          <p:cNvGrpSpPr/>
          <p:nvPr userDrawn="1"/>
        </p:nvGrpSpPr>
        <p:grpSpPr>
          <a:xfrm>
            <a:off x="8903743" y="1700678"/>
            <a:ext cx="575989" cy="576197"/>
            <a:chOff x="4788024" y="1275213"/>
            <a:chExt cx="432048" cy="432048"/>
          </a:xfrm>
        </p:grpSpPr>
        <p:sp>
          <p:nvSpPr>
            <p:cNvPr id="17"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9" name="组合 8"/>
          <p:cNvGrpSpPr/>
          <p:nvPr userDrawn="1"/>
        </p:nvGrpSpPr>
        <p:grpSpPr>
          <a:xfrm>
            <a:off x="9767727" y="1700153"/>
            <a:ext cx="577036" cy="577246"/>
            <a:chOff x="5436096" y="1274820"/>
            <a:chExt cx="432833" cy="432834"/>
          </a:xfrm>
        </p:grpSpPr>
        <p:sp>
          <p:nvSpPr>
            <p:cNvPr id="25"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1"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0" name="组合 9"/>
          <p:cNvGrpSpPr/>
          <p:nvPr userDrawn="1"/>
        </p:nvGrpSpPr>
        <p:grpSpPr>
          <a:xfrm>
            <a:off x="7175776" y="1700153"/>
            <a:ext cx="577036" cy="577246"/>
            <a:chOff x="3491880" y="1274820"/>
            <a:chExt cx="432833" cy="432834"/>
          </a:xfrm>
        </p:grpSpPr>
        <p:sp>
          <p:nvSpPr>
            <p:cNvPr id="11"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2"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039760" y="1700153"/>
            <a:ext cx="577036" cy="577246"/>
            <a:chOff x="4139952" y="1274820"/>
            <a:chExt cx="432833" cy="432834"/>
          </a:xfrm>
        </p:grpSpPr>
        <p:sp>
          <p:nvSpPr>
            <p:cNvPr id="24"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cxnSp>
        <p:nvCxnSpPr>
          <p:cNvPr id="7" name="直接连接符 6"/>
          <p:cNvCxnSpPr/>
          <p:nvPr userDrawn="1"/>
        </p:nvCxnSpPr>
        <p:spPr>
          <a:xfrm>
            <a:off x="1007304" y="834057"/>
            <a:ext cx="104638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7"/>
          <p:cNvGrpSpPr/>
          <p:nvPr userDrawn="1"/>
        </p:nvGrpSpPr>
        <p:grpSpPr bwMode="auto">
          <a:xfrm>
            <a:off x="431315" y="390618"/>
            <a:ext cx="520428" cy="274702"/>
            <a:chOff x="0" y="0"/>
            <a:chExt cx="1041399" cy="549275"/>
          </a:xfrm>
        </p:grpSpPr>
        <p:sp>
          <p:nvSpPr>
            <p:cNvPr id="13"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5" name="TextBox 4"/>
          <p:cNvSpPr txBox="1"/>
          <p:nvPr userDrawn="1"/>
        </p:nvSpPr>
        <p:spPr>
          <a:xfrm>
            <a:off x="305731" y="6526138"/>
            <a:ext cx="2909155" cy="276999"/>
          </a:xfrm>
          <a:prstGeom prst="rect">
            <a:avLst/>
          </a:prstGeom>
          <a:noFill/>
        </p:spPr>
        <p:txBody>
          <a:bodyPr wrap="square" rtlCol="0">
            <a:spAutoFit/>
          </a:bodyPr>
          <a:lstStyle/>
          <a:p>
            <a:r>
              <a:rPr lang="en-US" altLang="zh-CN" sz="1200" b="0" dirty="0" err="1">
                <a:solidFill>
                  <a:srgbClr val="595959"/>
                </a:solidFill>
                <a:latin typeface="微软雅黑" panose="020B0503020204020204" pitchFamily="34" charset="-122"/>
                <a:ea typeface="微软雅黑" panose="020B0503020204020204" pitchFamily="34" charset="-122"/>
              </a:rPr>
              <a:t>yx.ityxb.com</a:t>
            </a:r>
            <a:endParaRPr lang="zh-CN" altLang="en-US" sz="1200" b="0" dirty="0">
              <a:solidFill>
                <a:srgbClr val="595959"/>
              </a:solidFill>
              <a:latin typeface="微软雅黑" panose="020B0503020204020204" pitchFamily="34" charset="-122"/>
              <a:ea typeface="微软雅黑" panose="020B0503020204020204" pitchFamily="34" charset="-122"/>
            </a:endParaRPr>
          </a:p>
        </p:txBody>
      </p:sp>
      <p:sp>
        <p:nvSpPr>
          <p:cNvPr id="6" name="矩形 5"/>
          <p:cNvSpPr/>
          <p:nvPr userDrawn="1"/>
        </p:nvSpPr>
        <p:spPr>
          <a:xfrm>
            <a:off x="0" y="6794447"/>
            <a:ext cx="10631710" cy="84639"/>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userDrawn="1"/>
        </p:nvSpPr>
        <p:spPr>
          <a:xfrm>
            <a:off x="10703717" y="6794446"/>
            <a:ext cx="1486695" cy="84639"/>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03518" y="294845"/>
            <a:ext cx="2595061" cy="40505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7922"/>
            <a:ext cx="10361851" cy="1362390"/>
          </a:xfrm>
        </p:spPr>
        <p:txBody>
          <a:bodyPr anchor="t"/>
          <a:lstStyle>
            <a:lvl1pPr algn="l">
              <a:defRPr sz="53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2959" y="2907386"/>
            <a:ext cx="10361851" cy="1500534"/>
          </a:xfrm>
        </p:spPr>
        <p:txBody>
          <a:bodyPr anchor="b"/>
          <a:lstStyle>
            <a:lvl1pPr marL="0" indent="0">
              <a:buNone/>
              <a:defRPr sz="2700">
                <a:solidFill>
                  <a:schemeClr val="tx1">
                    <a:tint val="75000"/>
                  </a:schemeClr>
                </a:solidFill>
              </a:defRPr>
            </a:lvl1pPr>
            <a:lvl2pPr marL="609600" indent="0">
              <a:buNone/>
              <a:defRPr sz="2400">
                <a:solidFill>
                  <a:schemeClr val="tx1">
                    <a:tint val="75000"/>
                  </a:schemeClr>
                </a:solidFill>
              </a:defRPr>
            </a:lvl2pPr>
            <a:lvl3pPr marL="1219200" indent="0">
              <a:buNone/>
              <a:defRPr sz="2100">
                <a:solidFill>
                  <a:schemeClr val="tx1">
                    <a:tint val="75000"/>
                  </a:schemeClr>
                </a:solidFill>
              </a:defRPr>
            </a:lvl3pPr>
            <a:lvl4pPr marL="1828800" indent="0">
              <a:buNone/>
              <a:defRPr sz="1900">
                <a:solidFill>
                  <a:schemeClr val="tx1">
                    <a:tint val="75000"/>
                  </a:schemeClr>
                </a:solidFill>
              </a:defRPr>
            </a:lvl4pPr>
            <a:lvl5pPr marL="2438400" indent="0">
              <a:buNone/>
              <a:defRPr sz="1900">
                <a:solidFill>
                  <a:schemeClr val="tx1">
                    <a:tint val="75000"/>
                  </a:schemeClr>
                </a:solidFill>
              </a:defRPr>
            </a:lvl5pPr>
            <a:lvl6pPr marL="3048000" indent="0">
              <a:buNone/>
              <a:defRPr sz="1900">
                <a:solidFill>
                  <a:schemeClr val="tx1">
                    <a:tint val="75000"/>
                  </a:schemeClr>
                </a:solidFill>
              </a:defRPr>
            </a:lvl6pPr>
            <a:lvl7pPr marL="3657600" indent="0">
              <a:buNone/>
              <a:defRPr sz="1900">
                <a:solidFill>
                  <a:schemeClr val="tx1">
                    <a:tint val="75000"/>
                  </a:schemeClr>
                </a:solidFill>
              </a:defRPr>
            </a:lvl7pPr>
            <a:lvl8pPr marL="4267200" indent="0">
              <a:buNone/>
              <a:defRPr sz="1900">
                <a:solidFill>
                  <a:schemeClr val="tx1">
                    <a:tint val="75000"/>
                  </a:schemeClr>
                </a:solidFill>
              </a:defRPr>
            </a:lvl8pPr>
            <a:lvl9pPr marL="4876800" indent="0">
              <a:buNone/>
              <a:defRPr sz="19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21"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6793" y="1600572"/>
            <a:ext cx="5384099" cy="4527011"/>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535469"/>
            <a:ext cx="5386216"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521" y="2175378"/>
            <a:ext cx="5386216"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2562" y="1535469"/>
            <a:ext cx="5388332" cy="639911"/>
          </a:xfrm>
        </p:spPr>
        <p:txBody>
          <a:bodyPr anchor="b"/>
          <a:lstStyle>
            <a:lvl1pPr marL="0" indent="0">
              <a:buNone/>
              <a:defRPr sz="3200" b="1"/>
            </a:lvl1pPr>
            <a:lvl2pPr marL="609600" indent="0">
              <a:buNone/>
              <a:defRPr sz="2700" b="1"/>
            </a:lvl2pPr>
            <a:lvl3pPr marL="1219200" indent="0">
              <a:buNone/>
              <a:defRPr sz="2400" b="1"/>
            </a:lvl3pPr>
            <a:lvl4pPr marL="1828800" indent="0">
              <a:buNone/>
              <a:defRPr sz="2100" b="1"/>
            </a:lvl4pPr>
            <a:lvl5pPr marL="2438400" indent="0">
              <a:buNone/>
              <a:defRPr sz="2100" b="1"/>
            </a:lvl5pPr>
            <a:lvl6pPr marL="3048000" indent="0">
              <a:buNone/>
              <a:defRPr sz="2100" b="1"/>
            </a:lvl6pPr>
            <a:lvl7pPr marL="3657600" indent="0">
              <a:buNone/>
              <a:defRPr sz="2100" b="1"/>
            </a:lvl7pPr>
            <a:lvl8pPr marL="4267200" indent="0">
              <a:buNone/>
              <a:defRPr sz="2100" b="1"/>
            </a:lvl8pPr>
            <a:lvl9pPr marL="4876800" indent="0">
              <a:buNone/>
              <a:defRPr sz="21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2562" y="2175378"/>
            <a:ext cx="5388332" cy="3952203"/>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8" name="等腰三角形 7"/>
          <p:cNvSpPr/>
          <p:nvPr userDrawn="1"/>
        </p:nvSpPr>
        <p:spPr>
          <a:xfrm flipH="1" flipV="1">
            <a:off x="-767029" y="-29126"/>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flipH="1" flipV="1">
            <a:off x="1413539" y="0"/>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userDrawn="1"/>
        </p:nvSpPr>
        <p:spPr>
          <a:xfrm>
            <a:off x="6085438" y="4298493"/>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693670"/>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椭圆 1"/>
          <p:cNvSpPr/>
          <p:nvPr userDrawn="1"/>
        </p:nvSpPr>
        <p:spPr>
          <a:xfrm>
            <a:off x="9998623" y="3693670"/>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cxnSp>
        <p:nvCxnSpPr>
          <p:cNvPr id="8" name="直接连接符 7"/>
          <p:cNvCxnSpPr/>
          <p:nvPr userDrawn="1"/>
        </p:nvCxnSpPr>
        <p:spPr>
          <a:xfrm>
            <a:off x="984634" y="1413103"/>
            <a:ext cx="1019847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0607120" y="654595"/>
            <a:ext cx="575989" cy="577246"/>
            <a:chOff x="6084168" y="1274820"/>
            <a:chExt cx="432048" cy="432834"/>
          </a:xfrm>
        </p:grpSpPr>
        <p:sp>
          <p:nvSpPr>
            <p:cNvPr id="10" name="椭圆 22"/>
            <p:cNvSpPr>
              <a:spLocks noChangeArrowheads="1"/>
            </p:cNvSpPr>
            <p:nvPr/>
          </p:nvSpPr>
          <p:spPr bwMode="auto">
            <a:xfrm>
              <a:off x="6084168" y="1274820"/>
              <a:ext cx="432048" cy="432834"/>
            </a:xfrm>
            <a:prstGeom prst="ellipse">
              <a:avLst/>
            </a:prstGeom>
            <a:solidFill>
              <a:srgbClr val="1369B2"/>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1" name="Freeform 59"/>
            <p:cNvSpPr>
              <a:spLocks noChangeArrowheads="1"/>
            </p:cNvSpPr>
            <p:nvPr/>
          </p:nvSpPr>
          <p:spPr bwMode="auto">
            <a:xfrm>
              <a:off x="6180302" y="1365898"/>
              <a:ext cx="239780" cy="250679"/>
            </a:xfrm>
            <a:custGeom>
              <a:avLst/>
              <a:gdLst>
                <a:gd name="T0" fmla="*/ 73627430 w 581"/>
                <a:gd name="T1" fmla="*/ 67678707 h 609"/>
                <a:gd name="T2" fmla="*/ 61659637 w 581"/>
                <a:gd name="T3" fmla="*/ 78678142 h 609"/>
                <a:gd name="T4" fmla="*/ 54244957 w 581"/>
                <a:gd name="T5" fmla="*/ 72208055 h 609"/>
                <a:gd name="T6" fmla="*/ 57106883 w 581"/>
                <a:gd name="T7" fmla="*/ 65867111 h 609"/>
                <a:gd name="T8" fmla="*/ 61659637 w 581"/>
                <a:gd name="T9" fmla="*/ 69490662 h 609"/>
                <a:gd name="T10" fmla="*/ 71806401 w 581"/>
                <a:gd name="T11" fmla="*/ 61338122 h 609"/>
                <a:gd name="T12" fmla="*/ 73627430 w 581"/>
                <a:gd name="T13" fmla="*/ 67678707 h 609"/>
                <a:gd name="T14" fmla="*/ 61659637 w 581"/>
                <a:gd name="T15" fmla="*/ 64055516 h 609"/>
                <a:gd name="T16" fmla="*/ 49691843 w 581"/>
                <a:gd name="T17" fmla="*/ 69490662 h 609"/>
                <a:gd name="T18" fmla="*/ 51513233 w 581"/>
                <a:gd name="T19" fmla="*/ 75054951 h 609"/>
                <a:gd name="T20" fmla="*/ 3772261 w 581"/>
                <a:gd name="T21" fmla="*/ 78678142 h 609"/>
                <a:gd name="T22" fmla="*/ 0 w 581"/>
                <a:gd name="T23" fmla="*/ 10999436 h 609"/>
                <a:gd name="T24" fmla="*/ 10146404 w 581"/>
                <a:gd name="T25" fmla="*/ 7246742 h 609"/>
                <a:gd name="T26" fmla="*/ 17561444 w 581"/>
                <a:gd name="T27" fmla="*/ 18246178 h 609"/>
                <a:gd name="T28" fmla="*/ 24845922 w 581"/>
                <a:gd name="T29" fmla="*/ 7246742 h 609"/>
                <a:gd name="T30" fmla="*/ 28488341 w 581"/>
                <a:gd name="T31" fmla="*/ 10999436 h 609"/>
                <a:gd name="T32" fmla="*/ 43318061 w 581"/>
                <a:gd name="T33" fmla="*/ 10999436 h 609"/>
                <a:gd name="T34" fmla="*/ 46960119 w 581"/>
                <a:gd name="T35" fmla="*/ 7246742 h 609"/>
                <a:gd name="T36" fmla="*/ 54244957 w 581"/>
                <a:gd name="T37" fmla="*/ 18246178 h 609"/>
                <a:gd name="T38" fmla="*/ 61659637 w 581"/>
                <a:gd name="T39" fmla="*/ 7246742 h 609"/>
                <a:gd name="T40" fmla="*/ 71806401 w 581"/>
                <a:gd name="T41" fmla="*/ 10999436 h 609"/>
                <a:gd name="T42" fmla="*/ 66212751 w 581"/>
                <a:gd name="T43" fmla="*/ 59526167 h 609"/>
                <a:gd name="T44" fmla="*/ 10146404 w 581"/>
                <a:gd name="T45" fmla="*/ 63149718 h 609"/>
                <a:gd name="T46" fmla="*/ 12878128 w 581"/>
                <a:gd name="T47" fmla="*/ 65867111 h 609"/>
                <a:gd name="T48" fmla="*/ 39545439 w 581"/>
                <a:gd name="T49" fmla="*/ 63149718 h 609"/>
                <a:gd name="T50" fmla="*/ 39545439 w 581"/>
                <a:gd name="T51" fmla="*/ 63149718 h 609"/>
                <a:gd name="T52" fmla="*/ 39545439 w 581"/>
                <a:gd name="T53" fmla="*/ 63149718 h 609"/>
                <a:gd name="T54" fmla="*/ 12878128 w 581"/>
                <a:gd name="T55" fmla="*/ 60431965 h 609"/>
                <a:gd name="T56" fmla="*/ 58017218 w 581"/>
                <a:gd name="T57" fmla="*/ 28339815 h 609"/>
                <a:gd name="T58" fmla="*/ 13788823 w 581"/>
                <a:gd name="T59" fmla="*/ 28339815 h 609"/>
                <a:gd name="T60" fmla="*/ 13788823 w 581"/>
                <a:gd name="T61" fmla="*/ 35715700 h 609"/>
                <a:gd name="T62" fmla="*/ 61659637 w 581"/>
                <a:gd name="T63" fmla="*/ 31963007 h 609"/>
                <a:gd name="T64" fmla="*/ 58017218 w 581"/>
                <a:gd name="T65" fmla="*/ 43868240 h 609"/>
                <a:gd name="T66" fmla="*/ 35903020 w 581"/>
                <a:gd name="T67" fmla="*/ 43868240 h 609"/>
                <a:gd name="T68" fmla="*/ 13788823 w 581"/>
                <a:gd name="T69" fmla="*/ 43868240 h 609"/>
                <a:gd name="T70" fmla="*/ 13788823 w 581"/>
                <a:gd name="T71" fmla="*/ 51244484 h 609"/>
                <a:gd name="T72" fmla="*/ 35903020 w 581"/>
                <a:gd name="T73" fmla="*/ 51244484 h 609"/>
                <a:gd name="T74" fmla="*/ 61659637 w 581"/>
                <a:gd name="T75" fmla="*/ 47491791 h 609"/>
                <a:gd name="T76" fmla="*/ 54244957 w 581"/>
                <a:gd name="T77" fmla="*/ 14622627 h 609"/>
                <a:gd name="T78" fmla="*/ 50602538 w 581"/>
                <a:gd name="T79" fmla="*/ 10999436 h 609"/>
                <a:gd name="T80" fmla="*/ 54244957 w 581"/>
                <a:gd name="T81" fmla="*/ 0 h 609"/>
                <a:gd name="T82" fmla="*/ 58017218 w 581"/>
                <a:gd name="T83" fmla="*/ 10999436 h 609"/>
                <a:gd name="T84" fmla="*/ 35903020 w 581"/>
                <a:gd name="T85" fmla="*/ 14622627 h 609"/>
                <a:gd name="T86" fmla="*/ 32260601 w 581"/>
                <a:gd name="T87" fmla="*/ 10999436 h 609"/>
                <a:gd name="T88" fmla="*/ 35903020 w 581"/>
                <a:gd name="T89" fmla="*/ 0 h 609"/>
                <a:gd name="T90" fmla="*/ 39545439 w 581"/>
                <a:gd name="T91" fmla="*/ 10999436 h 609"/>
                <a:gd name="T92" fmla="*/ 17561444 w 581"/>
                <a:gd name="T93" fmla="*/ 14622627 h 609"/>
                <a:gd name="T94" fmla="*/ 13788823 w 581"/>
                <a:gd name="T95" fmla="*/ 10999436 h 609"/>
                <a:gd name="T96" fmla="*/ 17561444 w 581"/>
                <a:gd name="T97" fmla="*/ 0 h 609"/>
                <a:gd name="T98" fmla="*/ 21203502 w 581"/>
                <a:gd name="T99" fmla="*/ 10999436 h 60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581" h="609">
                  <a:moveTo>
                    <a:pt x="566" y="523"/>
                  </a:moveTo>
                  <a:lnTo>
                    <a:pt x="566" y="523"/>
                  </a:lnTo>
                  <a:cubicBezTo>
                    <a:pt x="495" y="594"/>
                    <a:pt x="495" y="594"/>
                    <a:pt x="495" y="594"/>
                  </a:cubicBezTo>
                  <a:cubicBezTo>
                    <a:pt x="488" y="601"/>
                    <a:pt x="481" y="608"/>
                    <a:pt x="474" y="608"/>
                  </a:cubicBezTo>
                  <a:cubicBezTo>
                    <a:pt x="467" y="608"/>
                    <a:pt x="460" y="601"/>
                    <a:pt x="453" y="594"/>
                  </a:cubicBezTo>
                  <a:cubicBezTo>
                    <a:pt x="417" y="558"/>
                    <a:pt x="417" y="558"/>
                    <a:pt x="417" y="558"/>
                  </a:cubicBezTo>
                  <a:cubicBezTo>
                    <a:pt x="410" y="551"/>
                    <a:pt x="410" y="544"/>
                    <a:pt x="410" y="537"/>
                  </a:cubicBezTo>
                  <a:cubicBezTo>
                    <a:pt x="410" y="523"/>
                    <a:pt x="417" y="509"/>
                    <a:pt x="439" y="509"/>
                  </a:cubicBezTo>
                  <a:cubicBezTo>
                    <a:pt x="446" y="509"/>
                    <a:pt x="453" y="516"/>
                    <a:pt x="453" y="523"/>
                  </a:cubicBezTo>
                  <a:cubicBezTo>
                    <a:pt x="474" y="537"/>
                    <a:pt x="474" y="537"/>
                    <a:pt x="474" y="537"/>
                  </a:cubicBezTo>
                  <a:cubicBezTo>
                    <a:pt x="530" y="481"/>
                    <a:pt x="530" y="481"/>
                    <a:pt x="530" y="481"/>
                  </a:cubicBezTo>
                  <a:cubicBezTo>
                    <a:pt x="537" y="474"/>
                    <a:pt x="545" y="474"/>
                    <a:pt x="552" y="474"/>
                  </a:cubicBezTo>
                  <a:cubicBezTo>
                    <a:pt x="566" y="474"/>
                    <a:pt x="580" y="488"/>
                    <a:pt x="580" y="502"/>
                  </a:cubicBezTo>
                  <a:cubicBezTo>
                    <a:pt x="580" y="509"/>
                    <a:pt x="573" y="516"/>
                    <a:pt x="566" y="523"/>
                  </a:cubicBezTo>
                  <a:close/>
                  <a:moveTo>
                    <a:pt x="474" y="495"/>
                  </a:moveTo>
                  <a:lnTo>
                    <a:pt x="474" y="495"/>
                  </a:lnTo>
                  <a:cubicBezTo>
                    <a:pt x="467" y="488"/>
                    <a:pt x="453" y="481"/>
                    <a:pt x="439" y="481"/>
                  </a:cubicBezTo>
                  <a:cubicBezTo>
                    <a:pt x="403" y="481"/>
                    <a:pt x="382" y="509"/>
                    <a:pt x="382" y="537"/>
                  </a:cubicBezTo>
                  <a:cubicBezTo>
                    <a:pt x="382" y="558"/>
                    <a:pt x="389" y="573"/>
                    <a:pt x="396" y="580"/>
                  </a:cubicBezTo>
                  <a:cubicBezTo>
                    <a:pt x="424" y="608"/>
                    <a:pt x="424" y="608"/>
                    <a:pt x="424" y="608"/>
                  </a:cubicBezTo>
                  <a:cubicBezTo>
                    <a:pt x="29" y="608"/>
                    <a:pt x="29" y="608"/>
                    <a:pt x="29" y="608"/>
                  </a:cubicBezTo>
                  <a:cubicBezTo>
                    <a:pt x="15" y="608"/>
                    <a:pt x="0" y="594"/>
                    <a:pt x="0" y="580"/>
                  </a:cubicBezTo>
                  <a:cubicBezTo>
                    <a:pt x="0" y="85"/>
                    <a:pt x="0" y="85"/>
                    <a:pt x="0" y="85"/>
                  </a:cubicBezTo>
                  <a:cubicBezTo>
                    <a:pt x="0" y="71"/>
                    <a:pt x="15" y="56"/>
                    <a:pt x="29" y="56"/>
                  </a:cubicBezTo>
                  <a:cubicBezTo>
                    <a:pt x="78" y="56"/>
                    <a:pt x="78" y="56"/>
                    <a:pt x="78" y="56"/>
                  </a:cubicBezTo>
                  <a:cubicBezTo>
                    <a:pt x="78" y="85"/>
                    <a:pt x="78" y="85"/>
                    <a:pt x="78" y="85"/>
                  </a:cubicBezTo>
                  <a:cubicBezTo>
                    <a:pt x="78" y="120"/>
                    <a:pt x="106" y="141"/>
                    <a:pt x="135" y="141"/>
                  </a:cubicBezTo>
                  <a:cubicBezTo>
                    <a:pt x="163" y="141"/>
                    <a:pt x="191" y="120"/>
                    <a:pt x="191" y="85"/>
                  </a:cubicBezTo>
                  <a:cubicBezTo>
                    <a:pt x="191" y="56"/>
                    <a:pt x="191" y="56"/>
                    <a:pt x="191" y="56"/>
                  </a:cubicBezTo>
                  <a:cubicBezTo>
                    <a:pt x="219" y="56"/>
                    <a:pt x="219" y="56"/>
                    <a:pt x="219" y="56"/>
                  </a:cubicBezTo>
                  <a:cubicBezTo>
                    <a:pt x="219" y="85"/>
                    <a:pt x="219" y="85"/>
                    <a:pt x="219" y="85"/>
                  </a:cubicBezTo>
                  <a:cubicBezTo>
                    <a:pt x="219" y="120"/>
                    <a:pt x="248" y="141"/>
                    <a:pt x="276" y="141"/>
                  </a:cubicBezTo>
                  <a:cubicBezTo>
                    <a:pt x="304" y="141"/>
                    <a:pt x="333" y="120"/>
                    <a:pt x="333" y="85"/>
                  </a:cubicBezTo>
                  <a:cubicBezTo>
                    <a:pt x="333" y="56"/>
                    <a:pt x="333" y="56"/>
                    <a:pt x="333" y="56"/>
                  </a:cubicBezTo>
                  <a:cubicBezTo>
                    <a:pt x="361" y="56"/>
                    <a:pt x="361" y="56"/>
                    <a:pt x="361" y="56"/>
                  </a:cubicBezTo>
                  <a:cubicBezTo>
                    <a:pt x="361" y="85"/>
                    <a:pt x="361" y="85"/>
                    <a:pt x="361" y="85"/>
                  </a:cubicBezTo>
                  <a:cubicBezTo>
                    <a:pt x="361" y="120"/>
                    <a:pt x="389" y="141"/>
                    <a:pt x="417" y="141"/>
                  </a:cubicBezTo>
                  <a:cubicBezTo>
                    <a:pt x="446" y="141"/>
                    <a:pt x="474" y="120"/>
                    <a:pt x="474" y="85"/>
                  </a:cubicBezTo>
                  <a:cubicBezTo>
                    <a:pt x="474" y="56"/>
                    <a:pt x="474" y="56"/>
                    <a:pt x="474" y="56"/>
                  </a:cubicBezTo>
                  <a:cubicBezTo>
                    <a:pt x="523" y="56"/>
                    <a:pt x="523" y="56"/>
                    <a:pt x="523" y="56"/>
                  </a:cubicBezTo>
                  <a:cubicBezTo>
                    <a:pt x="537" y="56"/>
                    <a:pt x="552" y="71"/>
                    <a:pt x="552" y="85"/>
                  </a:cubicBezTo>
                  <a:cubicBezTo>
                    <a:pt x="552" y="445"/>
                    <a:pt x="552" y="445"/>
                    <a:pt x="552" y="445"/>
                  </a:cubicBezTo>
                  <a:cubicBezTo>
                    <a:pt x="530" y="445"/>
                    <a:pt x="516" y="452"/>
                    <a:pt x="509" y="460"/>
                  </a:cubicBezTo>
                  <a:lnTo>
                    <a:pt x="474" y="495"/>
                  </a:lnTo>
                  <a:close/>
                  <a:moveTo>
                    <a:pt x="78" y="488"/>
                  </a:moveTo>
                  <a:lnTo>
                    <a:pt x="78" y="488"/>
                  </a:lnTo>
                  <a:cubicBezTo>
                    <a:pt x="78" y="502"/>
                    <a:pt x="85" y="509"/>
                    <a:pt x="99" y="509"/>
                  </a:cubicBezTo>
                  <a:cubicBezTo>
                    <a:pt x="283" y="509"/>
                    <a:pt x="283" y="509"/>
                    <a:pt x="283" y="509"/>
                  </a:cubicBezTo>
                  <a:cubicBezTo>
                    <a:pt x="297" y="509"/>
                    <a:pt x="304" y="502"/>
                    <a:pt x="304" y="488"/>
                  </a:cubicBezTo>
                  <a:cubicBezTo>
                    <a:pt x="304" y="474"/>
                    <a:pt x="297" y="467"/>
                    <a:pt x="283" y="467"/>
                  </a:cubicBezTo>
                  <a:cubicBezTo>
                    <a:pt x="99" y="467"/>
                    <a:pt x="99" y="467"/>
                    <a:pt x="99" y="467"/>
                  </a:cubicBezTo>
                  <a:cubicBezTo>
                    <a:pt x="85" y="467"/>
                    <a:pt x="78" y="474"/>
                    <a:pt x="78" y="488"/>
                  </a:cubicBezTo>
                  <a:close/>
                  <a:moveTo>
                    <a:pt x="446" y="219"/>
                  </a:moveTo>
                  <a:lnTo>
                    <a:pt x="446" y="219"/>
                  </a:lnTo>
                  <a:cubicBezTo>
                    <a:pt x="106" y="219"/>
                    <a:pt x="106" y="219"/>
                    <a:pt x="106" y="219"/>
                  </a:cubicBezTo>
                  <a:cubicBezTo>
                    <a:pt x="92" y="219"/>
                    <a:pt x="78" y="233"/>
                    <a:pt x="78" y="247"/>
                  </a:cubicBezTo>
                  <a:cubicBezTo>
                    <a:pt x="78" y="262"/>
                    <a:pt x="92" y="276"/>
                    <a:pt x="106" y="276"/>
                  </a:cubicBezTo>
                  <a:cubicBezTo>
                    <a:pt x="446" y="276"/>
                    <a:pt x="446" y="276"/>
                    <a:pt x="446" y="276"/>
                  </a:cubicBezTo>
                  <a:cubicBezTo>
                    <a:pt x="460" y="276"/>
                    <a:pt x="474" y="262"/>
                    <a:pt x="474" y="247"/>
                  </a:cubicBezTo>
                  <a:cubicBezTo>
                    <a:pt x="474" y="233"/>
                    <a:pt x="460" y="219"/>
                    <a:pt x="446" y="219"/>
                  </a:cubicBezTo>
                  <a:close/>
                  <a:moveTo>
                    <a:pt x="446" y="339"/>
                  </a:moveTo>
                  <a:lnTo>
                    <a:pt x="446" y="339"/>
                  </a:lnTo>
                  <a:cubicBezTo>
                    <a:pt x="276" y="339"/>
                    <a:pt x="276" y="339"/>
                    <a:pt x="276" y="339"/>
                  </a:cubicBezTo>
                  <a:cubicBezTo>
                    <a:pt x="226" y="339"/>
                    <a:pt x="226" y="339"/>
                    <a:pt x="226" y="339"/>
                  </a:cubicBezTo>
                  <a:cubicBezTo>
                    <a:pt x="106" y="339"/>
                    <a:pt x="106" y="339"/>
                    <a:pt x="106" y="339"/>
                  </a:cubicBezTo>
                  <a:cubicBezTo>
                    <a:pt x="92" y="339"/>
                    <a:pt x="78" y="353"/>
                    <a:pt x="78" y="367"/>
                  </a:cubicBezTo>
                  <a:cubicBezTo>
                    <a:pt x="78" y="389"/>
                    <a:pt x="92" y="396"/>
                    <a:pt x="106" y="396"/>
                  </a:cubicBezTo>
                  <a:cubicBezTo>
                    <a:pt x="226" y="396"/>
                    <a:pt x="226" y="396"/>
                    <a:pt x="226" y="396"/>
                  </a:cubicBezTo>
                  <a:cubicBezTo>
                    <a:pt x="276" y="396"/>
                    <a:pt x="276" y="396"/>
                    <a:pt x="276" y="396"/>
                  </a:cubicBezTo>
                  <a:cubicBezTo>
                    <a:pt x="446" y="396"/>
                    <a:pt x="446" y="396"/>
                    <a:pt x="446" y="396"/>
                  </a:cubicBezTo>
                  <a:cubicBezTo>
                    <a:pt x="460" y="396"/>
                    <a:pt x="474" y="389"/>
                    <a:pt x="474" y="367"/>
                  </a:cubicBezTo>
                  <a:cubicBezTo>
                    <a:pt x="474" y="353"/>
                    <a:pt x="460" y="339"/>
                    <a:pt x="446" y="339"/>
                  </a:cubicBezTo>
                  <a:close/>
                  <a:moveTo>
                    <a:pt x="417" y="113"/>
                  </a:moveTo>
                  <a:lnTo>
                    <a:pt x="417" y="113"/>
                  </a:lnTo>
                  <a:cubicBezTo>
                    <a:pt x="403" y="113"/>
                    <a:pt x="389" y="106"/>
                    <a:pt x="389" y="85"/>
                  </a:cubicBezTo>
                  <a:cubicBezTo>
                    <a:pt x="389" y="28"/>
                    <a:pt x="389" y="28"/>
                    <a:pt x="389" y="28"/>
                  </a:cubicBezTo>
                  <a:cubicBezTo>
                    <a:pt x="389" y="14"/>
                    <a:pt x="403" y="0"/>
                    <a:pt x="417" y="0"/>
                  </a:cubicBezTo>
                  <a:cubicBezTo>
                    <a:pt x="431" y="0"/>
                    <a:pt x="446" y="14"/>
                    <a:pt x="446" y="28"/>
                  </a:cubicBezTo>
                  <a:cubicBezTo>
                    <a:pt x="446" y="85"/>
                    <a:pt x="446" y="85"/>
                    <a:pt x="446" y="85"/>
                  </a:cubicBezTo>
                  <a:cubicBezTo>
                    <a:pt x="446" y="106"/>
                    <a:pt x="431" y="113"/>
                    <a:pt x="417" y="113"/>
                  </a:cubicBezTo>
                  <a:close/>
                  <a:moveTo>
                    <a:pt x="276" y="113"/>
                  </a:moveTo>
                  <a:lnTo>
                    <a:pt x="276" y="113"/>
                  </a:lnTo>
                  <a:cubicBezTo>
                    <a:pt x="262" y="113"/>
                    <a:pt x="248" y="106"/>
                    <a:pt x="248" y="85"/>
                  </a:cubicBezTo>
                  <a:cubicBezTo>
                    <a:pt x="248" y="28"/>
                    <a:pt x="248" y="28"/>
                    <a:pt x="248" y="28"/>
                  </a:cubicBezTo>
                  <a:cubicBezTo>
                    <a:pt x="248" y="14"/>
                    <a:pt x="262" y="0"/>
                    <a:pt x="276" y="0"/>
                  </a:cubicBezTo>
                  <a:cubicBezTo>
                    <a:pt x="290" y="0"/>
                    <a:pt x="304" y="14"/>
                    <a:pt x="304" y="28"/>
                  </a:cubicBezTo>
                  <a:cubicBezTo>
                    <a:pt x="304" y="85"/>
                    <a:pt x="304" y="85"/>
                    <a:pt x="304" y="85"/>
                  </a:cubicBezTo>
                  <a:cubicBezTo>
                    <a:pt x="304" y="106"/>
                    <a:pt x="290" y="113"/>
                    <a:pt x="276" y="113"/>
                  </a:cubicBezTo>
                  <a:close/>
                  <a:moveTo>
                    <a:pt x="135" y="113"/>
                  </a:moveTo>
                  <a:lnTo>
                    <a:pt x="135" y="113"/>
                  </a:lnTo>
                  <a:cubicBezTo>
                    <a:pt x="121" y="113"/>
                    <a:pt x="106" y="106"/>
                    <a:pt x="106" y="85"/>
                  </a:cubicBezTo>
                  <a:cubicBezTo>
                    <a:pt x="106" y="28"/>
                    <a:pt x="106" y="28"/>
                    <a:pt x="106" y="28"/>
                  </a:cubicBezTo>
                  <a:cubicBezTo>
                    <a:pt x="106" y="14"/>
                    <a:pt x="121" y="0"/>
                    <a:pt x="135" y="0"/>
                  </a:cubicBezTo>
                  <a:cubicBezTo>
                    <a:pt x="149" y="0"/>
                    <a:pt x="163" y="14"/>
                    <a:pt x="163" y="28"/>
                  </a:cubicBezTo>
                  <a:cubicBezTo>
                    <a:pt x="163" y="85"/>
                    <a:pt x="163" y="85"/>
                    <a:pt x="163" y="85"/>
                  </a:cubicBezTo>
                  <a:cubicBezTo>
                    <a:pt x="163" y="106"/>
                    <a:pt x="149" y="113"/>
                    <a:pt x="135" y="113"/>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2" name="组合 11"/>
          <p:cNvGrpSpPr/>
          <p:nvPr userDrawn="1"/>
        </p:nvGrpSpPr>
        <p:grpSpPr>
          <a:xfrm>
            <a:off x="8879153" y="655120"/>
            <a:ext cx="575989" cy="576197"/>
            <a:chOff x="4788024" y="1275213"/>
            <a:chExt cx="432048" cy="432048"/>
          </a:xfrm>
        </p:grpSpPr>
        <p:sp>
          <p:nvSpPr>
            <p:cNvPr id="13" name="椭圆 65"/>
            <p:cNvSpPr>
              <a:spLocks noChangeArrowheads="1"/>
            </p:cNvSpPr>
            <p:nvPr/>
          </p:nvSpPr>
          <p:spPr bwMode="auto">
            <a:xfrm>
              <a:off x="4788024" y="1275213"/>
              <a:ext cx="432048" cy="432048"/>
            </a:xfrm>
            <a:prstGeom prst="ellipse">
              <a:avLst/>
            </a:prstGeom>
            <a:solidFill>
              <a:srgbClr val="F79600"/>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4" name="Freeform 110"/>
            <p:cNvSpPr>
              <a:spLocks noChangeArrowheads="1"/>
            </p:cNvSpPr>
            <p:nvPr/>
          </p:nvSpPr>
          <p:spPr bwMode="auto">
            <a:xfrm>
              <a:off x="4891102" y="1366806"/>
              <a:ext cx="250679" cy="248862"/>
            </a:xfrm>
            <a:custGeom>
              <a:avLst/>
              <a:gdLst>
                <a:gd name="T0" fmla="*/ 78678142 w 609"/>
                <a:gd name="T1" fmla="*/ 71002280 h 602"/>
                <a:gd name="T2" fmla="*/ 78678142 w 609"/>
                <a:gd name="T3" fmla="*/ 71002280 h 602"/>
                <a:gd name="T4" fmla="*/ 71302258 w 609"/>
                <a:gd name="T5" fmla="*/ 78441997 h 602"/>
                <a:gd name="T6" fmla="*/ 65867111 w 609"/>
                <a:gd name="T7" fmla="*/ 76614673 h 602"/>
                <a:gd name="T8" fmla="*/ 44774038 w 609"/>
                <a:gd name="T9" fmla="*/ 54426302 h 602"/>
                <a:gd name="T10" fmla="*/ 29245613 w 609"/>
                <a:gd name="T11" fmla="*/ 59125033 h 602"/>
                <a:gd name="T12" fmla="*/ 0 w 609"/>
                <a:gd name="T13" fmla="*/ 29497307 h 602"/>
                <a:gd name="T14" fmla="*/ 29245613 w 609"/>
                <a:gd name="T15" fmla="*/ 0 h 602"/>
                <a:gd name="T16" fmla="*/ 58491226 w 609"/>
                <a:gd name="T17" fmla="*/ 29497307 h 602"/>
                <a:gd name="T18" fmla="*/ 54867675 w 609"/>
                <a:gd name="T19" fmla="*/ 44376380 h 602"/>
                <a:gd name="T20" fmla="*/ 75960749 w 609"/>
                <a:gd name="T21" fmla="*/ 65520668 h 602"/>
                <a:gd name="T22" fmla="*/ 78678142 w 609"/>
                <a:gd name="T23" fmla="*/ 71002280 h 602"/>
                <a:gd name="T24" fmla="*/ 29245613 w 609"/>
                <a:gd name="T25" fmla="*/ 7439717 h 602"/>
                <a:gd name="T26" fmla="*/ 29245613 w 609"/>
                <a:gd name="T27" fmla="*/ 7439717 h 602"/>
                <a:gd name="T28" fmla="*/ 7246742 w 609"/>
                <a:gd name="T29" fmla="*/ 29497307 h 602"/>
                <a:gd name="T30" fmla="*/ 29245613 w 609"/>
                <a:gd name="T31" fmla="*/ 51685677 h 602"/>
                <a:gd name="T32" fmla="*/ 51244484 w 609"/>
                <a:gd name="T33" fmla="*/ 29497307 h 602"/>
                <a:gd name="T34" fmla="*/ 29245613 w 609"/>
                <a:gd name="T35" fmla="*/ 7439717 h 602"/>
                <a:gd name="T36" fmla="*/ 42056644 w 609"/>
                <a:gd name="T37" fmla="*/ 33282375 h 602"/>
                <a:gd name="T38" fmla="*/ 42056644 w 609"/>
                <a:gd name="T39" fmla="*/ 33282375 h 602"/>
                <a:gd name="T40" fmla="*/ 32868804 w 609"/>
                <a:gd name="T41" fmla="*/ 33282375 h 602"/>
                <a:gd name="T42" fmla="*/ 32868804 w 609"/>
                <a:gd name="T43" fmla="*/ 41504973 h 602"/>
                <a:gd name="T44" fmla="*/ 29245613 w 609"/>
                <a:gd name="T45" fmla="*/ 45290042 h 602"/>
                <a:gd name="T46" fmla="*/ 25622062 w 609"/>
                <a:gd name="T47" fmla="*/ 41504973 h 602"/>
                <a:gd name="T48" fmla="*/ 25622062 w 609"/>
                <a:gd name="T49" fmla="*/ 33282375 h 602"/>
                <a:gd name="T50" fmla="*/ 17340380 w 609"/>
                <a:gd name="T51" fmla="*/ 33282375 h 602"/>
                <a:gd name="T52" fmla="*/ 13716829 w 609"/>
                <a:gd name="T53" fmla="*/ 29497307 h 602"/>
                <a:gd name="T54" fmla="*/ 17340380 w 609"/>
                <a:gd name="T55" fmla="*/ 25842658 h 602"/>
                <a:gd name="T56" fmla="*/ 25622062 w 609"/>
                <a:gd name="T57" fmla="*/ 25842658 h 602"/>
                <a:gd name="T58" fmla="*/ 25622062 w 609"/>
                <a:gd name="T59" fmla="*/ 16575978 h 602"/>
                <a:gd name="T60" fmla="*/ 29245613 w 609"/>
                <a:gd name="T61" fmla="*/ 12921329 h 602"/>
                <a:gd name="T62" fmla="*/ 32868804 w 609"/>
                <a:gd name="T63" fmla="*/ 16575978 h 602"/>
                <a:gd name="T64" fmla="*/ 32868804 w 609"/>
                <a:gd name="T65" fmla="*/ 25842658 h 602"/>
                <a:gd name="T66" fmla="*/ 42056644 w 609"/>
                <a:gd name="T67" fmla="*/ 25842658 h 602"/>
                <a:gd name="T68" fmla="*/ 45679835 w 609"/>
                <a:gd name="T69" fmla="*/ 29497307 h 602"/>
                <a:gd name="T70" fmla="*/ 42056644 w 609"/>
                <a:gd name="T71" fmla="*/ 33282375 h 60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09" h="602">
                  <a:moveTo>
                    <a:pt x="608" y="544"/>
                  </a:moveTo>
                  <a:lnTo>
                    <a:pt x="608" y="544"/>
                  </a:lnTo>
                  <a:cubicBezTo>
                    <a:pt x="608" y="573"/>
                    <a:pt x="579" y="601"/>
                    <a:pt x="551" y="601"/>
                  </a:cubicBezTo>
                  <a:cubicBezTo>
                    <a:pt x="530" y="601"/>
                    <a:pt x="516" y="594"/>
                    <a:pt x="509" y="587"/>
                  </a:cubicBezTo>
                  <a:cubicBezTo>
                    <a:pt x="346" y="417"/>
                    <a:pt x="346" y="417"/>
                    <a:pt x="346" y="417"/>
                  </a:cubicBezTo>
                  <a:cubicBezTo>
                    <a:pt x="311" y="438"/>
                    <a:pt x="269" y="453"/>
                    <a:pt x="226" y="453"/>
                  </a:cubicBezTo>
                  <a:cubicBezTo>
                    <a:pt x="106" y="453"/>
                    <a:pt x="0" y="347"/>
                    <a:pt x="0" y="226"/>
                  </a:cubicBezTo>
                  <a:cubicBezTo>
                    <a:pt x="0" y="99"/>
                    <a:pt x="106" y="0"/>
                    <a:pt x="226" y="0"/>
                  </a:cubicBezTo>
                  <a:cubicBezTo>
                    <a:pt x="353" y="0"/>
                    <a:pt x="452" y="99"/>
                    <a:pt x="452" y="226"/>
                  </a:cubicBezTo>
                  <a:cubicBezTo>
                    <a:pt x="452" y="269"/>
                    <a:pt x="445" y="304"/>
                    <a:pt x="424" y="340"/>
                  </a:cubicBezTo>
                  <a:cubicBezTo>
                    <a:pt x="587" y="502"/>
                    <a:pt x="587" y="502"/>
                    <a:pt x="587" y="502"/>
                  </a:cubicBezTo>
                  <a:cubicBezTo>
                    <a:pt x="601" y="516"/>
                    <a:pt x="608" y="530"/>
                    <a:pt x="608" y="544"/>
                  </a:cubicBezTo>
                  <a:close/>
                  <a:moveTo>
                    <a:pt x="226" y="57"/>
                  </a:moveTo>
                  <a:lnTo>
                    <a:pt x="226" y="57"/>
                  </a:lnTo>
                  <a:cubicBezTo>
                    <a:pt x="134" y="57"/>
                    <a:pt x="56" y="127"/>
                    <a:pt x="56" y="226"/>
                  </a:cubicBezTo>
                  <a:cubicBezTo>
                    <a:pt x="56" y="318"/>
                    <a:pt x="134" y="396"/>
                    <a:pt x="226" y="396"/>
                  </a:cubicBezTo>
                  <a:cubicBezTo>
                    <a:pt x="325" y="396"/>
                    <a:pt x="396" y="318"/>
                    <a:pt x="396" y="226"/>
                  </a:cubicBezTo>
                  <a:cubicBezTo>
                    <a:pt x="396" y="127"/>
                    <a:pt x="325" y="57"/>
                    <a:pt x="226" y="57"/>
                  </a:cubicBezTo>
                  <a:close/>
                  <a:moveTo>
                    <a:pt x="325" y="255"/>
                  </a:moveTo>
                  <a:lnTo>
                    <a:pt x="325" y="255"/>
                  </a:lnTo>
                  <a:cubicBezTo>
                    <a:pt x="254" y="255"/>
                    <a:pt x="254" y="255"/>
                    <a:pt x="254" y="255"/>
                  </a:cubicBezTo>
                  <a:cubicBezTo>
                    <a:pt x="254" y="318"/>
                    <a:pt x="254" y="318"/>
                    <a:pt x="254" y="318"/>
                  </a:cubicBezTo>
                  <a:cubicBezTo>
                    <a:pt x="254" y="333"/>
                    <a:pt x="247" y="347"/>
                    <a:pt x="226" y="347"/>
                  </a:cubicBezTo>
                  <a:cubicBezTo>
                    <a:pt x="212" y="347"/>
                    <a:pt x="198" y="333"/>
                    <a:pt x="198" y="318"/>
                  </a:cubicBezTo>
                  <a:cubicBezTo>
                    <a:pt x="198" y="255"/>
                    <a:pt x="198" y="255"/>
                    <a:pt x="198" y="255"/>
                  </a:cubicBezTo>
                  <a:cubicBezTo>
                    <a:pt x="134" y="255"/>
                    <a:pt x="134" y="255"/>
                    <a:pt x="134" y="255"/>
                  </a:cubicBezTo>
                  <a:cubicBezTo>
                    <a:pt x="120" y="255"/>
                    <a:pt x="106" y="241"/>
                    <a:pt x="106" y="226"/>
                  </a:cubicBezTo>
                  <a:cubicBezTo>
                    <a:pt x="106" y="205"/>
                    <a:pt x="120" y="198"/>
                    <a:pt x="134" y="198"/>
                  </a:cubicBezTo>
                  <a:cubicBezTo>
                    <a:pt x="198" y="198"/>
                    <a:pt x="198" y="198"/>
                    <a:pt x="198" y="198"/>
                  </a:cubicBezTo>
                  <a:cubicBezTo>
                    <a:pt x="198" y="127"/>
                    <a:pt x="198" y="127"/>
                    <a:pt x="198" y="127"/>
                  </a:cubicBezTo>
                  <a:cubicBezTo>
                    <a:pt x="198" y="113"/>
                    <a:pt x="212" y="99"/>
                    <a:pt x="226" y="99"/>
                  </a:cubicBezTo>
                  <a:cubicBezTo>
                    <a:pt x="247" y="99"/>
                    <a:pt x="254" y="113"/>
                    <a:pt x="254" y="127"/>
                  </a:cubicBezTo>
                  <a:cubicBezTo>
                    <a:pt x="254" y="198"/>
                    <a:pt x="254" y="198"/>
                    <a:pt x="254" y="198"/>
                  </a:cubicBezTo>
                  <a:cubicBezTo>
                    <a:pt x="325" y="198"/>
                    <a:pt x="325" y="198"/>
                    <a:pt x="325" y="198"/>
                  </a:cubicBezTo>
                  <a:cubicBezTo>
                    <a:pt x="339" y="198"/>
                    <a:pt x="353" y="205"/>
                    <a:pt x="353" y="226"/>
                  </a:cubicBezTo>
                  <a:cubicBezTo>
                    <a:pt x="353" y="241"/>
                    <a:pt x="339" y="255"/>
                    <a:pt x="325" y="255"/>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5" name="组合 14"/>
          <p:cNvGrpSpPr/>
          <p:nvPr userDrawn="1"/>
        </p:nvGrpSpPr>
        <p:grpSpPr>
          <a:xfrm>
            <a:off x="9743137" y="654595"/>
            <a:ext cx="577036" cy="577246"/>
            <a:chOff x="5436096" y="1274820"/>
            <a:chExt cx="432833" cy="432834"/>
          </a:xfrm>
        </p:grpSpPr>
        <p:sp>
          <p:nvSpPr>
            <p:cNvPr id="16" name="椭圆 16"/>
            <p:cNvSpPr>
              <a:spLocks noChangeArrowheads="1"/>
            </p:cNvSpPr>
            <p:nvPr/>
          </p:nvSpPr>
          <p:spPr bwMode="auto">
            <a:xfrm>
              <a:off x="5436096" y="1274820"/>
              <a:ext cx="432833" cy="432834"/>
            </a:xfrm>
            <a:prstGeom prst="ellipse">
              <a:avLst/>
            </a:pr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17" name="Freeform 16"/>
            <p:cNvSpPr>
              <a:spLocks noChangeArrowheads="1"/>
            </p:cNvSpPr>
            <p:nvPr/>
          </p:nvSpPr>
          <p:spPr bwMode="auto">
            <a:xfrm>
              <a:off x="5554420" y="1377705"/>
              <a:ext cx="196183" cy="227065"/>
            </a:xfrm>
            <a:custGeom>
              <a:avLst/>
              <a:gdLst>
                <a:gd name="T0" fmla="*/ 58106390 w 475"/>
                <a:gd name="T1" fmla="*/ 71207247 h 552"/>
                <a:gd name="T2" fmla="*/ 58106390 w 475"/>
                <a:gd name="T3" fmla="*/ 71207247 h 552"/>
                <a:gd name="T4" fmla="*/ 54327993 w 475"/>
                <a:gd name="T5" fmla="*/ 71207247 h 552"/>
                <a:gd name="T6" fmla="*/ 54327993 w 475"/>
                <a:gd name="T7" fmla="*/ 0 h 552"/>
                <a:gd name="T8" fmla="*/ 58106390 w 475"/>
                <a:gd name="T9" fmla="*/ 0 h 552"/>
                <a:gd name="T10" fmla="*/ 61754124 w 475"/>
                <a:gd name="T11" fmla="*/ 3618618 h 552"/>
                <a:gd name="T12" fmla="*/ 61754124 w 475"/>
                <a:gd name="T13" fmla="*/ 67588630 h 552"/>
                <a:gd name="T14" fmla="*/ 58106390 w 475"/>
                <a:gd name="T15" fmla="*/ 71207247 h 552"/>
                <a:gd name="T16" fmla="*/ 7426131 w 475"/>
                <a:gd name="T17" fmla="*/ 67588630 h 552"/>
                <a:gd name="T18" fmla="*/ 7426131 w 475"/>
                <a:gd name="T19" fmla="*/ 67588630 h 552"/>
                <a:gd name="T20" fmla="*/ 7426131 w 475"/>
                <a:gd name="T21" fmla="*/ 63970012 h 552"/>
                <a:gd name="T22" fmla="*/ 13809846 w 475"/>
                <a:gd name="T23" fmla="*/ 63970012 h 552"/>
                <a:gd name="T24" fmla="*/ 21235977 w 475"/>
                <a:gd name="T25" fmla="*/ 56603721 h 552"/>
                <a:gd name="T26" fmla="*/ 13809846 w 475"/>
                <a:gd name="T27" fmla="*/ 49237429 h 552"/>
                <a:gd name="T28" fmla="*/ 7426131 w 475"/>
                <a:gd name="T29" fmla="*/ 49237429 h 552"/>
                <a:gd name="T30" fmla="*/ 7426131 w 475"/>
                <a:gd name="T31" fmla="*/ 42905028 h 552"/>
                <a:gd name="T32" fmla="*/ 13809846 w 475"/>
                <a:gd name="T33" fmla="*/ 42905028 h 552"/>
                <a:gd name="T34" fmla="*/ 21235977 w 475"/>
                <a:gd name="T35" fmla="*/ 35539095 h 552"/>
                <a:gd name="T36" fmla="*/ 13809846 w 475"/>
                <a:gd name="T37" fmla="*/ 28301860 h 552"/>
                <a:gd name="T38" fmla="*/ 7426131 w 475"/>
                <a:gd name="T39" fmla="*/ 28301860 h 552"/>
                <a:gd name="T40" fmla="*/ 7426131 w 475"/>
                <a:gd name="T41" fmla="*/ 21840403 h 552"/>
                <a:gd name="T42" fmla="*/ 13809846 w 475"/>
                <a:gd name="T43" fmla="*/ 21840403 h 552"/>
                <a:gd name="T44" fmla="*/ 21235977 w 475"/>
                <a:gd name="T45" fmla="*/ 14603167 h 552"/>
                <a:gd name="T46" fmla="*/ 13809846 w 475"/>
                <a:gd name="T47" fmla="*/ 7236876 h 552"/>
                <a:gd name="T48" fmla="*/ 7426131 w 475"/>
                <a:gd name="T49" fmla="*/ 7236876 h 552"/>
                <a:gd name="T50" fmla="*/ 7426131 w 475"/>
                <a:gd name="T51" fmla="*/ 3618618 h 552"/>
                <a:gd name="T52" fmla="*/ 11074226 w 475"/>
                <a:gd name="T53" fmla="*/ 0 h 552"/>
                <a:gd name="T54" fmla="*/ 50680259 w 475"/>
                <a:gd name="T55" fmla="*/ 0 h 552"/>
                <a:gd name="T56" fmla="*/ 50680259 w 475"/>
                <a:gd name="T57" fmla="*/ 71207247 h 552"/>
                <a:gd name="T58" fmla="*/ 11074226 w 475"/>
                <a:gd name="T59" fmla="*/ 71207247 h 552"/>
                <a:gd name="T60" fmla="*/ 7426131 w 475"/>
                <a:gd name="T61" fmla="*/ 67588630 h 552"/>
                <a:gd name="T62" fmla="*/ 17588243 w 475"/>
                <a:gd name="T63" fmla="*/ 14603167 h 552"/>
                <a:gd name="T64" fmla="*/ 17588243 w 475"/>
                <a:gd name="T65" fmla="*/ 14603167 h 552"/>
                <a:gd name="T66" fmla="*/ 13809846 w 475"/>
                <a:gd name="T67" fmla="*/ 18221785 h 552"/>
                <a:gd name="T68" fmla="*/ 3778036 w 475"/>
                <a:gd name="T69" fmla="*/ 18221785 h 552"/>
                <a:gd name="T70" fmla="*/ 0 w 475"/>
                <a:gd name="T71" fmla="*/ 14603167 h 552"/>
                <a:gd name="T72" fmla="*/ 3778036 w 475"/>
                <a:gd name="T73" fmla="*/ 10984909 h 552"/>
                <a:gd name="T74" fmla="*/ 13809846 w 475"/>
                <a:gd name="T75" fmla="*/ 10984909 h 552"/>
                <a:gd name="T76" fmla="*/ 17588243 w 475"/>
                <a:gd name="T77" fmla="*/ 14603167 h 552"/>
                <a:gd name="T78" fmla="*/ 3778036 w 475"/>
                <a:gd name="T79" fmla="*/ 31920478 h 552"/>
                <a:gd name="T80" fmla="*/ 3778036 w 475"/>
                <a:gd name="T81" fmla="*/ 31920478 h 552"/>
                <a:gd name="T82" fmla="*/ 13809846 w 475"/>
                <a:gd name="T83" fmla="*/ 31920478 h 552"/>
                <a:gd name="T84" fmla="*/ 17588243 w 475"/>
                <a:gd name="T85" fmla="*/ 35539095 h 552"/>
                <a:gd name="T86" fmla="*/ 13809846 w 475"/>
                <a:gd name="T87" fmla="*/ 39286770 h 552"/>
                <a:gd name="T88" fmla="*/ 3778036 w 475"/>
                <a:gd name="T89" fmla="*/ 39286770 h 552"/>
                <a:gd name="T90" fmla="*/ 0 w 475"/>
                <a:gd name="T91" fmla="*/ 35539095 h 552"/>
                <a:gd name="T92" fmla="*/ 3778036 w 475"/>
                <a:gd name="T93" fmla="*/ 31920478 h 552"/>
                <a:gd name="T94" fmla="*/ 3778036 w 475"/>
                <a:gd name="T95" fmla="*/ 52985462 h 552"/>
                <a:gd name="T96" fmla="*/ 3778036 w 475"/>
                <a:gd name="T97" fmla="*/ 52985462 h 552"/>
                <a:gd name="T98" fmla="*/ 13809846 w 475"/>
                <a:gd name="T99" fmla="*/ 52985462 h 552"/>
                <a:gd name="T100" fmla="*/ 17588243 w 475"/>
                <a:gd name="T101" fmla="*/ 56603721 h 552"/>
                <a:gd name="T102" fmla="*/ 13809846 w 475"/>
                <a:gd name="T103" fmla="*/ 60222338 h 552"/>
                <a:gd name="T104" fmla="*/ 3778036 w 475"/>
                <a:gd name="T105" fmla="*/ 60222338 h 552"/>
                <a:gd name="T106" fmla="*/ 0 w 475"/>
                <a:gd name="T107" fmla="*/ 56603721 h 552"/>
                <a:gd name="T108" fmla="*/ 3778036 w 475"/>
                <a:gd name="T109" fmla="*/ 52985462 h 5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75" h="552">
                  <a:moveTo>
                    <a:pt x="446" y="551"/>
                  </a:moveTo>
                  <a:lnTo>
                    <a:pt x="446" y="551"/>
                  </a:lnTo>
                  <a:cubicBezTo>
                    <a:pt x="417" y="551"/>
                    <a:pt x="417" y="551"/>
                    <a:pt x="417" y="551"/>
                  </a:cubicBezTo>
                  <a:cubicBezTo>
                    <a:pt x="417" y="0"/>
                    <a:pt x="417" y="0"/>
                    <a:pt x="417" y="0"/>
                  </a:cubicBezTo>
                  <a:cubicBezTo>
                    <a:pt x="446" y="0"/>
                    <a:pt x="446" y="0"/>
                    <a:pt x="446" y="0"/>
                  </a:cubicBezTo>
                  <a:cubicBezTo>
                    <a:pt x="460" y="0"/>
                    <a:pt x="474" y="14"/>
                    <a:pt x="474" y="28"/>
                  </a:cubicBezTo>
                  <a:cubicBezTo>
                    <a:pt x="474" y="523"/>
                    <a:pt x="474" y="523"/>
                    <a:pt x="474" y="523"/>
                  </a:cubicBezTo>
                  <a:cubicBezTo>
                    <a:pt x="474" y="537"/>
                    <a:pt x="460" y="551"/>
                    <a:pt x="446" y="551"/>
                  </a:cubicBezTo>
                  <a:close/>
                  <a:moveTo>
                    <a:pt x="57" y="523"/>
                  </a:moveTo>
                  <a:lnTo>
                    <a:pt x="57" y="523"/>
                  </a:lnTo>
                  <a:cubicBezTo>
                    <a:pt x="57" y="495"/>
                    <a:pt x="57" y="495"/>
                    <a:pt x="57" y="495"/>
                  </a:cubicBezTo>
                  <a:cubicBezTo>
                    <a:pt x="106" y="495"/>
                    <a:pt x="106" y="495"/>
                    <a:pt x="106" y="495"/>
                  </a:cubicBezTo>
                  <a:cubicBezTo>
                    <a:pt x="135" y="495"/>
                    <a:pt x="163" y="466"/>
                    <a:pt x="163" y="438"/>
                  </a:cubicBezTo>
                  <a:cubicBezTo>
                    <a:pt x="163" y="403"/>
                    <a:pt x="135" y="381"/>
                    <a:pt x="106" y="381"/>
                  </a:cubicBezTo>
                  <a:cubicBezTo>
                    <a:pt x="57" y="381"/>
                    <a:pt x="57" y="381"/>
                    <a:pt x="57" y="381"/>
                  </a:cubicBezTo>
                  <a:cubicBezTo>
                    <a:pt x="57" y="332"/>
                    <a:pt x="57" y="332"/>
                    <a:pt x="57" y="332"/>
                  </a:cubicBezTo>
                  <a:cubicBezTo>
                    <a:pt x="106" y="332"/>
                    <a:pt x="106" y="332"/>
                    <a:pt x="106" y="332"/>
                  </a:cubicBezTo>
                  <a:cubicBezTo>
                    <a:pt x="135" y="332"/>
                    <a:pt x="163" y="304"/>
                    <a:pt x="163" y="275"/>
                  </a:cubicBezTo>
                  <a:cubicBezTo>
                    <a:pt x="163" y="247"/>
                    <a:pt x="135" y="219"/>
                    <a:pt x="106" y="219"/>
                  </a:cubicBezTo>
                  <a:cubicBezTo>
                    <a:pt x="57" y="219"/>
                    <a:pt x="57" y="219"/>
                    <a:pt x="57" y="219"/>
                  </a:cubicBezTo>
                  <a:cubicBezTo>
                    <a:pt x="57" y="169"/>
                    <a:pt x="57" y="169"/>
                    <a:pt x="57" y="169"/>
                  </a:cubicBezTo>
                  <a:cubicBezTo>
                    <a:pt x="106" y="169"/>
                    <a:pt x="106" y="169"/>
                    <a:pt x="106" y="169"/>
                  </a:cubicBezTo>
                  <a:cubicBezTo>
                    <a:pt x="135" y="169"/>
                    <a:pt x="163" y="148"/>
                    <a:pt x="163" y="113"/>
                  </a:cubicBezTo>
                  <a:cubicBezTo>
                    <a:pt x="163" y="85"/>
                    <a:pt x="135" y="56"/>
                    <a:pt x="106" y="56"/>
                  </a:cubicBezTo>
                  <a:cubicBezTo>
                    <a:pt x="57" y="56"/>
                    <a:pt x="57" y="56"/>
                    <a:pt x="57" y="56"/>
                  </a:cubicBezTo>
                  <a:cubicBezTo>
                    <a:pt x="57" y="28"/>
                    <a:pt x="57" y="28"/>
                    <a:pt x="57" y="28"/>
                  </a:cubicBezTo>
                  <a:cubicBezTo>
                    <a:pt x="57" y="14"/>
                    <a:pt x="71" y="0"/>
                    <a:pt x="85" y="0"/>
                  </a:cubicBezTo>
                  <a:cubicBezTo>
                    <a:pt x="389" y="0"/>
                    <a:pt x="389" y="0"/>
                    <a:pt x="389" y="0"/>
                  </a:cubicBezTo>
                  <a:cubicBezTo>
                    <a:pt x="389" y="551"/>
                    <a:pt x="389" y="551"/>
                    <a:pt x="389" y="551"/>
                  </a:cubicBezTo>
                  <a:cubicBezTo>
                    <a:pt x="85" y="551"/>
                    <a:pt x="85" y="551"/>
                    <a:pt x="85" y="551"/>
                  </a:cubicBezTo>
                  <a:cubicBezTo>
                    <a:pt x="71" y="551"/>
                    <a:pt x="57" y="537"/>
                    <a:pt x="57" y="523"/>
                  </a:cubicBezTo>
                  <a:close/>
                  <a:moveTo>
                    <a:pt x="135" y="113"/>
                  </a:moveTo>
                  <a:lnTo>
                    <a:pt x="135" y="113"/>
                  </a:lnTo>
                  <a:cubicBezTo>
                    <a:pt x="135" y="134"/>
                    <a:pt x="120" y="141"/>
                    <a:pt x="106" y="141"/>
                  </a:cubicBezTo>
                  <a:cubicBezTo>
                    <a:pt x="29" y="141"/>
                    <a:pt x="29" y="141"/>
                    <a:pt x="29" y="141"/>
                  </a:cubicBezTo>
                  <a:cubicBezTo>
                    <a:pt x="15" y="141"/>
                    <a:pt x="0" y="134"/>
                    <a:pt x="0" y="113"/>
                  </a:cubicBezTo>
                  <a:cubicBezTo>
                    <a:pt x="0" y="99"/>
                    <a:pt x="15" y="85"/>
                    <a:pt x="29" y="85"/>
                  </a:cubicBezTo>
                  <a:cubicBezTo>
                    <a:pt x="106" y="85"/>
                    <a:pt x="106" y="85"/>
                    <a:pt x="106" y="85"/>
                  </a:cubicBezTo>
                  <a:cubicBezTo>
                    <a:pt x="120" y="85"/>
                    <a:pt x="135" y="99"/>
                    <a:pt x="135" y="113"/>
                  </a:cubicBezTo>
                  <a:close/>
                  <a:moveTo>
                    <a:pt x="29" y="247"/>
                  </a:moveTo>
                  <a:lnTo>
                    <a:pt x="29" y="247"/>
                  </a:lnTo>
                  <a:cubicBezTo>
                    <a:pt x="106" y="247"/>
                    <a:pt x="106" y="247"/>
                    <a:pt x="106" y="247"/>
                  </a:cubicBezTo>
                  <a:cubicBezTo>
                    <a:pt x="120" y="247"/>
                    <a:pt x="135" y="261"/>
                    <a:pt x="135" y="275"/>
                  </a:cubicBezTo>
                  <a:cubicBezTo>
                    <a:pt x="135" y="290"/>
                    <a:pt x="120" y="304"/>
                    <a:pt x="106" y="304"/>
                  </a:cubicBezTo>
                  <a:cubicBezTo>
                    <a:pt x="29" y="304"/>
                    <a:pt x="29" y="304"/>
                    <a:pt x="29" y="304"/>
                  </a:cubicBezTo>
                  <a:cubicBezTo>
                    <a:pt x="15" y="304"/>
                    <a:pt x="0" y="290"/>
                    <a:pt x="0" y="275"/>
                  </a:cubicBezTo>
                  <a:cubicBezTo>
                    <a:pt x="0" y="261"/>
                    <a:pt x="15" y="247"/>
                    <a:pt x="29" y="247"/>
                  </a:cubicBezTo>
                  <a:close/>
                  <a:moveTo>
                    <a:pt x="29" y="410"/>
                  </a:moveTo>
                  <a:lnTo>
                    <a:pt x="29" y="410"/>
                  </a:lnTo>
                  <a:cubicBezTo>
                    <a:pt x="106" y="410"/>
                    <a:pt x="106" y="410"/>
                    <a:pt x="106" y="410"/>
                  </a:cubicBezTo>
                  <a:cubicBezTo>
                    <a:pt x="120" y="410"/>
                    <a:pt x="135" y="417"/>
                    <a:pt x="135" y="438"/>
                  </a:cubicBezTo>
                  <a:cubicBezTo>
                    <a:pt x="135" y="452"/>
                    <a:pt x="120" y="466"/>
                    <a:pt x="106" y="466"/>
                  </a:cubicBezTo>
                  <a:cubicBezTo>
                    <a:pt x="29" y="466"/>
                    <a:pt x="29" y="466"/>
                    <a:pt x="29" y="466"/>
                  </a:cubicBezTo>
                  <a:cubicBezTo>
                    <a:pt x="15" y="466"/>
                    <a:pt x="0" y="452"/>
                    <a:pt x="0" y="438"/>
                  </a:cubicBezTo>
                  <a:cubicBezTo>
                    <a:pt x="0" y="417"/>
                    <a:pt x="15" y="410"/>
                    <a:pt x="29" y="410"/>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18" name="组合 17"/>
          <p:cNvGrpSpPr/>
          <p:nvPr userDrawn="1"/>
        </p:nvGrpSpPr>
        <p:grpSpPr>
          <a:xfrm>
            <a:off x="7151187" y="654595"/>
            <a:ext cx="577036" cy="577246"/>
            <a:chOff x="3491880" y="1274820"/>
            <a:chExt cx="432833" cy="432834"/>
          </a:xfrm>
        </p:grpSpPr>
        <p:sp>
          <p:nvSpPr>
            <p:cNvPr id="19" name="椭圆 16"/>
            <p:cNvSpPr>
              <a:spLocks noChangeArrowheads="1"/>
            </p:cNvSpPr>
            <p:nvPr/>
          </p:nvSpPr>
          <p:spPr bwMode="auto">
            <a:xfrm>
              <a:off x="3491880" y="1274820"/>
              <a:ext cx="432833" cy="432834"/>
            </a:xfrm>
            <a:prstGeom prst="ellipse">
              <a:avLst/>
            </a:prstGeom>
            <a:solidFill>
              <a:srgbClr val="1369B2"/>
            </a:solidFill>
            <a:ln>
              <a:noFill/>
            </a:ln>
            <a:extLst>
              <a:ext uri="{91240B29-F687-4F45-9708-019B960494DF}">
                <a14:hiddenLine xmlns:a14="http://schemas.microsoft.com/office/drawing/2010/main" w="9525">
                  <a:solidFill>
                    <a:srgbClr val="000000"/>
                  </a:solidFill>
                  <a:round/>
                </a14:hiddenLine>
              </a:ext>
            </a:extLst>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0" name="Freeform 75"/>
            <p:cNvSpPr>
              <a:spLocks noChangeArrowheads="1"/>
            </p:cNvSpPr>
            <p:nvPr/>
          </p:nvSpPr>
          <p:spPr bwMode="auto">
            <a:xfrm>
              <a:off x="3583864" y="1385879"/>
              <a:ext cx="248863" cy="210716"/>
            </a:xfrm>
            <a:custGeom>
              <a:avLst/>
              <a:gdLst>
                <a:gd name="T0" fmla="*/ 74657633 w 602"/>
                <a:gd name="T1" fmla="*/ 66362244 h 510"/>
                <a:gd name="T2" fmla="*/ 74657633 w 602"/>
                <a:gd name="T3" fmla="*/ 66362244 h 510"/>
                <a:gd name="T4" fmla="*/ 3654665 w 602"/>
                <a:gd name="T5" fmla="*/ 66362244 h 510"/>
                <a:gd name="T6" fmla="*/ 0 w 602"/>
                <a:gd name="T7" fmla="*/ 62711741 h 510"/>
                <a:gd name="T8" fmla="*/ 0 w 602"/>
                <a:gd name="T9" fmla="*/ 3650503 h 510"/>
                <a:gd name="T10" fmla="*/ 3654665 w 602"/>
                <a:gd name="T11" fmla="*/ 0 h 510"/>
                <a:gd name="T12" fmla="*/ 7308970 w 602"/>
                <a:gd name="T13" fmla="*/ 3650503 h 510"/>
                <a:gd name="T14" fmla="*/ 7308970 w 602"/>
                <a:gd name="T15" fmla="*/ 50717076 h 510"/>
                <a:gd name="T16" fmla="*/ 7308970 w 602"/>
                <a:gd name="T17" fmla="*/ 50717076 h 510"/>
                <a:gd name="T18" fmla="*/ 7308970 w 602"/>
                <a:gd name="T19" fmla="*/ 58930528 h 510"/>
                <a:gd name="T20" fmla="*/ 74657633 w 602"/>
                <a:gd name="T21" fmla="*/ 58930528 h 510"/>
                <a:gd name="T22" fmla="*/ 78442719 w 602"/>
                <a:gd name="T23" fmla="*/ 62711741 h 510"/>
                <a:gd name="T24" fmla="*/ 74657633 w 602"/>
                <a:gd name="T25" fmla="*/ 66362244 h 510"/>
                <a:gd name="T26" fmla="*/ 66434636 w 602"/>
                <a:gd name="T27" fmla="*/ 55280025 h 510"/>
                <a:gd name="T28" fmla="*/ 66434636 w 602"/>
                <a:gd name="T29" fmla="*/ 55280025 h 510"/>
                <a:gd name="T30" fmla="*/ 58995246 w 602"/>
                <a:gd name="T31" fmla="*/ 55280025 h 510"/>
                <a:gd name="T32" fmla="*/ 55340580 w 602"/>
                <a:gd name="T33" fmla="*/ 51629522 h 510"/>
                <a:gd name="T34" fmla="*/ 55340580 w 602"/>
                <a:gd name="T35" fmla="*/ 25814941 h 510"/>
                <a:gd name="T36" fmla="*/ 58995246 w 602"/>
                <a:gd name="T37" fmla="*/ 22164077 h 510"/>
                <a:gd name="T38" fmla="*/ 66434636 w 602"/>
                <a:gd name="T39" fmla="*/ 22164077 h 510"/>
                <a:gd name="T40" fmla="*/ 70089301 w 602"/>
                <a:gd name="T41" fmla="*/ 25814941 h 510"/>
                <a:gd name="T42" fmla="*/ 70089301 w 602"/>
                <a:gd name="T43" fmla="*/ 51629522 h 510"/>
                <a:gd name="T44" fmla="*/ 66434636 w 602"/>
                <a:gd name="T45" fmla="*/ 55280025 h 510"/>
                <a:gd name="T46" fmla="*/ 45159830 w 602"/>
                <a:gd name="T47" fmla="*/ 55280025 h 510"/>
                <a:gd name="T48" fmla="*/ 45159830 w 602"/>
                <a:gd name="T49" fmla="*/ 55280025 h 510"/>
                <a:gd name="T50" fmla="*/ 37850860 w 602"/>
                <a:gd name="T51" fmla="*/ 55280025 h 510"/>
                <a:gd name="T52" fmla="*/ 34065774 w 602"/>
                <a:gd name="T53" fmla="*/ 51629522 h 510"/>
                <a:gd name="T54" fmla="*/ 34065774 w 602"/>
                <a:gd name="T55" fmla="*/ 11082219 h 510"/>
                <a:gd name="T56" fmla="*/ 37850860 w 602"/>
                <a:gd name="T57" fmla="*/ 7431355 h 510"/>
                <a:gd name="T58" fmla="*/ 45159830 w 602"/>
                <a:gd name="T59" fmla="*/ 7431355 h 510"/>
                <a:gd name="T60" fmla="*/ 48814495 w 602"/>
                <a:gd name="T61" fmla="*/ 11082219 h 510"/>
                <a:gd name="T62" fmla="*/ 48814495 w 602"/>
                <a:gd name="T63" fmla="*/ 51629522 h 510"/>
                <a:gd name="T64" fmla="*/ 45159830 w 602"/>
                <a:gd name="T65" fmla="*/ 55280025 h 510"/>
                <a:gd name="T66" fmla="*/ 24929472 w 602"/>
                <a:gd name="T67" fmla="*/ 55280025 h 510"/>
                <a:gd name="T68" fmla="*/ 24929472 w 602"/>
                <a:gd name="T69" fmla="*/ 55280025 h 510"/>
                <a:gd name="T70" fmla="*/ 17489720 w 602"/>
                <a:gd name="T71" fmla="*/ 55280025 h 510"/>
                <a:gd name="T72" fmla="*/ 13835055 w 602"/>
                <a:gd name="T73" fmla="*/ 51629522 h 510"/>
                <a:gd name="T74" fmla="*/ 13835055 w 602"/>
                <a:gd name="T75" fmla="*/ 44198166 h 510"/>
                <a:gd name="T76" fmla="*/ 17489720 w 602"/>
                <a:gd name="T77" fmla="*/ 40547302 h 510"/>
                <a:gd name="T78" fmla="*/ 24929472 w 602"/>
                <a:gd name="T79" fmla="*/ 40547302 h 510"/>
                <a:gd name="T80" fmla="*/ 28583776 w 602"/>
                <a:gd name="T81" fmla="*/ 44198166 h 510"/>
                <a:gd name="T82" fmla="*/ 28583776 w 602"/>
                <a:gd name="T83" fmla="*/ 51629522 h 510"/>
                <a:gd name="T84" fmla="*/ 24929472 w 602"/>
                <a:gd name="T85" fmla="*/ 55280025 h 51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02" h="510">
                  <a:moveTo>
                    <a:pt x="572" y="509"/>
                  </a:moveTo>
                  <a:lnTo>
                    <a:pt x="572" y="509"/>
                  </a:lnTo>
                  <a:cubicBezTo>
                    <a:pt x="28" y="509"/>
                    <a:pt x="28" y="509"/>
                    <a:pt x="28" y="509"/>
                  </a:cubicBezTo>
                  <a:cubicBezTo>
                    <a:pt x="14" y="509"/>
                    <a:pt x="0" y="502"/>
                    <a:pt x="0" y="481"/>
                  </a:cubicBezTo>
                  <a:cubicBezTo>
                    <a:pt x="0" y="28"/>
                    <a:pt x="0" y="28"/>
                    <a:pt x="0" y="28"/>
                  </a:cubicBezTo>
                  <a:cubicBezTo>
                    <a:pt x="0" y="14"/>
                    <a:pt x="14" y="0"/>
                    <a:pt x="28" y="0"/>
                  </a:cubicBezTo>
                  <a:cubicBezTo>
                    <a:pt x="42" y="0"/>
                    <a:pt x="56" y="14"/>
                    <a:pt x="56" y="28"/>
                  </a:cubicBezTo>
                  <a:cubicBezTo>
                    <a:pt x="56" y="389"/>
                    <a:pt x="56" y="389"/>
                    <a:pt x="56" y="389"/>
                  </a:cubicBezTo>
                  <a:cubicBezTo>
                    <a:pt x="56" y="452"/>
                    <a:pt x="56" y="452"/>
                    <a:pt x="56" y="452"/>
                  </a:cubicBezTo>
                  <a:cubicBezTo>
                    <a:pt x="572" y="452"/>
                    <a:pt x="572" y="452"/>
                    <a:pt x="572" y="452"/>
                  </a:cubicBezTo>
                  <a:cubicBezTo>
                    <a:pt x="594" y="452"/>
                    <a:pt x="601" y="467"/>
                    <a:pt x="601" y="481"/>
                  </a:cubicBezTo>
                  <a:cubicBezTo>
                    <a:pt x="601" y="502"/>
                    <a:pt x="594" y="509"/>
                    <a:pt x="572" y="509"/>
                  </a:cubicBezTo>
                  <a:close/>
                  <a:moveTo>
                    <a:pt x="509" y="424"/>
                  </a:moveTo>
                  <a:lnTo>
                    <a:pt x="509" y="424"/>
                  </a:lnTo>
                  <a:cubicBezTo>
                    <a:pt x="452" y="424"/>
                    <a:pt x="452" y="424"/>
                    <a:pt x="452" y="424"/>
                  </a:cubicBezTo>
                  <a:cubicBezTo>
                    <a:pt x="438" y="424"/>
                    <a:pt x="424" y="417"/>
                    <a:pt x="424" y="396"/>
                  </a:cubicBezTo>
                  <a:cubicBezTo>
                    <a:pt x="424" y="198"/>
                    <a:pt x="424" y="198"/>
                    <a:pt x="424" y="198"/>
                  </a:cubicBezTo>
                  <a:cubicBezTo>
                    <a:pt x="424" y="184"/>
                    <a:pt x="438" y="170"/>
                    <a:pt x="452" y="170"/>
                  </a:cubicBezTo>
                  <a:cubicBezTo>
                    <a:pt x="509" y="170"/>
                    <a:pt x="509" y="170"/>
                    <a:pt x="509" y="170"/>
                  </a:cubicBezTo>
                  <a:cubicBezTo>
                    <a:pt x="523" y="170"/>
                    <a:pt x="537" y="184"/>
                    <a:pt x="537" y="198"/>
                  </a:cubicBezTo>
                  <a:cubicBezTo>
                    <a:pt x="537" y="396"/>
                    <a:pt x="537" y="396"/>
                    <a:pt x="537" y="396"/>
                  </a:cubicBezTo>
                  <a:cubicBezTo>
                    <a:pt x="537" y="417"/>
                    <a:pt x="523" y="424"/>
                    <a:pt x="509" y="424"/>
                  </a:cubicBezTo>
                  <a:close/>
                  <a:moveTo>
                    <a:pt x="346" y="424"/>
                  </a:moveTo>
                  <a:lnTo>
                    <a:pt x="346" y="424"/>
                  </a:lnTo>
                  <a:cubicBezTo>
                    <a:pt x="290" y="424"/>
                    <a:pt x="290" y="424"/>
                    <a:pt x="290" y="424"/>
                  </a:cubicBezTo>
                  <a:cubicBezTo>
                    <a:pt x="276" y="424"/>
                    <a:pt x="261" y="417"/>
                    <a:pt x="261" y="396"/>
                  </a:cubicBezTo>
                  <a:cubicBezTo>
                    <a:pt x="261" y="85"/>
                    <a:pt x="261" y="85"/>
                    <a:pt x="261" y="85"/>
                  </a:cubicBezTo>
                  <a:cubicBezTo>
                    <a:pt x="261" y="71"/>
                    <a:pt x="276" y="57"/>
                    <a:pt x="290" y="57"/>
                  </a:cubicBezTo>
                  <a:cubicBezTo>
                    <a:pt x="346" y="57"/>
                    <a:pt x="346" y="57"/>
                    <a:pt x="346" y="57"/>
                  </a:cubicBezTo>
                  <a:cubicBezTo>
                    <a:pt x="367" y="57"/>
                    <a:pt x="374" y="71"/>
                    <a:pt x="374" y="85"/>
                  </a:cubicBezTo>
                  <a:cubicBezTo>
                    <a:pt x="374" y="396"/>
                    <a:pt x="374" y="396"/>
                    <a:pt x="374" y="396"/>
                  </a:cubicBezTo>
                  <a:cubicBezTo>
                    <a:pt x="374" y="417"/>
                    <a:pt x="367" y="424"/>
                    <a:pt x="346" y="424"/>
                  </a:cubicBezTo>
                  <a:close/>
                  <a:moveTo>
                    <a:pt x="191" y="424"/>
                  </a:moveTo>
                  <a:lnTo>
                    <a:pt x="191" y="424"/>
                  </a:lnTo>
                  <a:cubicBezTo>
                    <a:pt x="134" y="424"/>
                    <a:pt x="134" y="424"/>
                    <a:pt x="134" y="424"/>
                  </a:cubicBezTo>
                  <a:cubicBezTo>
                    <a:pt x="113" y="424"/>
                    <a:pt x="106" y="417"/>
                    <a:pt x="106" y="396"/>
                  </a:cubicBezTo>
                  <a:cubicBezTo>
                    <a:pt x="106" y="339"/>
                    <a:pt x="106" y="339"/>
                    <a:pt x="106" y="339"/>
                  </a:cubicBezTo>
                  <a:cubicBezTo>
                    <a:pt x="106" y="325"/>
                    <a:pt x="113" y="311"/>
                    <a:pt x="134" y="311"/>
                  </a:cubicBezTo>
                  <a:cubicBezTo>
                    <a:pt x="191" y="311"/>
                    <a:pt x="191" y="311"/>
                    <a:pt x="191" y="311"/>
                  </a:cubicBezTo>
                  <a:cubicBezTo>
                    <a:pt x="205" y="311"/>
                    <a:pt x="219" y="325"/>
                    <a:pt x="219" y="339"/>
                  </a:cubicBezTo>
                  <a:cubicBezTo>
                    <a:pt x="219" y="396"/>
                    <a:pt x="219" y="396"/>
                    <a:pt x="219" y="396"/>
                  </a:cubicBezTo>
                  <a:cubicBezTo>
                    <a:pt x="219" y="417"/>
                    <a:pt x="205" y="424"/>
                    <a:pt x="191" y="424"/>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grpSp>
        <p:nvGrpSpPr>
          <p:cNvPr id="21" name="组合 20"/>
          <p:cNvGrpSpPr/>
          <p:nvPr userDrawn="1"/>
        </p:nvGrpSpPr>
        <p:grpSpPr>
          <a:xfrm>
            <a:off x="8015170" y="654595"/>
            <a:ext cx="577036" cy="577246"/>
            <a:chOff x="4139952" y="1274820"/>
            <a:chExt cx="432833" cy="432834"/>
          </a:xfrm>
        </p:grpSpPr>
        <p:sp>
          <p:nvSpPr>
            <p:cNvPr id="22" name="椭圆 16"/>
            <p:cNvSpPr>
              <a:spLocks noChangeArrowheads="1"/>
            </p:cNvSpPr>
            <p:nvPr/>
          </p:nvSpPr>
          <p:spPr bwMode="auto">
            <a:xfrm>
              <a:off x="4139952" y="1274820"/>
              <a:ext cx="432833" cy="432834"/>
            </a:xfrm>
            <a:prstGeom prst="ellipse">
              <a:avLst/>
            </a:prstGeom>
            <a:solidFill>
              <a:srgbClr val="3992DB"/>
            </a:solidFill>
            <a:ln>
              <a:noFill/>
            </a:ln>
          </p:spPr>
          <p:txBody>
            <a:bodyPr anchor="ct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宋体" pitchFamily="2" charset="-122"/>
                </a:defRPr>
              </a:lvl9pPr>
            </a:lstStyle>
            <a:p>
              <a:pPr algn="ctr" eaLnBrk="1" hangingPunct="1"/>
              <a:endParaRPr lang="zh-CN" altLang="en-US">
                <a:solidFill>
                  <a:srgbClr val="FFFFFF"/>
                </a:solidFill>
                <a:latin typeface="+mn-lt"/>
                <a:ea typeface="+mn-ea"/>
                <a:cs typeface="+mn-ea"/>
                <a:sym typeface="+mn-lt"/>
              </a:endParaRPr>
            </a:p>
          </p:txBody>
        </p:sp>
        <p:sp>
          <p:nvSpPr>
            <p:cNvPr id="23" name="Freeform 84"/>
            <p:cNvSpPr>
              <a:spLocks noChangeArrowheads="1"/>
            </p:cNvSpPr>
            <p:nvPr/>
          </p:nvSpPr>
          <p:spPr bwMode="auto">
            <a:xfrm>
              <a:off x="4241546" y="1366806"/>
              <a:ext cx="248863" cy="248863"/>
            </a:xfrm>
            <a:custGeom>
              <a:avLst/>
              <a:gdLst>
                <a:gd name="T0" fmla="*/ 43332858 w 602"/>
                <a:gd name="T1" fmla="*/ 34979440 h 602"/>
                <a:gd name="T2" fmla="*/ 43332858 w 602"/>
                <a:gd name="T3" fmla="*/ 34979440 h 602"/>
                <a:gd name="T4" fmla="*/ 43332858 w 602"/>
                <a:gd name="T5" fmla="*/ 0 h 602"/>
                <a:gd name="T6" fmla="*/ 78442719 w 602"/>
                <a:gd name="T7" fmla="*/ 34979440 h 602"/>
                <a:gd name="T8" fmla="*/ 43332858 w 602"/>
                <a:gd name="T9" fmla="*/ 34979440 h 602"/>
                <a:gd name="T10" fmla="*/ 36023527 w 602"/>
                <a:gd name="T11" fmla="*/ 78442719 h 602"/>
                <a:gd name="T12" fmla="*/ 36023527 w 602"/>
                <a:gd name="T13" fmla="*/ 78442719 h 602"/>
                <a:gd name="T14" fmla="*/ 0 w 602"/>
                <a:gd name="T15" fmla="*/ 42419192 h 602"/>
                <a:gd name="T16" fmla="*/ 36023527 w 602"/>
                <a:gd name="T17" fmla="*/ 7308970 h 602"/>
                <a:gd name="T18" fmla="*/ 36023527 w 602"/>
                <a:gd name="T19" fmla="*/ 42419192 h 602"/>
                <a:gd name="T20" fmla="*/ 71002968 w 602"/>
                <a:gd name="T21" fmla="*/ 42419192 h 602"/>
                <a:gd name="T22" fmla="*/ 36023527 w 602"/>
                <a:gd name="T23" fmla="*/ 78442719 h 60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602" h="602">
                  <a:moveTo>
                    <a:pt x="332" y="268"/>
                  </a:moveTo>
                  <a:lnTo>
                    <a:pt x="332" y="268"/>
                  </a:lnTo>
                  <a:cubicBezTo>
                    <a:pt x="332" y="0"/>
                    <a:pt x="332" y="0"/>
                    <a:pt x="332" y="0"/>
                  </a:cubicBezTo>
                  <a:cubicBezTo>
                    <a:pt x="481" y="0"/>
                    <a:pt x="601" y="120"/>
                    <a:pt x="601" y="268"/>
                  </a:cubicBezTo>
                  <a:lnTo>
                    <a:pt x="332" y="268"/>
                  </a:lnTo>
                  <a:close/>
                  <a:moveTo>
                    <a:pt x="276" y="601"/>
                  </a:moveTo>
                  <a:lnTo>
                    <a:pt x="276" y="601"/>
                  </a:lnTo>
                  <a:cubicBezTo>
                    <a:pt x="120" y="601"/>
                    <a:pt x="0" y="480"/>
                    <a:pt x="0" y="325"/>
                  </a:cubicBezTo>
                  <a:cubicBezTo>
                    <a:pt x="0" y="176"/>
                    <a:pt x="120" y="56"/>
                    <a:pt x="276" y="56"/>
                  </a:cubicBezTo>
                  <a:cubicBezTo>
                    <a:pt x="276" y="325"/>
                    <a:pt x="276" y="325"/>
                    <a:pt x="276" y="325"/>
                  </a:cubicBezTo>
                  <a:cubicBezTo>
                    <a:pt x="544" y="325"/>
                    <a:pt x="544" y="325"/>
                    <a:pt x="544" y="325"/>
                  </a:cubicBezTo>
                  <a:cubicBezTo>
                    <a:pt x="544" y="480"/>
                    <a:pt x="424" y="601"/>
                    <a:pt x="276" y="601"/>
                  </a:cubicBezTo>
                  <a:close/>
                </a:path>
              </a:pathLst>
            </a:custGeom>
            <a:solidFill>
              <a:schemeClr val="bg1"/>
            </a:solidFill>
            <a:ln>
              <a:noFill/>
            </a:ln>
          </p:spPr>
          <p:txBody>
            <a:bodyPr wrap="none" lIns="34290" tIns="17145" rIns="34290" bIns="17145" anchor="ctr"/>
            <a:lstStyle/>
            <a:p>
              <a:endParaRPr lang="en-US">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40" name="等腰三角形 39"/>
          <p:cNvSpPr/>
          <p:nvPr userDrawn="1"/>
        </p:nvSpPr>
        <p:spPr>
          <a:xfrm>
            <a:off x="7741543" y="3609725"/>
            <a:ext cx="6887119" cy="3248275"/>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等腰三角形 6"/>
          <p:cNvSpPr/>
          <p:nvPr userDrawn="1"/>
        </p:nvSpPr>
        <p:spPr>
          <a:xfrm flipH="1" flipV="1">
            <a:off x="-766394" y="-28491"/>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等腰三角形 7"/>
          <p:cNvSpPr/>
          <p:nvPr userDrawn="1"/>
        </p:nvSpPr>
        <p:spPr>
          <a:xfrm flipH="1" flipV="1">
            <a:off x="1414174" y="635"/>
            <a:ext cx="3825848" cy="1804442"/>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nvSpPr>
        <p:spPr>
          <a:xfrm>
            <a:off x="6086073" y="4299128"/>
            <a:ext cx="5426766" cy="2559507"/>
          </a:xfrm>
          <a:prstGeom prst="triangle">
            <a:avLst/>
          </a:prstGeom>
          <a:solidFill>
            <a:srgbClr val="E9EAEF">
              <a:alpha val="5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userDrawn="1"/>
        </p:nvGrpSpPr>
        <p:grpSpPr>
          <a:xfrm>
            <a:off x="2308773" y="3437345"/>
            <a:ext cx="7551038" cy="105497"/>
            <a:chOff x="2101845" y="3387257"/>
            <a:chExt cx="7551038" cy="105497"/>
          </a:xfrm>
        </p:grpSpPr>
        <p:cxnSp>
          <p:nvCxnSpPr>
            <p:cNvPr id="42" name="直接连接符 41"/>
            <p:cNvCxnSpPr/>
            <p:nvPr/>
          </p:nvCxnSpPr>
          <p:spPr>
            <a:xfrm>
              <a:off x="2369489" y="3440005"/>
              <a:ext cx="7283394" cy="0"/>
            </a:xfrm>
            <a:prstGeom prst="line">
              <a:avLst/>
            </a:prstGeom>
            <a:ln w="285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5" name="椭圆 44"/>
            <p:cNvSpPr/>
            <p:nvPr/>
          </p:nvSpPr>
          <p:spPr>
            <a:xfrm>
              <a:off x="2101845" y="3387257"/>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椭圆 9"/>
          <p:cNvSpPr/>
          <p:nvPr userDrawn="1"/>
        </p:nvSpPr>
        <p:spPr>
          <a:xfrm>
            <a:off x="10011958" y="3437345"/>
            <a:ext cx="105497" cy="105497"/>
          </a:xfrm>
          <a:prstGeom prst="ellipse">
            <a:avLst/>
          </a:prstGeom>
          <a:solidFill>
            <a:schemeClr val="tx1">
              <a:lumMod val="75000"/>
              <a:lumOff val="25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702"/>
            <a:ext cx="2742843" cy="585288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521" y="274702"/>
            <a:ext cx="8025355" cy="585288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4" Type="http://schemas.openxmlformats.org/officeDocument/2006/relationships/theme" Target="../theme/theme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79605" y="6351009"/>
            <a:ext cx="2699578" cy="316859"/>
          </a:xfrm>
          <a:prstGeom prst="rect">
            <a:avLst/>
          </a:prstGeom>
        </p:spPr>
        <p:txBody>
          <a:bodyPr vert="horz" lIns="91440" tIns="45720" rIns="91440" bIns="45720" rtlCol="0" anchor="ctr">
            <a:normAutofit/>
          </a:bodyPr>
          <a:lstStyle>
            <a:lvl1pPr algn="l">
              <a:defRPr sz="1200">
                <a:solidFill>
                  <a:schemeClr val="tx1">
                    <a:tint val="75000"/>
                  </a:schemeClr>
                </a:solidFill>
                <a:latin typeface="+mn-ea"/>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115357" y="6351009"/>
            <a:ext cx="3959381" cy="316859"/>
          </a:xfrm>
          <a:prstGeom prst="rect">
            <a:avLst/>
          </a:prstGeom>
        </p:spPr>
        <p:txBody>
          <a:bodyPr vert="horz" lIns="91440" tIns="45720" rIns="91440" bIns="45720" rtlCol="0" anchor="ctr">
            <a:normAutofit/>
          </a:bodyPr>
          <a:lstStyle>
            <a:lvl1pPr algn="ctr">
              <a:defRPr sz="12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8609254" y="6351009"/>
            <a:ext cx="2699578" cy="316859"/>
          </a:xfrm>
          <a:prstGeom prst="rect">
            <a:avLst/>
          </a:prstGeom>
        </p:spPr>
        <p:txBody>
          <a:bodyPr vert="horz" lIns="91440" tIns="45720" rIns="91440" bIns="45720" rtlCol="0" anchor="ctr">
            <a:normAutofit/>
          </a:bodyPr>
          <a:lstStyle>
            <a:lvl1pPr algn="r">
              <a:defRPr sz="1200">
                <a:solidFill>
                  <a:schemeClr val="tx1">
                    <a:tint val="75000"/>
                  </a:schemeClr>
                </a:solidFill>
                <a:latin typeface="+mn-ea"/>
              </a:defRPr>
            </a:lvl1pPr>
          </a:lstStyle>
          <a:p>
            <a:fld id="{49AE70B2-8BF9-45C0-BB95-33D1B9D3A854}" type="slidenum">
              <a:rPr lang="zh-CN" altLang="en-US" smtClean="0"/>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标题 7"/>
          <p:cNvSpPr>
            <a:spLocks noGrp="1"/>
          </p:cNvSpPr>
          <p:nvPr>
            <p:ph type="title"/>
          </p:nvPr>
        </p:nvSpPr>
        <p:spPr>
          <a:xfrm>
            <a:off x="669777" y="581333"/>
            <a:ext cx="10850541" cy="64812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endParaRPr dirty="0">
              <a:sym typeface="+mn-ea"/>
            </a:endParaRPr>
          </a:p>
        </p:txBody>
      </p:sp>
      <p:sp>
        <p:nvSpPr>
          <p:cNvPr id="9" name="文本占位符 8"/>
          <p:cNvSpPr>
            <a:spLocks noGrp="1"/>
          </p:cNvSpPr>
          <p:nvPr>
            <p:ph type="body" idx="1"/>
          </p:nvPr>
        </p:nvSpPr>
        <p:spPr>
          <a:xfrm>
            <a:off x="669820" y="1508404"/>
            <a:ext cx="10850454" cy="4750044"/>
          </a:xfrm>
          <a:prstGeom prst="rect">
            <a:avLst/>
          </a:prstGeom>
        </p:spPr>
        <p:txBody>
          <a:bodyPr vert="horz" lIns="101600" tIns="0" rIns="82550" bIns="0" rtlCol="0">
            <a:normAutofit/>
          </a:bodyPr>
          <a:lstStyle>
            <a:lvl1pPr>
              <a:defRPr sz="2400"/>
            </a:lvl1pPr>
            <a:lvl2pPr>
              <a:defRPr sz="2400"/>
            </a:lvl2pPr>
            <a:lvl3pPr>
              <a:defRPr sz="2400"/>
            </a:lvl3pPr>
            <a:lvl4pPr>
              <a:defRPr sz="2400"/>
            </a:lvl4pPr>
            <a:lvl5pPr>
              <a:defRPr sz="2400"/>
            </a:lvl5pPr>
          </a:lstStyle>
          <a:p>
            <a:pPr lvl="0"/>
            <a:r>
              <a:rPr lang="zh-CN" altLang="en-US" dirty="0"/>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n-ea"/>
          <a:ea typeface="+mn-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solidFill>
          <a:uFillTx/>
          <a:latin typeface="+mn-ea"/>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90204" pitchFamily="34" charset="0"/>
        <a:buChar char="•"/>
        <a:tabLst>
          <a:tab pos="1609725" algn="l"/>
        </a:tabLst>
        <a:defRPr sz="1600" u="none" strike="noStrike" kern="1200" cap="none" spc="150" normalizeH="0" baseline="0">
          <a:solidFill>
            <a:schemeClr val="tx1"/>
          </a:solidFill>
          <a:uFillTx/>
          <a:latin typeface="+mn-ea"/>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solidFill>
          <a:uFillTx/>
          <a:latin typeface="+mn-ea"/>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solidFill>
          <a:uFillTx/>
          <a:latin typeface="+mn-ea"/>
          <a:ea typeface="+mn-ea"/>
          <a:cs typeface="+mn-cs"/>
        </a:defRPr>
      </a:lvl4pPr>
      <a:lvl5pPr marL="2056765" indent="-228600" algn="l" defTabSz="914400" rtl="0" eaLnBrk="1" fontAlgn="auto" latinLnBrk="0" hangingPunct="1">
        <a:lnSpc>
          <a:spcPct val="130000"/>
        </a:lnSpc>
        <a:spcBef>
          <a:spcPts val="0"/>
        </a:spcBef>
        <a:spcAft>
          <a:spcPts val="1000"/>
        </a:spcAft>
        <a:buFont typeface="Arial" panose="020B0604020202090204" pitchFamily="34" charset="0"/>
        <a:buChar char="•"/>
        <a:defRPr sz="1600" u="none" strike="noStrike" kern="1200" cap="none" spc="150" normalizeH="0" baseline="0">
          <a:solidFill>
            <a:schemeClr val="tx1"/>
          </a:solidFill>
          <a:uFillTx/>
          <a:latin typeface="+mn-ea"/>
          <a:ea typeface="+mn-ea"/>
          <a:cs typeface="+mn-cs"/>
        </a:defRPr>
      </a:lvl5pPr>
      <a:lvl6pPr marL="25139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5565"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702"/>
            <a:ext cx="10971372" cy="1143265"/>
          </a:xfrm>
          <a:prstGeom prst="rect">
            <a:avLst/>
          </a:prstGeom>
        </p:spPr>
        <p:txBody>
          <a:bodyPr vert="horz" lIns="121917" tIns="60958" rIns="121917" bIns="60958"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521" y="1600572"/>
            <a:ext cx="10971372" cy="4527011"/>
          </a:xfrm>
          <a:prstGeom prst="rect">
            <a:avLst/>
          </a:prstGeom>
        </p:spPr>
        <p:txBody>
          <a:bodyPr vert="horz" lIns="121917" tIns="60958" rIns="121917" bIns="60958"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521" y="6357822"/>
            <a:ext cx="2844430" cy="365210"/>
          </a:xfrm>
          <a:prstGeom prst="rect">
            <a:avLst/>
          </a:prstGeom>
        </p:spPr>
        <p:txBody>
          <a:bodyPr vert="horz" lIns="121917" tIns="60958" rIns="121917" bIns="60958" rtlCol="0" anchor="ctr"/>
          <a:lstStyle>
            <a:lvl1pPr algn="l">
              <a:defRPr sz="1600">
                <a:solidFill>
                  <a:schemeClr val="tx1">
                    <a:tint val="75000"/>
                  </a:schemeClr>
                </a:solidFill>
                <a:latin typeface="微软雅黑" panose="020B0503020204020204" pitchFamily="34" charset="-122"/>
                <a:ea typeface="微软雅黑" panose="020B0503020204020204" pitchFamily="34" charset="-122"/>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4165058" y="6357822"/>
            <a:ext cx="3860297" cy="365210"/>
          </a:xfrm>
          <a:prstGeom prst="rect">
            <a:avLst/>
          </a:prstGeom>
        </p:spPr>
        <p:txBody>
          <a:bodyPr vert="horz" lIns="121917" tIns="60958" rIns="121917" bIns="60958" rtlCol="0" anchor="ctr"/>
          <a:lstStyle>
            <a:lvl1pPr algn="ctr">
              <a:defRPr sz="16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灯片编号占位符 5"/>
          <p:cNvSpPr>
            <a:spLocks noGrp="1"/>
          </p:cNvSpPr>
          <p:nvPr>
            <p:ph type="sldNum" sz="quarter" idx="4"/>
          </p:nvPr>
        </p:nvSpPr>
        <p:spPr>
          <a:xfrm>
            <a:off x="8736463" y="6357822"/>
            <a:ext cx="2844430" cy="365210"/>
          </a:xfrm>
          <a:prstGeom prst="rect">
            <a:avLst/>
          </a:prstGeom>
        </p:spPr>
        <p:txBody>
          <a:bodyPr vert="horz" lIns="121917" tIns="60958" rIns="121917" bIns="60958" rtlCol="0" anchor="ctr"/>
          <a:lstStyle>
            <a:lvl1pPr algn="r">
              <a:defRPr sz="1600">
                <a:solidFill>
                  <a:schemeClr val="tx1">
                    <a:tint val="75000"/>
                  </a:schemeClr>
                </a:solidFill>
                <a:latin typeface="微软雅黑" panose="020B0503020204020204" pitchFamily="34" charset="-122"/>
                <a:ea typeface="微软雅黑" panose="020B0503020204020204" pitchFamily="34" charset="-122"/>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mc:AlternateContent xmlns:mc="http://schemas.openxmlformats.org/markup-compatibility/2006">
    <mc:Choice xmlns:p14="http://schemas.microsoft.com/office/powerpoint/2010/main" Requires="p14">
      <p:transition spd="slow" p14:dur="2000" advTm="3000">
        <p14:flip dir="r"/>
      </p:transition>
    </mc:Choice>
    <mc:Fallback>
      <p:transition spd="slow" advTm="3000">
        <p:fade/>
      </p:transition>
    </mc:Fallback>
  </mc:AlternateContent>
  <p:txStyles>
    <p:titleStyle>
      <a:lvl1pPr algn="ctr" defTabSz="1219200" rtl="0" eaLnBrk="1" latinLnBrk="0" hangingPunct="1">
        <a:spcBef>
          <a:spcPct val="0"/>
        </a:spcBef>
        <a:buNone/>
        <a:defRPr sz="5900" kern="1200">
          <a:solidFill>
            <a:schemeClr val="tx1"/>
          </a:solidFill>
          <a:latin typeface="微软雅黑" panose="020B0503020204020204" pitchFamily="34" charset="-122"/>
          <a:ea typeface="微软雅黑" panose="020B0503020204020204" pitchFamily="34" charset="-122"/>
          <a:cs typeface="+mj-cs"/>
        </a:defRPr>
      </a:lvl1pPr>
    </p:titleStyle>
    <p:bodyStyle>
      <a:lvl1pPr marL="457200" indent="-457200" algn="l" defTabSz="1219200" rtl="0" eaLnBrk="1" latinLnBrk="0" hangingPunct="1">
        <a:spcBef>
          <a:spcPct val="20000"/>
        </a:spcBef>
        <a:buFont typeface="Arial" panose="020B0604020202090204" pitchFamily="34" charset="0"/>
        <a:buChar char="•"/>
        <a:defRPr sz="4300" kern="1200">
          <a:solidFill>
            <a:schemeClr val="tx1"/>
          </a:solidFill>
          <a:latin typeface="微软雅黑" panose="020B0503020204020204" pitchFamily="34" charset="-122"/>
          <a:ea typeface="微软雅黑" panose="020B0503020204020204" pitchFamily="34" charset="-122"/>
          <a:cs typeface="+mn-cs"/>
        </a:defRPr>
      </a:lvl1pPr>
      <a:lvl2pPr marL="990600" indent="-381000" algn="l" defTabSz="1219200" rtl="0" eaLnBrk="1" latinLnBrk="0" hangingPunct="1">
        <a:spcBef>
          <a:spcPct val="20000"/>
        </a:spcBef>
        <a:buFont typeface="Arial" panose="020B0604020202090204" pitchFamily="34" charset="0"/>
        <a:buChar char="–"/>
        <a:defRPr sz="3700" kern="1200">
          <a:solidFill>
            <a:schemeClr val="tx1"/>
          </a:solidFill>
          <a:latin typeface="微软雅黑" panose="020B0503020204020204" pitchFamily="34" charset="-122"/>
          <a:ea typeface="微软雅黑" panose="020B0503020204020204" pitchFamily="34" charset="-122"/>
          <a:cs typeface="+mn-cs"/>
        </a:defRPr>
      </a:lvl2pPr>
      <a:lvl3pPr marL="1524000" indent="-304800" algn="l" defTabSz="1219200" rtl="0" eaLnBrk="1" latinLnBrk="0" hangingPunct="1">
        <a:spcBef>
          <a:spcPct val="20000"/>
        </a:spcBef>
        <a:buFont typeface="Arial" panose="020B060402020209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3pPr>
      <a:lvl4pPr marL="2133600" indent="-304800" algn="l" defTabSz="1219200" rtl="0" eaLnBrk="1" latinLnBrk="0" hangingPunct="1">
        <a:spcBef>
          <a:spcPct val="20000"/>
        </a:spcBef>
        <a:buFont typeface="Arial" panose="020B060402020209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defRPr>
      </a:lvl4pPr>
      <a:lvl5pPr marL="2743200" indent="-304800" algn="l" defTabSz="1219200" rtl="0" eaLnBrk="1" latinLnBrk="0" hangingPunct="1">
        <a:spcBef>
          <a:spcPct val="20000"/>
        </a:spcBef>
        <a:buFont typeface="Arial" panose="020B0604020202090204" pitchFamily="34" charset="0"/>
        <a:buChar char="»"/>
        <a:defRPr sz="2700" kern="1200">
          <a:solidFill>
            <a:schemeClr val="tx1"/>
          </a:solidFill>
          <a:latin typeface="微软雅黑" panose="020B0503020204020204" pitchFamily="34" charset="-122"/>
          <a:ea typeface="微软雅黑" panose="020B0503020204020204" pitchFamily="34" charset="-122"/>
          <a:cs typeface="+mn-cs"/>
        </a:defRPr>
      </a:lvl5pPr>
      <a:lvl6pPr marL="33528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9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3" Type="http://schemas.openxmlformats.org/officeDocument/2006/relationships/notesSlide" Target="../notesSlides/notesSlide2.xml"/><Relationship Id="rId12" Type="http://schemas.openxmlformats.org/officeDocument/2006/relationships/slideLayout" Target="../slideLayouts/slideLayout19.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9.xml"/><Relationship Id="rId2" Type="http://schemas.openxmlformats.org/officeDocument/2006/relationships/tags" Target="../tags/tag13.xml"/><Relationship Id="rId1" Type="http://schemas.openxmlformats.org/officeDocument/2006/relationships/tags" Target="../tags/tag12.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9.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s>
</file>

<file path=ppt/slides/_rels/slide5.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4" Type="http://schemas.openxmlformats.org/officeDocument/2006/relationships/notesSlide" Target="../notesSlides/notesSlide5.xml"/><Relationship Id="rId13" Type="http://schemas.openxmlformats.org/officeDocument/2006/relationships/slideLayout" Target="../slideLayouts/slideLayout19.xml"/><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tags" Target="../tags/tag17.xml"/></Relationships>
</file>

<file path=ppt/slides/_rels/slide6.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4" Type="http://schemas.openxmlformats.org/officeDocument/2006/relationships/notesSlide" Target="../notesSlides/notesSlide6.xml"/><Relationship Id="rId13" Type="http://schemas.openxmlformats.org/officeDocument/2006/relationships/slideLayout" Target="../slideLayouts/slideLayout19.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tags" Target="../tags/tag2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0.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image" Target="../media/image2.png"/><Relationship Id="rId1" Type="http://schemas.openxmlformats.org/officeDocument/2006/relationships/tags" Target="../tags/tag4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0.xml"/><Relationship Id="rId1" Type="http://schemas.openxmlformats.org/officeDocument/2006/relationships/tags" Target="../tags/tag4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tags" Target="../tags/tag4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0.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image" Target="../media/image2.png"/><Relationship Id="rId1" Type="http://schemas.openxmlformats.org/officeDocument/2006/relationships/tags" Target="../tags/tag48.xml"/></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0.xml"/><Relationship Id="rId6" Type="http://schemas.openxmlformats.org/officeDocument/2006/relationships/tags" Target="../tags/tag58.xml"/><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s>
</file>

<file path=ppt/slides/_rels/slide14.xml.rels><?xml version="1.0" encoding="UTF-8" standalone="yes"?>
<Relationships xmlns="http://schemas.openxmlformats.org/package/2006/relationships"><Relationship Id="rId9" Type="http://schemas.openxmlformats.org/officeDocument/2006/relationships/tags" Target="../tags/tag65.xml"/><Relationship Id="rId8" Type="http://schemas.openxmlformats.org/officeDocument/2006/relationships/hyperlink" Target="http://stu.ityxb.com/ebookview/478015dfce9d8c591923b18f12b955d0" TargetMode="External"/><Relationship Id="rId7" Type="http://schemas.openxmlformats.org/officeDocument/2006/relationships/tags" Target="../tags/tag64.xml"/><Relationship Id="rId6" Type="http://schemas.openxmlformats.org/officeDocument/2006/relationships/image" Target="../media/image3.png"/><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5" Type="http://schemas.openxmlformats.org/officeDocument/2006/relationships/notesSlide" Target="../notesSlides/notesSlide14.xml"/><Relationship Id="rId14" Type="http://schemas.openxmlformats.org/officeDocument/2006/relationships/slideLayout" Target="../slideLayouts/slideLayout10.xml"/><Relationship Id="rId13" Type="http://schemas.openxmlformats.org/officeDocument/2006/relationships/image" Target="../media/image5.svg"/><Relationship Id="rId12" Type="http://schemas.openxmlformats.org/officeDocument/2006/relationships/image" Target="../media/image4.png"/><Relationship Id="rId11" Type="http://schemas.openxmlformats.org/officeDocument/2006/relationships/tags" Target="../tags/tag67.xml"/><Relationship Id="rId10" Type="http://schemas.openxmlformats.org/officeDocument/2006/relationships/tags" Target="../tags/tag66.xml"/><Relationship Id="rId1" Type="http://schemas.openxmlformats.org/officeDocument/2006/relationships/tags" Target="../tags/tag59.xml"/></Relationships>
</file>

<file path=ppt/slides/_rels/slide15.xml.rels><?xml version="1.0" encoding="UTF-8" standalone="yes"?>
<Relationships xmlns="http://schemas.openxmlformats.org/package/2006/relationships"><Relationship Id="rId9" Type="http://schemas.openxmlformats.org/officeDocument/2006/relationships/tags" Target="../tags/tag74.xml"/><Relationship Id="rId8" Type="http://schemas.openxmlformats.org/officeDocument/2006/relationships/hyperlink" Target="http://stu.ityxb.com/ebookview/a0a0329589241122f148f4f25b1fffc7" TargetMode="External"/><Relationship Id="rId7" Type="http://schemas.openxmlformats.org/officeDocument/2006/relationships/tags" Target="../tags/tag73.xml"/><Relationship Id="rId6" Type="http://schemas.openxmlformats.org/officeDocument/2006/relationships/image" Target="../media/image3.png"/><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5" Type="http://schemas.openxmlformats.org/officeDocument/2006/relationships/notesSlide" Target="../notesSlides/notesSlide15.xml"/><Relationship Id="rId14" Type="http://schemas.openxmlformats.org/officeDocument/2006/relationships/slideLayout" Target="../slideLayouts/slideLayout10.xml"/><Relationship Id="rId13" Type="http://schemas.openxmlformats.org/officeDocument/2006/relationships/image" Target="../media/image5.svg"/><Relationship Id="rId12" Type="http://schemas.openxmlformats.org/officeDocument/2006/relationships/image" Target="../media/image4.png"/><Relationship Id="rId11" Type="http://schemas.openxmlformats.org/officeDocument/2006/relationships/tags" Target="../tags/tag76.xml"/><Relationship Id="rId10" Type="http://schemas.openxmlformats.org/officeDocument/2006/relationships/tags" Target="../tags/tag75.xml"/><Relationship Id="rId1" Type="http://schemas.openxmlformats.org/officeDocument/2006/relationships/tags" Target="../tags/tag68.xml"/></Relationships>
</file>

<file path=ppt/slides/_rels/slide16.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hyperlink" Target="http://stu.ityxb.com/ebookview/3e713882c9cd259d5361da1be13a762f" TargetMode="External"/><Relationship Id="rId7" Type="http://schemas.openxmlformats.org/officeDocument/2006/relationships/tags" Target="../tags/tag82.xml"/><Relationship Id="rId6" Type="http://schemas.openxmlformats.org/officeDocument/2006/relationships/image" Target="../media/image3.png"/><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5" Type="http://schemas.openxmlformats.org/officeDocument/2006/relationships/notesSlide" Target="../notesSlides/notesSlide16.xml"/><Relationship Id="rId14" Type="http://schemas.openxmlformats.org/officeDocument/2006/relationships/slideLayout" Target="../slideLayouts/slideLayout10.xml"/><Relationship Id="rId13" Type="http://schemas.openxmlformats.org/officeDocument/2006/relationships/image" Target="../media/image5.svg"/><Relationship Id="rId12" Type="http://schemas.openxmlformats.org/officeDocument/2006/relationships/image" Target="../media/image4.png"/><Relationship Id="rId11" Type="http://schemas.openxmlformats.org/officeDocument/2006/relationships/tags" Target="../tags/tag85.xml"/><Relationship Id="rId10" Type="http://schemas.openxmlformats.org/officeDocument/2006/relationships/tags" Target="../tags/tag84.xml"/><Relationship Id="rId1" Type="http://schemas.openxmlformats.org/officeDocument/2006/relationships/tags" Target="../tags/tag77.xml"/></Relationships>
</file>

<file path=ppt/slides/_rels/slide17.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hyperlink" Target="http://stu.ityxb.com/ebookview/8f4d7c44f7c04337eae4b758a677e813" TargetMode="External"/><Relationship Id="rId7" Type="http://schemas.openxmlformats.org/officeDocument/2006/relationships/tags" Target="../tags/tag91.xml"/><Relationship Id="rId6" Type="http://schemas.openxmlformats.org/officeDocument/2006/relationships/image" Target="../media/image3.png"/><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5" Type="http://schemas.openxmlformats.org/officeDocument/2006/relationships/notesSlide" Target="../notesSlides/notesSlide17.xml"/><Relationship Id="rId14" Type="http://schemas.openxmlformats.org/officeDocument/2006/relationships/slideLayout" Target="../slideLayouts/slideLayout10.xml"/><Relationship Id="rId13" Type="http://schemas.openxmlformats.org/officeDocument/2006/relationships/image" Target="../media/image5.svg"/><Relationship Id="rId12" Type="http://schemas.openxmlformats.org/officeDocument/2006/relationships/image" Target="../media/image4.png"/><Relationship Id="rId11" Type="http://schemas.openxmlformats.org/officeDocument/2006/relationships/tags" Target="../tags/tag94.xml"/><Relationship Id="rId10" Type="http://schemas.openxmlformats.org/officeDocument/2006/relationships/tags" Target="../tags/tag93.xml"/><Relationship Id="rId1" Type="http://schemas.openxmlformats.org/officeDocument/2006/relationships/tags" Target="../tags/tag86.xml"/></Relationships>
</file>

<file path=ppt/slides/_rels/slide18.xml.rels><?xml version="1.0" encoding="UTF-8" standalone="yes"?>
<Relationships xmlns="http://schemas.openxmlformats.org/package/2006/relationships"><Relationship Id="rId9" Type="http://schemas.openxmlformats.org/officeDocument/2006/relationships/tags" Target="../tags/tag101.xml"/><Relationship Id="rId8" Type="http://schemas.openxmlformats.org/officeDocument/2006/relationships/hyperlink" Target="http://stu.ityxb.com/ebookview/2d4ab7cca6e278c8dcd0a3c37284b402" TargetMode="External"/><Relationship Id="rId7" Type="http://schemas.openxmlformats.org/officeDocument/2006/relationships/tags" Target="../tags/tag100.xml"/><Relationship Id="rId6" Type="http://schemas.openxmlformats.org/officeDocument/2006/relationships/image" Target="../media/image3.png"/><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5" Type="http://schemas.openxmlformats.org/officeDocument/2006/relationships/notesSlide" Target="../notesSlides/notesSlide18.xml"/><Relationship Id="rId14" Type="http://schemas.openxmlformats.org/officeDocument/2006/relationships/slideLayout" Target="../slideLayouts/slideLayout10.xml"/><Relationship Id="rId13" Type="http://schemas.openxmlformats.org/officeDocument/2006/relationships/image" Target="../media/image5.svg"/><Relationship Id="rId12" Type="http://schemas.openxmlformats.org/officeDocument/2006/relationships/image" Target="../media/image4.png"/><Relationship Id="rId11" Type="http://schemas.openxmlformats.org/officeDocument/2006/relationships/tags" Target="../tags/tag103.xml"/><Relationship Id="rId10" Type="http://schemas.openxmlformats.org/officeDocument/2006/relationships/tags" Target="../tags/tag102.xml"/><Relationship Id="rId1" Type="http://schemas.openxmlformats.org/officeDocument/2006/relationships/tags" Target="../tags/tag95.xml"/></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10.xml"/><Relationship Id="rId6" Type="http://schemas.openxmlformats.org/officeDocument/2006/relationships/image" Target="../media/image6.png"/><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10.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image" Target="../media/image2.png"/><Relationship Id="rId1" Type="http://schemas.openxmlformats.org/officeDocument/2006/relationships/tags" Target="../tags/tag109.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0.xml"/><Relationship Id="rId2" Type="http://schemas.openxmlformats.org/officeDocument/2006/relationships/image" Target="../media/image7.png"/><Relationship Id="rId1" Type="http://schemas.openxmlformats.org/officeDocument/2006/relationships/tags" Target="../tags/tag1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10.xml"/><Relationship Id="rId4" Type="http://schemas.openxmlformats.org/officeDocument/2006/relationships/tags" Target="../tags/tag118.xml"/><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25.xml"/><Relationship Id="rId7" Type="http://schemas.openxmlformats.org/officeDocument/2006/relationships/slideLayout" Target="../slideLayouts/slideLayout10.xml"/><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image" Target="../media/image2.png"/><Relationship Id="rId1" Type="http://schemas.openxmlformats.org/officeDocument/2006/relationships/tags" Target="../tags/tag119.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0.xml"/><Relationship Id="rId2" Type="http://schemas.openxmlformats.org/officeDocument/2006/relationships/tags" Target="../tags/tag125.xml"/><Relationship Id="rId1" Type="http://schemas.openxmlformats.org/officeDocument/2006/relationships/tags" Target="../tags/tag124.xml"/></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7.xml"/><Relationship Id="rId7" Type="http://schemas.openxmlformats.org/officeDocument/2006/relationships/slideLayout" Target="../slideLayouts/slideLayout10.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tags" Target="../tags/tag127.xml"/><Relationship Id="rId1" Type="http://schemas.openxmlformats.org/officeDocument/2006/relationships/tags" Target="../tags/tag126.xml"/></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28.xml"/><Relationship Id="rId7" Type="http://schemas.openxmlformats.org/officeDocument/2006/relationships/slideLayout" Target="../slideLayouts/slideLayout10.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29.xml.rels><?xml version="1.0" encoding="UTF-8" standalone="yes"?>
<Relationships xmlns="http://schemas.openxmlformats.org/package/2006/relationships"><Relationship Id="rId9" Type="http://schemas.openxmlformats.org/officeDocument/2006/relationships/tags" Target="../tags/tag144.xml"/><Relationship Id="rId8" Type="http://schemas.openxmlformats.org/officeDocument/2006/relationships/hyperlink" Target="http://stu.ityxb.com/ebookview/8ea135b0923fbae996967095df9c1119" TargetMode="External"/><Relationship Id="rId7" Type="http://schemas.openxmlformats.org/officeDocument/2006/relationships/tags" Target="../tags/tag143.xml"/><Relationship Id="rId6" Type="http://schemas.openxmlformats.org/officeDocument/2006/relationships/image" Target="../media/image3.png"/><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5" Type="http://schemas.openxmlformats.org/officeDocument/2006/relationships/notesSlide" Target="../notesSlides/notesSlide29.xml"/><Relationship Id="rId14" Type="http://schemas.openxmlformats.org/officeDocument/2006/relationships/slideLayout" Target="../slideLayouts/slideLayout10.xml"/><Relationship Id="rId13" Type="http://schemas.openxmlformats.org/officeDocument/2006/relationships/image" Target="../media/image5.svg"/><Relationship Id="rId12" Type="http://schemas.openxmlformats.org/officeDocument/2006/relationships/image" Target="../media/image4.png"/><Relationship Id="rId11" Type="http://schemas.openxmlformats.org/officeDocument/2006/relationships/tags" Target="../tags/tag146.xml"/><Relationship Id="rId10" Type="http://schemas.openxmlformats.org/officeDocument/2006/relationships/tags" Target="../tags/tag145.xml"/><Relationship Id="rId1" Type="http://schemas.openxmlformats.org/officeDocument/2006/relationships/tags" Target="../tags/tag138.xml"/></Relationships>
</file>

<file path=ppt/slides/_rels/slide30.xml.rels><?xml version="1.0" encoding="UTF-8" standalone="yes"?>
<Relationships xmlns="http://schemas.openxmlformats.org/package/2006/relationships"><Relationship Id="rId8" Type="http://schemas.openxmlformats.org/officeDocument/2006/relationships/notesSlide" Target="../notesSlides/notesSlide30.xml"/><Relationship Id="rId7" Type="http://schemas.openxmlformats.org/officeDocument/2006/relationships/slideLayout" Target="../slideLayouts/slideLayout10.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tags" Target="../tags/tag149.xml"/><Relationship Id="rId3" Type="http://schemas.openxmlformats.org/officeDocument/2006/relationships/tags" Target="../tags/tag148.xml"/><Relationship Id="rId2" Type="http://schemas.openxmlformats.org/officeDocument/2006/relationships/image" Target="../media/image2.png"/><Relationship Id="rId1" Type="http://schemas.openxmlformats.org/officeDocument/2006/relationships/tags" Target="../tags/tag147.xml"/></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0.xml"/><Relationship Id="rId2" Type="http://schemas.openxmlformats.org/officeDocument/2006/relationships/tags" Target="../tags/tag153.xml"/><Relationship Id="rId1" Type="http://schemas.openxmlformats.org/officeDocument/2006/relationships/tags" Target="../tags/tag152.xml"/></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10.xml"/><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tags" Target="../tags/tag154.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0.xml"/><Relationship Id="rId2" Type="http://schemas.openxmlformats.org/officeDocument/2006/relationships/tags" Target="../tags/tag158.xml"/><Relationship Id="rId1" Type="http://schemas.openxmlformats.org/officeDocument/2006/relationships/tags" Target="../tags/tag157.xml"/></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34.xml"/><Relationship Id="rId7" Type="http://schemas.openxmlformats.org/officeDocument/2006/relationships/slideLayout" Target="../slideLayouts/slideLayout10.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image" Target="../media/image2.png"/><Relationship Id="rId1" Type="http://schemas.openxmlformats.org/officeDocument/2006/relationships/tags" Target="../tags/tag159.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0.xml"/><Relationship Id="rId2" Type="http://schemas.openxmlformats.org/officeDocument/2006/relationships/tags" Target="../tags/tag165.xml"/><Relationship Id="rId1" Type="http://schemas.openxmlformats.org/officeDocument/2006/relationships/tags" Target="../tags/tag164.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0.xml"/><Relationship Id="rId2" Type="http://schemas.openxmlformats.org/officeDocument/2006/relationships/tags" Target="../tags/tag167.xml"/><Relationship Id="rId1" Type="http://schemas.openxmlformats.org/officeDocument/2006/relationships/tags" Target="../tags/tag166.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0.xml"/><Relationship Id="rId2" Type="http://schemas.openxmlformats.org/officeDocument/2006/relationships/tags" Target="../tags/tag169.xml"/><Relationship Id="rId1" Type="http://schemas.openxmlformats.org/officeDocument/2006/relationships/tags" Target="../tags/tag168.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0.xml"/><Relationship Id="rId2" Type="http://schemas.openxmlformats.org/officeDocument/2006/relationships/tags" Target="../tags/tag171.xml"/><Relationship Id="rId1" Type="http://schemas.openxmlformats.org/officeDocument/2006/relationships/tags" Target="../tags/tag170.xml"/></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0.xml"/><Relationship Id="rId2" Type="http://schemas.openxmlformats.org/officeDocument/2006/relationships/tags" Target="../tags/tag173.xml"/><Relationship Id="rId1" Type="http://schemas.openxmlformats.org/officeDocument/2006/relationships/tags" Target="../tags/tag17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8" Type="http://schemas.openxmlformats.org/officeDocument/2006/relationships/notesSlide" Target="../notesSlides/notesSlide41.xml"/><Relationship Id="rId7" Type="http://schemas.openxmlformats.org/officeDocument/2006/relationships/slideLayout" Target="../slideLayouts/slideLayout10.xml"/><Relationship Id="rId6" Type="http://schemas.openxmlformats.org/officeDocument/2006/relationships/tags" Target="../tags/tag178.xml"/><Relationship Id="rId5" Type="http://schemas.openxmlformats.org/officeDocument/2006/relationships/tags" Target="../tags/tag177.xml"/><Relationship Id="rId4" Type="http://schemas.openxmlformats.org/officeDocument/2006/relationships/tags" Target="../tags/tag176.xml"/><Relationship Id="rId3" Type="http://schemas.openxmlformats.org/officeDocument/2006/relationships/tags" Target="../tags/tag175.xml"/><Relationship Id="rId2" Type="http://schemas.openxmlformats.org/officeDocument/2006/relationships/image" Target="../media/image2.png"/><Relationship Id="rId1" Type="http://schemas.openxmlformats.org/officeDocument/2006/relationships/tags" Target="../tags/tag174.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0.xml"/><Relationship Id="rId1" Type="http://schemas.openxmlformats.org/officeDocument/2006/relationships/image" Target="../media/image8.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6" Type="http://schemas.openxmlformats.org/officeDocument/2006/relationships/notesSlide" Target="../notesSlides/notesSlide44.xml"/><Relationship Id="rId5" Type="http://schemas.openxmlformats.org/officeDocument/2006/relationships/slideLayout" Target="../slideLayouts/slideLayout10.xml"/><Relationship Id="rId4" Type="http://schemas.openxmlformats.org/officeDocument/2006/relationships/tags" Target="../tags/tag182.xml"/><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s>
</file>

<file path=ppt/slides/_rels/slide45.xml.rels><?xml version="1.0" encoding="UTF-8" standalone="yes"?>
<Relationships xmlns="http://schemas.openxmlformats.org/package/2006/relationships"><Relationship Id="rId9" Type="http://schemas.openxmlformats.org/officeDocument/2006/relationships/notesSlide" Target="../notesSlides/notesSlide45.xml"/><Relationship Id="rId8" Type="http://schemas.openxmlformats.org/officeDocument/2006/relationships/slideLayout" Target="../slideLayouts/slideLayout10.xml"/><Relationship Id="rId7" Type="http://schemas.openxmlformats.org/officeDocument/2006/relationships/tags" Target="../tags/tag189.xml"/><Relationship Id="rId6" Type="http://schemas.openxmlformats.org/officeDocument/2006/relationships/tags" Target="../tags/tag188.xml"/><Relationship Id="rId5" Type="http://schemas.openxmlformats.org/officeDocument/2006/relationships/tags" Target="../tags/tag187.xml"/><Relationship Id="rId4" Type="http://schemas.openxmlformats.org/officeDocument/2006/relationships/tags" Target="../tags/tag186.xml"/><Relationship Id="rId3" Type="http://schemas.openxmlformats.org/officeDocument/2006/relationships/tags" Target="../tags/tag185.xml"/><Relationship Id="rId2" Type="http://schemas.openxmlformats.org/officeDocument/2006/relationships/tags" Target="../tags/tag184.xml"/><Relationship Id="rId1" Type="http://schemas.openxmlformats.org/officeDocument/2006/relationships/tags" Target="../tags/tag183.xml"/></Relationships>
</file>

<file path=ppt/slides/_rels/slide46.xml.rels><?xml version="1.0" encoding="UTF-8" standalone="yes"?>
<Relationships xmlns="http://schemas.openxmlformats.org/package/2006/relationships"><Relationship Id="rId9" Type="http://schemas.openxmlformats.org/officeDocument/2006/relationships/notesSlide" Target="../notesSlides/notesSlide46.xml"/><Relationship Id="rId8" Type="http://schemas.openxmlformats.org/officeDocument/2006/relationships/slideLayout" Target="../slideLayouts/slideLayout10.xml"/><Relationship Id="rId7" Type="http://schemas.openxmlformats.org/officeDocument/2006/relationships/tags" Target="../tags/tag196.xml"/><Relationship Id="rId6" Type="http://schemas.openxmlformats.org/officeDocument/2006/relationships/tags" Target="../tags/tag195.xml"/><Relationship Id="rId5" Type="http://schemas.openxmlformats.org/officeDocument/2006/relationships/tags" Target="../tags/tag194.xml"/><Relationship Id="rId4" Type="http://schemas.openxmlformats.org/officeDocument/2006/relationships/tags" Target="../tags/tag193.xml"/><Relationship Id="rId3" Type="http://schemas.openxmlformats.org/officeDocument/2006/relationships/tags" Target="../tags/tag192.xml"/><Relationship Id="rId2" Type="http://schemas.openxmlformats.org/officeDocument/2006/relationships/tags" Target="../tags/tag191.xml"/><Relationship Id="rId1" Type="http://schemas.openxmlformats.org/officeDocument/2006/relationships/tags" Target="../tags/tag190.xml"/></Relationships>
</file>

<file path=ppt/slides/_rels/slide47.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slideLayout" Target="../slideLayouts/slideLayout10.xml"/><Relationship Id="rId4" Type="http://schemas.openxmlformats.org/officeDocument/2006/relationships/tags" Target="../tags/tag200.xml"/><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10.xml"/><Relationship Id="rId2" Type="http://schemas.openxmlformats.org/officeDocument/2006/relationships/tags" Target="../tags/tag202.xml"/><Relationship Id="rId1" Type="http://schemas.openxmlformats.org/officeDocument/2006/relationships/tags" Target="../tags/tag201.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10.xml"/><Relationship Id="rId2" Type="http://schemas.openxmlformats.org/officeDocument/2006/relationships/tags" Target="../tags/tag204.xml"/><Relationship Id="rId1" Type="http://schemas.openxmlformats.org/officeDocument/2006/relationships/tags" Target="../tags/tag203.xml"/></Relationships>
</file>

<file path=ppt/slides/_rels/slide50.xml.rels><?xml version="1.0" encoding="UTF-8" standalone="yes"?>
<Relationships xmlns="http://schemas.openxmlformats.org/package/2006/relationships"><Relationship Id="rId9" Type="http://schemas.openxmlformats.org/officeDocument/2006/relationships/tags" Target="../tags/tag211.xml"/><Relationship Id="rId8" Type="http://schemas.openxmlformats.org/officeDocument/2006/relationships/tags" Target="../tags/tag210.xml"/><Relationship Id="rId7" Type="http://schemas.openxmlformats.org/officeDocument/2006/relationships/tags" Target="../tags/tag209.xml"/><Relationship Id="rId6" Type="http://schemas.openxmlformats.org/officeDocument/2006/relationships/hyperlink" Target="http://stu.ityxb.com/ebookview/a3907760f77e43975fca64b834a74b7c" TargetMode="External"/><Relationship Id="rId5" Type="http://schemas.openxmlformats.org/officeDocument/2006/relationships/tags" Target="../tags/tag208.xml"/><Relationship Id="rId4" Type="http://schemas.openxmlformats.org/officeDocument/2006/relationships/image" Target="../media/image3.png"/><Relationship Id="rId3" Type="http://schemas.openxmlformats.org/officeDocument/2006/relationships/tags" Target="../tags/tag207.xml"/><Relationship Id="rId2" Type="http://schemas.openxmlformats.org/officeDocument/2006/relationships/tags" Target="../tags/tag206.xml"/><Relationship Id="rId13" Type="http://schemas.openxmlformats.org/officeDocument/2006/relationships/notesSlide" Target="../notesSlides/notesSlide50.xml"/><Relationship Id="rId12" Type="http://schemas.openxmlformats.org/officeDocument/2006/relationships/slideLayout" Target="../slideLayouts/slideLayout10.xml"/><Relationship Id="rId11" Type="http://schemas.openxmlformats.org/officeDocument/2006/relationships/image" Target="../media/image5.svg"/><Relationship Id="rId10" Type="http://schemas.openxmlformats.org/officeDocument/2006/relationships/image" Target="../media/image4.png"/><Relationship Id="rId1" Type="http://schemas.openxmlformats.org/officeDocument/2006/relationships/tags" Target="../tags/tag205.xml"/></Relationships>
</file>

<file path=ppt/slides/_rels/slide51.xml.rels><?xml version="1.0" encoding="UTF-8" standalone="yes"?>
<Relationships xmlns="http://schemas.openxmlformats.org/package/2006/relationships"><Relationship Id="rId8" Type="http://schemas.openxmlformats.org/officeDocument/2006/relationships/notesSlide" Target="../notesSlides/notesSlide51.xml"/><Relationship Id="rId7" Type="http://schemas.openxmlformats.org/officeDocument/2006/relationships/slideLayout" Target="../slideLayouts/slideLayout10.xml"/><Relationship Id="rId6" Type="http://schemas.openxmlformats.org/officeDocument/2006/relationships/tags" Target="../tags/tag217.xml"/><Relationship Id="rId5" Type="http://schemas.openxmlformats.org/officeDocument/2006/relationships/tags" Target="../tags/tag216.xml"/><Relationship Id="rId4" Type="http://schemas.openxmlformats.org/officeDocument/2006/relationships/tags" Target="../tags/tag215.xml"/><Relationship Id="rId3" Type="http://schemas.openxmlformats.org/officeDocument/2006/relationships/tags" Target="../tags/tag214.xml"/><Relationship Id="rId2" Type="http://schemas.openxmlformats.org/officeDocument/2006/relationships/tags" Target="../tags/tag213.xml"/><Relationship Id="rId1" Type="http://schemas.openxmlformats.org/officeDocument/2006/relationships/tags" Target="../tags/tag212.xml"/></Relationships>
</file>

<file path=ppt/slides/_rels/slide52.xml.rels><?xml version="1.0" encoding="UTF-8" standalone="yes"?>
<Relationships xmlns="http://schemas.openxmlformats.org/package/2006/relationships"><Relationship Id="rId6" Type="http://schemas.openxmlformats.org/officeDocument/2006/relationships/notesSlide" Target="../notesSlides/notesSlide52.xml"/><Relationship Id="rId5" Type="http://schemas.openxmlformats.org/officeDocument/2006/relationships/slideLayout" Target="../slideLayouts/slideLayout10.xml"/><Relationship Id="rId4" Type="http://schemas.openxmlformats.org/officeDocument/2006/relationships/tags" Target="../tags/tag221.xml"/><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tags" Target="../tags/tag218.xml"/></Relationships>
</file>

<file path=ppt/slides/_rels/slide53.xml.rels><?xml version="1.0" encoding="UTF-8" standalone="yes"?>
<Relationships xmlns="http://schemas.openxmlformats.org/package/2006/relationships"><Relationship Id="rId5" Type="http://schemas.openxmlformats.org/officeDocument/2006/relationships/notesSlide" Target="../notesSlides/notesSlide53.xml"/><Relationship Id="rId4" Type="http://schemas.openxmlformats.org/officeDocument/2006/relationships/slideLayout" Target="../slideLayouts/slideLayout10.xml"/><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0.xml"/><Relationship Id="rId1" Type="http://schemas.openxmlformats.org/officeDocument/2006/relationships/tags" Target="../tags/tag225.xml"/></Relationships>
</file>

<file path=ppt/slides/_rels/slide55.xml.rels><?xml version="1.0" encoding="UTF-8" standalone="yes"?>
<Relationships xmlns="http://schemas.openxmlformats.org/package/2006/relationships"><Relationship Id="rId6" Type="http://schemas.openxmlformats.org/officeDocument/2006/relationships/notesSlide" Target="../notesSlides/notesSlide55.xml"/><Relationship Id="rId5" Type="http://schemas.openxmlformats.org/officeDocument/2006/relationships/slideLayout" Target="../slideLayouts/slideLayout10.xml"/><Relationship Id="rId4" Type="http://schemas.openxmlformats.org/officeDocument/2006/relationships/tags" Target="../tags/tag229.xml"/><Relationship Id="rId3" Type="http://schemas.openxmlformats.org/officeDocument/2006/relationships/tags" Target="../tags/tag228.xml"/><Relationship Id="rId2" Type="http://schemas.openxmlformats.org/officeDocument/2006/relationships/tags" Target="../tags/tag227.xml"/><Relationship Id="rId1" Type="http://schemas.openxmlformats.org/officeDocument/2006/relationships/tags" Target="../tags/tag226.xml"/></Relationships>
</file>

<file path=ppt/slides/_rels/slide56.xml.rels><?xml version="1.0" encoding="UTF-8" standalone="yes"?>
<Relationships xmlns="http://schemas.openxmlformats.org/package/2006/relationships"><Relationship Id="rId6" Type="http://schemas.openxmlformats.org/officeDocument/2006/relationships/notesSlide" Target="../notesSlides/notesSlide56.xml"/><Relationship Id="rId5" Type="http://schemas.openxmlformats.org/officeDocument/2006/relationships/slideLayout" Target="../slideLayouts/slideLayout10.xml"/><Relationship Id="rId4" Type="http://schemas.openxmlformats.org/officeDocument/2006/relationships/tags" Target="../tags/tag233.xml"/><Relationship Id="rId3" Type="http://schemas.openxmlformats.org/officeDocument/2006/relationships/tags" Target="../tags/tag232.xml"/><Relationship Id="rId2" Type="http://schemas.openxmlformats.org/officeDocument/2006/relationships/tags" Target="../tags/tag231.xml"/><Relationship Id="rId1" Type="http://schemas.openxmlformats.org/officeDocument/2006/relationships/tags" Target="../tags/tag230.xml"/></Relationships>
</file>

<file path=ppt/slides/_rels/slide57.xml.rels><?xml version="1.0" encoding="UTF-8" standalone="yes"?>
<Relationships xmlns="http://schemas.openxmlformats.org/package/2006/relationships"><Relationship Id="rId6" Type="http://schemas.openxmlformats.org/officeDocument/2006/relationships/notesSlide" Target="../notesSlides/notesSlide57.xml"/><Relationship Id="rId5" Type="http://schemas.openxmlformats.org/officeDocument/2006/relationships/slideLayout" Target="../slideLayouts/slideLayout10.xml"/><Relationship Id="rId4" Type="http://schemas.openxmlformats.org/officeDocument/2006/relationships/tags" Target="../tags/tag237.xml"/><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tags" Target="../tags/tag234.xml"/></Relationships>
</file>

<file path=ppt/slides/_rels/slide58.xml.rels><?xml version="1.0" encoding="UTF-8" standalone="yes"?>
<Relationships xmlns="http://schemas.openxmlformats.org/package/2006/relationships"><Relationship Id="rId9" Type="http://schemas.openxmlformats.org/officeDocument/2006/relationships/tags" Target="../tags/tag244.xml"/><Relationship Id="rId8" Type="http://schemas.openxmlformats.org/officeDocument/2006/relationships/tags" Target="../tags/tag243.xml"/><Relationship Id="rId7" Type="http://schemas.openxmlformats.org/officeDocument/2006/relationships/tags" Target="../tags/tag242.xml"/><Relationship Id="rId6" Type="http://schemas.openxmlformats.org/officeDocument/2006/relationships/hyperlink" Target="http://stu.ityxb.com/ebookview/f08c7fd13c49e27246d442d745862ab1" TargetMode="External"/><Relationship Id="rId5" Type="http://schemas.openxmlformats.org/officeDocument/2006/relationships/tags" Target="../tags/tag241.xml"/><Relationship Id="rId4" Type="http://schemas.openxmlformats.org/officeDocument/2006/relationships/image" Target="../media/image3.png"/><Relationship Id="rId3" Type="http://schemas.openxmlformats.org/officeDocument/2006/relationships/tags" Target="../tags/tag240.xml"/><Relationship Id="rId2" Type="http://schemas.openxmlformats.org/officeDocument/2006/relationships/tags" Target="../tags/tag239.xml"/><Relationship Id="rId13" Type="http://schemas.openxmlformats.org/officeDocument/2006/relationships/notesSlide" Target="../notesSlides/notesSlide58.xml"/><Relationship Id="rId12" Type="http://schemas.openxmlformats.org/officeDocument/2006/relationships/slideLayout" Target="../slideLayouts/slideLayout10.xml"/><Relationship Id="rId11" Type="http://schemas.openxmlformats.org/officeDocument/2006/relationships/image" Target="../media/image5.svg"/><Relationship Id="rId10" Type="http://schemas.openxmlformats.org/officeDocument/2006/relationships/image" Target="../media/image4.png"/><Relationship Id="rId1" Type="http://schemas.openxmlformats.org/officeDocument/2006/relationships/tags" Target="../tags/tag238.xml"/></Relationships>
</file>

<file path=ppt/slides/_rels/slide59.xml.rels><?xml version="1.0" encoding="UTF-8" standalone="yes"?>
<Relationships xmlns="http://schemas.openxmlformats.org/package/2006/relationships"><Relationship Id="rId6" Type="http://schemas.openxmlformats.org/officeDocument/2006/relationships/notesSlide" Target="../notesSlides/notesSlide59.xml"/><Relationship Id="rId5" Type="http://schemas.openxmlformats.org/officeDocument/2006/relationships/slideLayout" Target="../slideLayouts/slideLayout10.xml"/><Relationship Id="rId4" Type="http://schemas.openxmlformats.org/officeDocument/2006/relationships/tags" Target="../tags/tag248.xml"/><Relationship Id="rId3" Type="http://schemas.openxmlformats.org/officeDocument/2006/relationships/tags" Target="../tags/tag247.xml"/><Relationship Id="rId2" Type="http://schemas.openxmlformats.org/officeDocument/2006/relationships/tags" Target="../tags/tag246.xml"/><Relationship Id="rId1" Type="http://schemas.openxmlformats.org/officeDocument/2006/relationships/tags" Target="../tags/tag245.xml"/></Relationships>
</file>

<file path=ppt/slides/_rels/slide60.xml.rels><?xml version="1.0" encoding="UTF-8" standalone="yes"?>
<Relationships xmlns="http://schemas.openxmlformats.org/package/2006/relationships"><Relationship Id="rId9" Type="http://schemas.openxmlformats.org/officeDocument/2006/relationships/tags" Target="../tags/tag257.xml"/><Relationship Id="rId8" Type="http://schemas.openxmlformats.org/officeDocument/2006/relationships/tags" Target="../tags/tag256.xml"/><Relationship Id="rId7" Type="http://schemas.openxmlformats.org/officeDocument/2006/relationships/tags" Target="../tags/tag255.xml"/><Relationship Id="rId6" Type="http://schemas.openxmlformats.org/officeDocument/2006/relationships/tags" Target="../tags/tag254.xml"/><Relationship Id="rId5" Type="http://schemas.openxmlformats.org/officeDocument/2006/relationships/tags" Target="../tags/tag253.xml"/><Relationship Id="rId4" Type="http://schemas.openxmlformats.org/officeDocument/2006/relationships/tags" Target="../tags/tag252.xml"/><Relationship Id="rId3" Type="http://schemas.openxmlformats.org/officeDocument/2006/relationships/tags" Target="../tags/tag251.xml"/><Relationship Id="rId2" Type="http://schemas.openxmlformats.org/officeDocument/2006/relationships/tags" Target="../tags/tag250.xml"/><Relationship Id="rId17" Type="http://schemas.openxmlformats.org/officeDocument/2006/relationships/notesSlide" Target="../notesSlides/notesSlide60.xml"/><Relationship Id="rId16" Type="http://schemas.openxmlformats.org/officeDocument/2006/relationships/slideLayout" Target="../slideLayouts/slideLayout10.xml"/><Relationship Id="rId15" Type="http://schemas.openxmlformats.org/officeDocument/2006/relationships/tags" Target="../tags/tag263.xml"/><Relationship Id="rId14" Type="http://schemas.openxmlformats.org/officeDocument/2006/relationships/tags" Target="../tags/tag262.xml"/><Relationship Id="rId13" Type="http://schemas.openxmlformats.org/officeDocument/2006/relationships/tags" Target="../tags/tag261.xml"/><Relationship Id="rId12" Type="http://schemas.openxmlformats.org/officeDocument/2006/relationships/tags" Target="../tags/tag260.xml"/><Relationship Id="rId11" Type="http://schemas.openxmlformats.org/officeDocument/2006/relationships/tags" Target="../tags/tag259.xml"/><Relationship Id="rId10" Type="http://schemas.openxmlformats.org/officeDocument/2006/relationships/tags" Target="../tags/tag258.xml"/><Relationship Id="rId1" Type="http://schemas.openxmlformats.org/officeDocument/2006/relationships/tags" Target="../tags/tag249.xml"/></Relationships>
</file>

<file path=ppt/slides/_rels/slide61.xml.rels><?xml version="1.0" encoding="UTF-8" standalone="yes"?>
<Relationships xmlns="http://schemas.openxmlformats.org/package/2006/relationships"><Relationship Id="rId6" Type="http://schemas.openxmlformats.org/officeDocument/2006/relationships/notesSlide" Target="../notesSlides/notesSlide61.xml"/><Relationship Id="rId5" Type="http://schemas.openxmlformats.org/officeDocument/2006/relationships/slideLayout" Target="../slideLayouts/slideLayout10.xml"/><Relationship Id="rId4" Type="http://schemas.openxmlformats.org/officeDocument/2006/relationships/tags" Target="../tags/tag267.xml"/><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tags" Target="../tags/tag26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6" Type="http://schemas.openxmlformats.org/officeDocument/2006/relationships/notesSlide" Target="../notesSlides/notesSlide63.xml"/><Relationship Id="rId5" Type="http://schemas.openxmlformats.org/officeDocument/2006/relationships/slideLayout" Target="../slideLayouts/slideLayout10.xml"/><Relationship Id="rId4" Type="http://schemas.openxmlformats.org/officeDocument/2006/relationships/tags" Target="../tags/tag271.xml"/><Relationship Id="rId3" Type="http://schemas.openxmlformats.org/officeDocument/2006/relationships/tags" Target="../tags/tag270.xml"/><Relationship Id="rId2" Type="http://schemas.openxmlformats.org/officeDocument/2006/relationships/tags" Target="../tags/tag269.xml"/><Relationship Id="rId1" Type="http://schemas.openxmlformats.org/officeDocument/2006/relationships/tags" Target="../tags/tag268.xml"/></Relationships>
</file>

<file path=ppt/slides/_rels/slide64.xml.rels><?xml version="1.0" encoding="UTF-8" standalone="yes"?>
<Relationships xmlns="http://schemas.openxmlformats.org/package/2006/relationships"><Relationship Id="rId8" Type="http://schemas.openxmlformats.org/officeDocument/2006/relationships/notesSlide" Target="../notesSlides/notesSlide64.xml"/><Relationship Id="rId7" Type="http://schemas.openxmlformats.org/officeDocument/2006/relationships/slideLayout" Target="../slideLayouts/slideLayout10.xml"/><Relationship Id="rId6" Type="http://schemas.openxmlformats.org/officeDocument/2006/relationships/tags" Target="../tags/tag276.xml"/><Relationship Id="rId5" Type="http://schemas.openxmlformats.org/officeDocument/2006/relationships/tags" Target="../tags/tag275.xml"/><Relationship Id="rId4" Type="http://schemas.openxmlformats.org/officeDocument/2006/relationships/tags" Target="../tags/tag274.xml"/><Relationship Id="rId3" Type="http://schemas.openxmlformats.org/officeDocument/2006/relationships/tags" Target="../tags/tag273.xml"/><Relationship Id="rId2" Type="http://schemas.openxmlformats.org/officeDocument/2006/relationships/image" Target="../media/image2.png"/><Relationship Id="rId1" Type="http://schemas.openxmlformats.org/officeDocument/2006/relationships/tags" Target="../tags/tag27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0.xml"/><Relationship Id="rId1" Type="http://schemas.openxmlformats.org/officeDocument/2006/relationships/tags" Target="../tags/tag277.xml"/></Relationships>
</file>

<file path=ppt/slides/_rels/slide66.xml.rels><?xml version="1.0" encoding="UTF-8" standalone="yes"?>
<Relationships xmlns="http://schemas.openxmlformats.org/package/2006/relationships"><Relationship Id="rId9" Type="http://schemas.openxmlformats.org/officeDocument/2006/relationships/tags" Target="../tags/tag286.xml"/><Relationship Id="rId8" Type="http://schemas.openxmlformats.org/officeDocument/2006/relationships/tags" Target="../tags/tag285.xml"/><Relationship Id="rId7" Type="http://schemas.openxmlformats.org/officeDocument/2006/relationships/tags" Target="../tags/tag284.xml"/><Relationship Id="rId6" Type="http://schemas.openxmlformats.org/officeDocument/2006/relationships/tags" Target="../tags/tag283.xml"/><Relationship Id="rId5" Type="http://schemas.openxmlformats.org/officeDocument/2006/relationships/tags" Target="../tags/tag282.xml"/><Relationship Id="rId4" Type="http://schemas.openxmlformats.org/officeDocument/2006/relationships/tags" Target="../tags/tag281.xml"/><Relationship Id="rId3" Type="http://schemas.openxmlformats.org/officeDocument/2006/relationships/tags" Target="../tags/tag280.xml"/><Relationship Id="rId21" Type="http://schemas.openxmlformats.org/officeDocument/2006/relationships/notesSlide" Target="../notesSlides/notesSlide66.xml"/><Relationship Id="rId20" Type="http://schemas.openxmlformats.org/officeDocument/2006/relationships/slideLayout" Target="../slideLayouts/slideLayout10.xml"/><Relationship Id="rId2" Type="http://schemas.openxmlformats.org/officeDocument/2006/relationships/tags" Target="../tags/tag279.xml"/><Relationship Id="rId19" Type="http://schemas.openxmlformats.org/officeDocument/2006/relationships/tags" Target="../tags/tag296.xml"/><Relationship Id="rId18" Type="http://schemas.openxmlformats.org/officeDocument/2006/relationships/tags" Target="../tags/tag295.xml"/><Relationship Id="rId17" Type="http://schemas.openxmlformats.org/officeDocument/2006/relationships/tags" Target="../tags/tag294.xml"/><Relationship Id="rId16" Type="http://schemas.openxmlformats.org/officeDocument/2006/relationships/tags" Target="../tags/tag293.xml"/><Relationship Id="rId15" Type="http://schemas.openxmlformats.org/officeDocument/2006/relationships/tags" Target="../tags/tag292.xml"/><Relationship Id="rId14" Type="http://schemas.openxmlformats.org/officeDocument/2006/relationships/tags" Target="../tags/tag291.xml"/><Relationship Id="rId13" Type="http://schemas.openxmlformats.org/officeDocument/2006/relationships/tags" Target="../tags/tag290.xml"/><Relationship Id="rId12" Type="http://schemas.openxmlformats.org/officeDocument/2006/relationships/tags" Target="../tags/tag289.xml"/><Relationship Id="rId11" Type="http://schemas.openxmlformats.org/officeDocument/2006/relationships/tags" Target="../tags/tag288.xml"/><Relationship Id="rId10" Type="http://schemas.openxmlformats.org/officeDocument/2006/relationships/tags" Target="../tags/tag287.xml"/><Relationship Id="rId1" Type="http://schemas.openxmlformats.org/officeDocument/2006/relationships/tags" Target="../tags/tag278.xml"/></Relationships>
</file>

<file path=ppt/slides/_rels/slide67.xml.rels><?xml version="1.0" encoding="UTF-8" standalone="yes"?>
<Relationships xmlns="http://schemas.openxmlformats.org/package/2006/relationships"><Relationship Id="rId9" Type="http://schemas.openxmlformats.org/officeDocument/2006/relationships/tags" Target="../tags/tag303.xml"/><Relationship Id="rId8" Type="http://schemas.openxmlformats.org/officeDocument/2006/relationships/tags" Target="../tags/tag302.xml"/><Relationship Id="rId7" Type="http://schemas.openxmlformats.org/officeDocument/2006/relationships/hyperlink" Target="http://stu.ityxb.com/ebookview/339c131aa623c53787c611caf5fe0277" TargetMode="External"/><Relationship Id="rId6" Type="http://schemas.openxmlformats.org/officeDocument/2006/relationships/tags" Target="../tags/tag301.xml"/><Relationship Id="rId5" Type="http://schemas.openxmlformats.org/officeDocument/2006/relationships/image" Target="../media/image3.png"/><Relationship Id="rId4" Type="http://schemas.openxmlformats.org/officeDocument/2006/relationships/tags" Target="../tags/tag300.xml"/><Relationship Id="rId3" Type="http://schemas.openxmlformats.org/officeDocument/2006/relationships/tags" Target="../tags/tag299.xml"/><Relationship Id="rId2" Type="http://schemas.openxmlformats.org/officeDocument/2006/relationships/tags" Target="../tags/tag298.xml"/><Relationship Id="rId16" Type="http://schemas.openxmlformats.org/officeDocument/2006/relationships/notesSlide" Target="../notesSlides/notesSlide67.xml"/><Relationship Id="rId15" Type="http://schemas.openxmlformats.org/officeDocument/2006/relationships/slideLayout" Target="../slideLayouts/slideLayout10.xml"/><Relationship Id="rId14" Type="http://schemas.openxmlformats.org/officeDocument/2006/relationships/tags" Target="../tags/tag306.xml"/><Relationship Id="rId13" Type="http://schemas.openxmlformats.org/officeDocument/2006/relationships/tags" Target="../tags/tag305.xml"/><Relationship Id="rId12" Type="http://schemas.openxmlformats.org/officeDocument/2006/relationships/image" Target="../media/image5.svg"/><Relationship Id="rId11" Type="http://schemas.openxmlformats.org/officeDocument/2006/relationships/image" Target="../media/image4.png"/><Relationship Id="rId10" Type="http://schemas.openxmlformats.org/officeDocument/2006/relationships/tags" Target="../tags/tag304.xml"/><Relationship Id="rId1" Type="http://schemas.openxmlformats.org/officeDocument/2006/relationships/tags" Target="../tags/tag297.xml"/></Relationships>
</file>

<file path=ppt/slides/_rels/slide68.xml.rels><?xml version="1.0" encoding="UTF-8" standalone="yes"?>
<Relationships xmlns="http://schemas.openxmlformats.org/package/2006/relationships"><Relationship Id="rId6" Type="http://schemas.openxmlformats.org/officeDocument/2006/relationships/notesSlide" Target="../notesSlides/notesSlide68.xml"/><Relationship Id="rId5" Type="http://schemas.openxmlformats.org/officeDocument/2006/relationships/slideLayout" Target="../slideLayouts/slideLayout10.xml"/><Relationship Id="rId4" Type="http://schemas.openxmlformats.org/officeDocument/2006/relationships/tags" Target="../tags/tag310.xml"/><Relationship Id="rId3" Type="http://schemas.openxmlformats.org/officeDocument/2006/relationships/tags" Target="../tags/tag309.xml"/><Relationship Id="rId2" Type="http://schemas.openxmlformats.org/officeDocument/2006/relationships/tags" Target="../tags/tag308.xml"/><Relationship Id="rId1" Type="http://schemas.openxmlformats.org/officeDocument/2006/relationships/tags" Target="../tags/tag307.xml"/></Relationships>
</file>

<file path=ppt/slides/_rels/slide69.xml.rels><?xml version="1.0" encoding="UTF-8" standalone="yes"?>
<Relationships xmlns="http://schemas.openxmlformats.org/package/2006/relationships"><Relationship Id="rId9" Type="http://schemas.openxmlformats.org/officeDocument/2006/relationships/tags" Target="../tags/tag317.xml"/><Relationship Id="rId8" Type="http://schemas.openxmlformats.org/officeDocument/2006/relationships/tags" Target="../tags/tag316.xml"/><Relationship Id="rId7" Type="http://schemas.openxmlformats.org/officeDocument/2006/relationships/hyperlink" Target="http://stu.ityxb.com/ebookview/ae92c6f569194a93be8828af80cb0acf" TargetMode="External"/><Relationship Id="rId6" Type="http://schemas.openxmlformats.org/officeDocument/2006/relationships/tags" Target="../tags/tag315.xml"/><Relationship Id="rId5" Type="http://schemas.openxmlformats.org/officeDocument/2006/relationships/image" Target="../media/image3.png"/><Relationship Id="rId4" Type="http://schemas.openxmlformats.org/officeDocument/2006/relationships/tags" Target="../tags/tag314.xml"/><Relationship Id="rId3" Type="http://schemas.openxmlformats.org/officeDocument/2006/relationships/tags" Target="../tags/tag313.xml"/><Relationship Id="rId2" Type="http://schemas.openxmlformats.org/officeDocument/2006/relationships/tags" Target="../tags/tag312.xml"/><Relationship Id="rId15" Type="http://schemas.openxmlformats.org/officeDocument/2006/relationships/notesSlide" Target="../notesSlides/notesSlide69.xml"/><Relationship Id="rId14" Type="http://schemas.openxmlformats.org/officeDocument/2006/relationships/slideLayout" Target="../slideLayouts/slideLayout10.xml"/><Relationship Id="rId13" Type="http://schemas.openxmlformats.org/officeDocument/2006/relationships/tags" Target="../tags/tag319.xml"/><Relationship Id="rId12" Type="http://schemas.openxmlformats.org/officeDocument/2006/relationships/image" Target="../media/image5.svg"/><Relationship Id="rId11" Type="http://schemas.openxmlformats.org/officeDocument/2006/relationships/image" Target="../media/image4.png"/><Relationship Id="rId10" Type="http://schemas.openxmlformats.org/officeDocument/2006/relationships/tags" Target="../tags/tag318.xml"/><Relationship Id="rId1" Type="http://schemas.openxmlformats.org/officeDocument/2006/relationships/tags" Target="../tags/tag311.xml"/></Relationships>
</file>

<file path=ppt/slides/_rels/slide70.xml.rels><?xml version="1.0" encoding="UTF-8" standalone="yes"?>
<Relationships xmlns="http://schemas.openxmlformats.org/package/2006/relationships"><Relationship Id="rId9" Type="http://schemas.openxmlformats.org/officeDocument/2006/relationships/tags" Target="../tags/tag326.xml"/><Relationship Id="rId8" Type="http://schemas.openxmlformats.org/officeDocument/2006/relationships/tags" Target="../tags/tag325.xml"/><Relationship Id="rId7" Type="http://schemas.openxmlformats.org/officeDocument/2006/relationships/hyperlink" Target="http://stu.ityxb.com/ebookview/576c3a2acf08c383a2824ab4e886b6e4" TargetMode="External"/><Relationship Id="rId6" Type="http://schemas.openxmlformats.org/officeDocument/2006/relationships/tags" Target="../tags/tag324.xml"/><Relationship Id="rId5" Type="http://schemas.openxmlformats.org/officeDocument/2006/relationships/image" Target="../media/image3.png"/><Relationship Id="rId4" Type="http://schemas.openxmlformats.org/officeDocument/2006/relationships/tags" Target="../tags/tag323.xml"/><Relationship Id="rId3" Type="http://schemas.openxmlformats.org/officeDocument/2006/relationships/tags" Target="../tags/tag322.xml"/><Relationship Id="rId2" Type="http://schemas.openxmlformats.org/officeDocument/2006/relationships/tags" Target="../tags/tag321.xml"/><Relationship Id="rId15" Type="http://schemas.openxmlformats.org/officeDocument/2006/relationships/notesSlide" Target="../notesSlides/notesSlide70.xml"/><Relationship Id="rId14" Type="http://schemas.openxmlformats.org/officeDocument/2006/relationships/slideLayout" Target="../slideLayouts/slideLayout10.xml"/><Relationship Id="rId13" Type="http://schemas.openxmlformats.org/officeDocument/2006/relationships/tags" Target="../tags/tag328.xml"/><Relationship Id="rId12" Type="http://schemas.openxmlformats.org/officeDocument/2006/relationships/image" Target="../media/image5.svg"/><Relationship Id="rId11" Type="http://schemas.openxmlformats.org/officeDocument/2006/relationships/image" Target="../media/image4.png"/><Relationship Id="rId10" Type="http://schemas.openxmlformats.org/officeDocument/2006/relationships/tags" Target="../tags/tag327.xml"/><Relationship Id="rId1" Type="http://schemas.openxmlformats.org/officeDocument/2006/relationships/tags" Target="../tags/tag320.xml"/></Relationships>
</file>

<file path=ppt/slides/_rels/slide71.xml.rels><?xml version="1.0" encoding="UTF-8" standalone="yes"?>
<Relationships xmlns="http://schemas.openxmlformats.org/package/2006/relationships"><Relationship Id="rId8" Type="http://schemas.openxmlformats.org/officeDocument/2006/relationships/notesSlide" Target="../notesSlides/notesSlide71.xml"/><Relationship Id="rId7" Type="http://schemas.openxmlformats.org/officeDocument/2006/relationships/slideLayout" Target="../slideLayouts/slideLayout10.xml"/><Relationship Id="rId6" Type="http://schemas.openxmlformats.org/officeDocument/2006/relationships/tags" Target="../tags/tag334.xml"/><Relationship Id="rId5" Type="http://schemas.openxmlformats.org/officeDocument/2006/relationships/tags" Target="../tags/tag333.xml"/><Relationship Id="rId4" Type="http://schemas.openxmlformats.org/officeDocument/2006/relationships/tags" Target="../tags/tag332.xml"/><Relationship Id="rId3" Type="http://schemas.openxmlformats.org/officeDocument/2006/relationships/tags" Target="../tags/tag331.xml"/><Relationship Id="rId2" Type="http://schemas.openxmlformats.org/officeDocument/2006/relationships/tags" Target="../tags/tag330.xml"/><Relationship Id="rId1" Type="http://schemas.openxmlformats.org/officeDocument/2006/relationships/tags" Target="../tags/tag329.xml"/></Relationships>
</file>

<file path=ppt/slides/_rels/slide72.xml.rels><?xml version="1.0" encoding="UTF-8" standalone="yes"?>
<Relationships xmlns="http://schemas.openxmlformats.org/package/2006/relationships"><Relationship Id="rId8" Type="http://schemas.openxmlformats.org/officeDocument/2006/relationships/notesSlide" Target="../notesSlides/notesSlide72.xml"/><Relationship Id="rId7"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tags" Target="../tags/tag339.xml"/><Relationship Id="rId4" Type="http://schemas.openxmlformats.org/officeDocument/2006/relationships/tags" Target="../tags/tag338.xml"/><Relationship Id="rId3" Type="http://schemas.openxmlformats.org/officeDocument/2006/relationships/tags" Target="../tags/tag337.xml"/><Relationship Id="rId2" Type="http://schemas.openxmlformats.org/officeDocument/2006/relationships/tags" Target="../tags/tag336.xml"/><Relationship Id="rId1" Type="http://schemas.openxmlformats.org/officeDocument/2006/relationships/tags" Target="../tags/tag335.xml"/></Relationships>
</file>

<file path=ppt/slides/_rels/slide73.xml.rels><?xml version="1.0" encoding="UTF-8" standalone="yes"?>
<Relationships xmlns="http://schemas.openxmlformats.org/package/2006/relationships"><Relationship Id="rId9" Type="http://schemas.openxmlformats.org/officeDocument/2006/relationships/tags" Target="../tags/tag348.xml"/><Relationship Id="rId8" Type="http://schemas.openxmlformats.org/officeDocument/2006/relationships/tags" Target="../tags/tag347.xml"/><Relationship Id="rId7" Type="http://schemas.openxmlformats.org/officeDocument/2006/relationships/tags" Target="../tags/tag346.xml"/><Relationship Id="rId6" Type="http://schemas.openxmlformats.org/officeDocument/2006/relationships/tags" Target="../tags/tag345.xml"/><Relationship Id="rId5" Type="http://schemas.openxmlformats.org/officeDocument/2006/relationships/tags" Target="../tags/tag344.xml"/><Relationship Id="rId4" Type="http://schemas.openxmlformats.org/officeDocument/2006/relationships/tags" Target="../tags/tag343.xml"/><Relationship Id="rId3" Type="http://schemas.openxmlformats.org/officeDocument/2006/relationships/tags" Target="../tags/tag342.xml"/><Relationship Id="rId24" Type="http://schemas.openxmlformats.org/officeDocument/2006/relationships/notesSlide" Target="../notesSlides/notesSlide73.xml"/><Relationship Id="rId23" Type="http://schemas.openxmlformats.org/officeDocument/2006/relationships/slideLayout" Target="../slideLayouts/slideLayout10.xml"/><Relationship Id="rId22" Type="http://schemas.openxmlformats.org/officeDocument/2006/relationships/tags" Target="../tags/tag361.xml"/><Relationship Id="rId21" Type="http://schemas.openxmlformats.org/officeDocument/2006/relationships/tags" Target="../tags/tag360.xml"/><Relationship Id="rId20" Type="http://schemas.openxmlformats.org/officeDocument/2006/relationships/tags" Target="../tags/tag359.xml"/><Relationship Id="rId2" Type="http://schemas.openxmlformats.org/officeDocument/2006/relationships/tags" Target="../tags/tag341.xml"/><Relationship Id="rId19" Type="http://schemas.openxmlformats.org/officeDocument/2006/relationships/tags" Target="../tags/tag358.xml"/><Relationship Id="rId18" Type="http://schemas.openxmlformats.org/officeDocument/2006/relationships/tags" Target="../tags/tag357.xml"/><Relationship Id="rId17" Type="http://schemas.openxmlformats.org/officeDocument/2006/relationships/tags" Target="../tags/tag356.xml"/><Relationship Id="rId16" Type="http://schemas.openxmlformats.org/officeDocument/2006/relationships/tags" Target="../tags/tag355.xml"/><Relationship Id="rId15" Type="http://schemas.openxmlformats.org/officeDocument/2006/relationships/tags" Target="../tags/tag354.xml"/><Relationship Id="rId14" Type="http://schemas.openxmlformats.org/officeDocument/2006/relationships/tags" Target="../tags/tag353.xml"/><Relationship Id="rId13" Type="http://schemas.openxmlformats.org/officeDocument/2006/relationships/tags" Target="../tags/tag352.xml"/><Relationship Id="rId12" Type="http://schemas.openxmlformats.org/officeDocument/2006/relationships/tags" Target="../tags/tag351.xml"/><Relationship Id="rId11" Type="http://schemas.openxmlformats.org/officeDocument/2006/relationships/tags" Target="../tags/tag350.xml"/><Relationship Id="rId10" Type="http://schemas.openxmlformats.org/officeDocument/2006/relationships/tags" Target="../tags/tag349.xml"/><Relationship Id="rId1" Type="http://schemas.openxmlformats.org/officeDocument/2006/relationships/tags" Target="../tags/tag340.xml"/></Relationships>
</file>

<file path=ppt/slides/_rels/slide74.xml.rels><?xml version="1.0" encoding="UTF-8" standalone="yes"?>
<Relationships xmlns="http://schemas.openxmlformats.org/package/2006/relationships"><Relationship Id="rId9" Type="http://schemas.openxmlformats.org/officeDocument/2006/relationships/notesSlide" Target="../notesSlides/notesSlide74.xml"/><Relationship Id="rId8" Type="http://schemas.openxmlformats.org/officeDocument/2006/relationships/slideLayout" Target="../slideLayouts/slideLayout10.xml"/><Relationship Id="rId7" Type="http://schemas.openxmlformats.org/officeDocument/2006/relationships/tags" Target="../tags/tag368.xml"/><Relationship Id="rId6" Type="http://schemas.openxmlformats.org/officeDocument/2006/relationships/tags" Target="../tags/tag367.xml"/><Relationship Id="rId5" Type="http://schemas.openxmlformats.org/officeDocument/2006/relationships/tags" Target="../tags/tag366.xml"/><Relationship Id="rId4" Type="http://schemas.openxmlformats.org/officeDocument/2006/relationships/tags" Target="../tags/tag365.xml"/><Relationship Id="rId3" Type="http://schemas.openxmlformats.org/officeDocument/2006/relationships/tags" Target="../tags/tag364.xml"/><Relationship Id="rId2" Type="http://schemas.openxmlformats.org/officeDocument/2006/relationships/tags" Target="../tags/tag363.xml"/><Relationship Id="rId1" Type="http://schemas.openxmlformats.org/officeDocument/2006/relationships/tags" Target="../tags/tag362.xml"/></Relationships>
</file>

<file path=ppt/slides/_rels/slide75.xml.rels><?xml version="1.0" encoding="UTF-8" standalone="yes"?>
<Relationships xmlns="http://schemas.openxmlformats.org/package/2006/relationships"><Relationship Id="rId8" Type="http://schemas.openxmlformats.org/officeDocument/2006/relationships/notesSlide" Target="../notesSlides/notesSlide75.xml"/><Relationship Id="rId7" Type="http://schemas.openxmlformats.org/officeDocument/2006/relationships/slideLayout" Target="../slideLayouts/slideLayout10.xml"/><Relationship Id="rId6" Type="http://schemas.openxmlformats.org/officeDocument/2006/relationships/tags" Target="../tags/tag374.xml"/><Relationship Id="rId5" Type="http://schemas.openxmlformats.org/officeDocument/2006/relationships/tags" Target="../tags/tag373.xml"/><Relationship Id="rId4" Type="http://schemas.openxmlformats.org/officeDocument/2006/relationships/tags" Target="../tags/tag372.xml"/><Relationship Id="rId3" Type="http://schemas.openxmlformats.org/officeDocument/2006/relationships/tags" Target="../tags/tag371.xml"/><Relationship Id="rId2" Type="http://schemas.openxmlformats.org/officeDocument/2006/relationships/tags" Target="../tags/tag370.xml"/><Relationship Id="rId1" Type="http://schemas.openxmlformats.org/officeDocument/2006/relationships/tags" Target="../tags/tag369.xml"/></Relationships>
</file>

<file path=ppt/slides/_rels/slide76.xml.rels><?xml version="1.0" encoding="UTF-8" standalone="yes"?>
<Relationships xmlns="http://schemas.openxmlformats.org/package/2006/relationships"><Relationship Id="rId8" Type="http://schemas.openxmlformats.org/officeDocument/2006/relationships/notesSlide" Target="../notesSlides/notesSlide76.xml"/><Relationship Id="rId7" Type="http://schemas.openxmlformats.org/officeDocument/2006/relationships/slideLayout" Target="../slideLayouts/slideLayout10.xml"/><Relationship Id="rId6" Type="http://schemas.openxmlformats.org/officeDocument/2006/relationships/tags" Target="../tags/tag380.xml"/><Relationship Id="rId5" Type="http://schemas.openxmlformats.org/officeDocument/2006/relationships/tags" Target="../tags/tag379.xml"/><Relationship Id="rId4" Type="http://schemas.openxmlformats.org/officeDocument/2006/relationships/tags" Target="../tags/tag378.xml"/><Relationship Id="rId3" Type="http://schemas.openxmlformats.org/officeDocument/2006/relationships/tags" Target="../tags/tag377.xml"/><Relationship Id="rId2" Type="http://schemas.openxmlformats.org/officeDocument/2006/relationships/tags" Target="../tags/tag376.xml"/><Relationship Id="rId1" Type="http://schemas.openxmlformats.org/officeDocument/2006/relationships/tags" Target="../tags/tag375.xml"/></Relationships>
</file>

<file path=ppt/slides/_rels/slide77.xml.rels><?xml version="1.0" encoding="UTF-8" standalone="yes"?>
<Relationships xmlns="http://schemas.openxmlformats.org/package/2006/relationships"><Relationship Id="rId8" Type="http://schemas.openxmlformats.org/officeDocument/2006/relationships/notesSlide" Target="../notesSlides/notesSlide77.xml"/><Relationship Id="rId7" Type="http://schemas.openxmlformats.org/officeDocument/2006/relationships/slideLayout" Target="../slideLayouts/slideLayout10.xml"/><Relationship Id="rId6" Type="http://schemas.openxmlformats.org/officeDocument/2006/relationships/image" Target="../media/image10.png"/><Relationship Id="rId5" Type="http://schemas.openxmlformats.org/officeDocument/2006/relationships/tags" Target="../tags/tag385.xml"/><Relationship Id="rId4" Type="http://schemas.openxmlformats.org/officeDocument/2006/relationships/tags" Target="../tags/tag384.xml"/><Relationship Id="rId3" Type="http://schemas.openxmlformats.org/officeDocument/2006/relationships/tags" Target="../tags/tag383.xml"/><Relationship Id="rId2" Type="http://schemas.openxmlformats.org/officeDocument/2006/relationships/tags" Target="../tags/tag382.xml"/><Relationship Id="rId1" Type="http://schemas.openxmlformats.org/officeDocument/2006/relationships/tags" Target="../tags/tag381.xml"/></Relationships>
</file>

<file path=ppt/slides/_rels/slide78.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tags" Target="../tags/tag393.xml"/><Relationship Id="rId7" Type="http://schemas.openxmlformats.org/officeDocument/2006/relationships/tags" Target="../tags/tag392.xml"/><Relationship Id="rId6" Type="http://schemas.openxmlformats.org/officeDocument/2006/relationships/tags" Target="../tags/tag391.xml"/><Relationship Id="rId5" Type="http://schemas.openxmlformats.org/officeDocument/2006/relationships/tags" Target="../tags/tag390.xml"/><Relationship Id="rId4" Type="http://schemas.openxmlformats.org/officeDocument/2006/relationships/tags" Target="../tags/tag389.xml"/><Relationship Id="rId3" Type="http://schemas.openxmlformats.org/officeDocument/2006/relationships/tags" Target="../tags/tag388.xml"/><Relationship Id="rId2" Type="http://schemas.openxmlformats.org/officeDocument/2006/relationships/tags" Target="../tags/tag387.xml"/><Relationship Id="rId10" Type="http://schemas.openxmlformats.org/officeDocument/2006/relationships/notesSlide" Target="../notesSlides/notesSlide78.xml"/><Relationship Id="rId1" Type="http://schemas.openxmlformats.org/officeDocument/2006/relationships/tags" Target="../tags/tag386.xml"/></Relationships>
</file>

<file path=ppt/slides/_rels/slide79.xml.rels><?xml version="1.0" encoding="UTF-8" standalone="yes"?>
<Relationships xmlns="http://schemas.openxmlformats.org/package/2006/relationships"><Relationship Id="rId8" Type="http://schemas.openxmlformats.org/officeDocument/2006/relationships/notesSlide" Target="../notesSlides/notesSlide79.xml"/><Relationship Id="rId7" Type="http://schemas.openxmlformats.org/officeDocument/2006/relationships/slideLayout" Target="../slideLayouts/slideLayout10.xml"/><Relationship Id="rId6" Type="http://schemas.openxmlformats.org/officeDocument/2006/relationships/tags" Target="../tags/tag399.xml"/><Relationship Id="rId5" Type="http://schemas.openxmlformats.org/officeDocument/2006/relationships/tags" Target="../tags/tag398.xml"/><Relationship Id="rId4" Type="http://schemas.openxmlformats.org/officeDocument/2006/relationships/tags" Target="../tags/tag397.xml"/><Relationship Id="rId3" Type="http://schemas.openxmlformats.org/officeDocument/2006/relationships/tags" Target="../tags/tag396.xml"/><Relationship Id="rId2" Type="http://schemas.openxmlformats.org/officeDocument/2006/relationships/tags" Target="../tags/tag395.xml"/><Relationship Id="rId1" Type="http://schemas.openxmlformats.org/officeDocument/2006/relationships/tags" Target="../tags/tag394.xml"/></Relationships>
</file>

<file path=ppt/slides/_rels/slide80.xml.rels><?xml version="1.0" encoding="UTF-8" standalone="yes"?>
<Relationships xmlns="http://schemas.openxmlformats.org/package/2006/relationships"><Relationship Id="rId8" Type="http://schemas.openxmlformats.org/officeDocument/2006/relationships/notesSlide" Target="../notesSlides/notesSlide80.xml"/><Relationship Id="rId7" Type="http://schemas.openxmlformats.org/officeDocument/2006/relationships/slideLayout" Target="../slideLayouts/slideLayout10.xml"/><Relationship Id="rId6" Type="http://schemas.openxmlformats.org/officeDocument/2006/relationships/tags" Target="../tags/tag405.xml"/><Relationship Id="rId5" Type="http://schemas.openxmlformats.org/officeDocument/2006/relationships/tags" Target="../tags/tag404.xml"/><Relationship Id="rId4" Type="http://schemas.openxmlformats.org/officeDocument/2006/relationships/tags" Target="../tags/tag403.xml"/><Relationship Id="rId3" Type="http://schemas.openxmlformats.org/officeDocument/2006/relationships/tags" Target="../tags/tag402.xml"/><Relationship Id="rId2" Type="http://schemas.openxmlformats.org/officeDocument/2006/relationships/tags" Target="../tags/tag401.xml"/><Relationship Id="rId1" Type="http://schemas.openxmlformats.org/officeDocument/2006/relationships/tags" Target="../tags/tag400.xml"/></Relationships>
</file>

<file path=ppt/slides/_rels/slide81.xml.rels><?xml version="1.0" encoding="UTF-8" standalone="yes"?>
<Relationships xmlns="http://schemas.openxmlformats.org/package/2006/relationships"><Relationship Id="rId8" Type="http://schemas.openxmlformats.org/officeDocument/2006/relationships/notesSlide" Target="../notesSlides/notesSlide81.xml"/><Relationship Id="rId7" Type="http://schemas.openxmlformats.org/officeDocument/2006/relationships/slideLayout" Target="../slideLayouts/slideLayout10.xml"/><Relationship Id="rId6" Type="http://schemas.openxmlformats.org/officeDocument/2006/relationships/image" Target="../media/image11.png"/><Relationship Id="rId5" Type="http://schemas.openxmlformats.org/officeDocument/2006/relationships/tags" Target="../tags/tag410.xml"/><Relationship Id="rId4" Type="http://schemas.openxmlformats.org/officeDocument/2006/relationships/tags" Target="../tags/tag409.xml"/><Relationship Id="rId3" Type="http://schemas.openxmlformats.org/officeDocument/2006/relationships/tags" Target="../tags/tag408.xml"/><Relationship Id="rId2" Type="http://schemas.openxmlformats.org/officeDocument/2006/relationships/tags" Target="../tags/tag407.xml"/><Relationship Id="rId1" Type="http://schemas.openxmlformats.org/officeDocument/2006/relationships/tags" Target="../tags/tag406.xml"/></Relationships>
</file>

<file path=ppt/slides/_rels/slide82.xml.rels><?xml version="1.0" encoding="UTF-8" standalone="yes"?>
<Relationships xmlns="http://schemas.openxmlformats.org/package/2006/relationships"><Relationship Id="rId9" Type="http://schemas.openxmlformats.org/officeDocument/2006/relationships/slideLayout" Target="../slideLayouts/slideLayout10.xml"/><Relationship Id="rId8" Type="http://schemas.openxmlformats.org/officeDocument/2006/relationships/tags" Target="../tags/tag418.xml"/><Relationship Id="rId7" Type="http://schemas.openxmlformats.org/officeDocument/2006/relationships/tags" Target="../tags/tag417.xml"/><Relationship Id="rId6" Type="http://schemas.openxmlformats.org/officeDocument/2006/relationships/tags" Target="../tags/tag416.xml"/><Relationship Id="rId5" Type="http://schemas.openxmlformats.org/officeDocument/2006/relationships/tags" Target="../tags/tag415.xml"/><Relationship Id="rId4" Type="http://schemas.openxmlformats.org/officeDocument/2006/relationships/tags" Target="../tags/tag414.xml"/><Relationship Id="rId3" Type="http://schemas.openxmlformats.org/officeDocument/2006/relationships/tags" Target="../tags/tag413.xml"/><Relationship Id="rId2" Type="http://schemas.openxmlformats.org/officeDocument/2006/relationships/tags" Target="../tags/tag412.xml"/><Relationship Id="rId10" Type="http://schemas.openxmlformats.org/officeDocument/2006/relationships/notesSlide" Target="../notesSlides/notesSlide82.xml"/><Relationship Id="rId1" Type="http://schemas.openxmlformats.org/officeDocument/2006/relationships/tags" Target="../tags/tag411.xml"/></Relationships>
</file>

<file path=ppt/slides/_rels/slide83.xml.rels><?xml version="1.0" encoding="UTF-8" standalone="yes"?>
<Relationships xmlns="http://schemas.openxmlformats.org/package/2006/relationships"><Relationship Id="rId8" Type="http://schemas.openxmlformats.org/officeDocument/2006/relationships/notesSlide" Target="../notesSlides/notesSlide83.xml"/><Relationship Id="rId7" Type="http://schemas.openxmlformats.org/officeDocument/2006/relationships/slideLayout" Target="../slideLayouts/slideLayout10.xml"/><Relationship Id="rId6" Type="http://schemas.openxmlformats.org/officeDocument/2006/relationships/tags" Target="../tags/tag424.xml"/><Relationship Id="rId5" Type="http://schemas.openxmlformats.org/officeDocument/2006/relationships/tags" Target="../tags/tag423.xml"/><Relationship Id="rId4" Type="http://schemas.openxmlformats.org/officeDocument/2006/relationships/tags" Target="../tags/tag422.xml"/><Relationship Id="rId3" Type="http://schemas.openxmlformats.org/officeDocument/2006/relationships/tags" Target="../tags/tag421.xml"/><Relationship Id="rId2" Type="http://schemas.openxmlformats.org/officeDocument/2006/relationships/tags" Target="../tags/tag420.xml"/><Relationship Id="rId1" Type="http://schemas.openxmlformats.org/officeDocument/2006/relationships/tags" Target="../tags/tag419.xml"/></Relationships>
</file>

<file path=ppt/slides/_rels/slide84.xml.rels><?xml version="1.0" encoding="UTF-8" standalone="yes"?>
<Relationships xmlns="http://schemas.openxmlformats.org/package/2006/relationships"><Relationship Id="rId8" Type="http://schemas.openxmlformats.org/officeDocument/2006/relationships/notesSlide" Target="../notesSlides/notesSlide84.xml"/><Relationship Id="rId7" Type="http://schemas.openxmlformats.org/officeDocument/2006/relationships/slideLayout" Target="../slideLayouts/slideLayout10.xml"/><Relationship Id="rId6" Type="http://schemas.openxmlformats.org/officeDocument/2006/relationships/tags" Target="../tags/tag430.xml"/><Relationship Id="rId5" Type="http://schemas.openxmlformats.org/officeDocument/2006/relationships/tags" Target="../tags/tag429.xml"/><Relationship Id="rId4" Type="http://schemas.openxmlformats.org/officeDocument/2006/relationships/tags" Target="../tags/tag428.xml"/><Relationship Id="rId3" Type="http://schemas.openxmlformats.org/officeDocument/2006/relationships/tags" Target="../tags/tag427.xml"/><Relationship Id="rId2" Type="http://schemas.openxmlformats.org/officeDocument/2006/relationships/tags" Target="../tags/tag426.xml"/><Relationship Id="rId1" Type="http://schemas.openxmlformats.org/officeDocument/2006/relationships/tags" Target="../tags/tag425.xml"/></Relationships>
</file>

<file path=ppt/slides/_rels/slide85.xml.rels><?xml version="1.0" encoding="UTF-8" standalone="yes"?>
<Relationships xmlns="http://schemas.openxmlformats.org/package/2006/relationships"><Relationship Id="rId8" Type="http://schemas.openxmlformats.org/officeDocument/2006/relationships/notesSlide" Target="../notesSlides/notesSlide85.xml"/><Relationship Id="rId7" Type="http://schemas.openxmlformats.org/officeDocument/2006/relationships/slideLayout" Target="../slideLayouts/slideLayout10.xml"/><Relationship Id="rId6" Type="http://schemas.openxmlformats.org/officeDocument/2006/relationships/image" Target="../media/image12.png"/><Relationship Id="rId5" Type="http://schemas.openxmlformats.org/officeDocument/2006/relationships/tags" Target="../tags/tag435.xml"/><Relationship Id="rId4" Type="http://schemas.openxmlformats.org/officeDocument/2006/relationships/tags" Target="../tags/tag434.xml"/><Relationship Id="rId3" Type="http://schemas.openxmlformats.org/officeDocument/2006/relationships/tags" Target="../tags/tag433.xml"/><Relationship Id="rId2" Type="http://schemas.openxmlformats.org/officeDocument/2006/relationships/tags" Target="../tags/tag432.xml"/><Relationship Id="rId1" Type="http://schemas.openxmlformats.org/officeDocument/2006/relationships/tags" Target="../tags/tag431.xml"/></Relationships>
</file>

<file path=ppt/slides/_rels/slide86.xml.rels><?xml version="1.0" encoding="UTF-8" standalone="yes"?>
<Relationships xmlns="http://schemas.openxmlformats.org/package/2006/relationships"><Relationship Id="rId8" Type="http://schemas.openxmlformats.org/officeDocument/2006/relationships/notesSlide" Target="../notesSlides/notesSlide86.xml"/><Relationship Id="rId7" Type="http://schemas.openxmlformats.org/officeDocument/2006/relationships/slideLayout" Target="../slideLayouts/slideLayout10.xml"/><Relationship Id="rId6" Type="http://schemas.openxmlformats.org/officeDocument/2006/relationships/tags" Target="../tags/tag440.xml"/><Relationship Id="rId5" Type="http://schemas.openxmlformats.org/officeDocument/2006/relationships/tags" Target="../tags/tag439.xml"/><Relationship Id="rId4" Type="http://schemas.openxmlformats.org/officeDocument/2006/relationships/tags" Target="../tags/tag438.xml"/><Relationship Id="rId3" Type="http://schemas.openxmlformats.org/officeDocument/2006/relationships/tags" Target="../tags/tag437.xml"/><Relationship Id="rId2" Type="http://schemas.openxmlformats.org/officeDocument/2006/relationships/image" Target="../media/image2.png"/><Relationship Id="rId1" Type="http://schemas.openxmlformats.org/officeDocument/2006/relationships/tags" Target="../tags/tag436.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10.xml"/><Relationship Id="rId1" Type="http://schemas.openxmlformats.org/officeDocument/2006/relationships/tags" Target="../tags/tag441.xml"/></Relationships>
</file>

<file path=ppt/slides/_rels/slide88.xml.rels><?xml version="1.0" encoding="UTF-8" standalone="yes"?>
<Relationships xmlns="http://schemas.openxmlformats.org/package/2006/relationships"><Relationship Id="rId5" Type="http://schemas.openxmlformats.org/officeDocument/2006/relationships/notesSlide" Target="../notesSlides/notesSlide88.xml"/><Relationship Id="rId4" Type="http://schemas.openxmlformats.org/officeDocument/2006/relationships/slideLayout" Target="../slideLayouts/slideLayout10.xml"/><Relationship Id="rId3" Type="http://schemas.openxmlformats.org/officeDocument/2006/relationships/tags" Target="../tags/tag444.xml"/><Relationship Id="rId2" Type="http://schemas.openxmlformats.org/officeDocument/2006/relationships/tags" Target="../tags/tag443.xml"/><Relationship Id="rId1" Type="http://schemas.openxmlformats.org/officeDocument/2006/relationships/tags" Target="../tags/tag442.xml"/></Relationships>
</file>

<file path=ppt/slides/_rels/slide89.xml.rels><?xml version="1.0" encoding="UTF-8" standalone="yes"?>
<Relationships xmlns="http://schemas.openxmlformats.org/package/2006/relationships"><Relationship Id="rId9" Type="http://schemas.openxmlformats.org/officeDocument/2006/relationships/tags" Target="../tags/tag453.xml"/><Relationship Id="rId8" Type="http://schemas.openxmlformats.org/officeDocument/2006/relationships/tags" Target="../tags/tag452.xml"/><Relationship Id="rId7" Type="http://schemas.openxmlformats.org/officeDocument/2006/relationships/tags" Target="../tags/tag451.xml"/><Relationship Id="rId6" Type="http://schemas.openxmlformats.org/officeDocument/2006/relationships/tags" Target="../tags/tag450.xml"/><Relationship Id="rId5" Type="http://schemas.openxmlformats.org/officeDocument/2006/relationships/tags" Target="../tags/tag449.xml"/><Relationship Id="rId4" Type="http://schemas.openxmlformats.org/officeDocument/2006/relationships/tags" Target="../tags/tag448.xml"/><Relationship Id="rId3" Type="http://schemas.openxmlformats.org/officeDocument/2006/relationships/tags" Target="../tags/tag447.xml"/><Relationship Id="rId21" Type="http://schemas.openxmlformats.org/officeDocument/2006/relationships/notesSlide" Target="../notesSlides/notesSlide89.xml"/><Relationship Id="rId20" Type="http://schemas.openxmlformats.org/officeDocument/2006/relationships/slideLayout" Target="../slideLayouts/slideLayout10.xml"/><Relationship Id="rId2" Type="http://schemas.openxmlformats.org/officeDocument/2006/relationships/tags" Target="../tags/tag446.xml"/><Relationship Id="rId19" Type="http://schemas.openxmlformats.org/officeDocument/2006/relationships/tags" Target="../tags/tag463.xml"/><Relationship Id="rId18" Type="http://schemas.openxmlformats.org/officeDocument/2006/relationships/tags" Target="../tags/tag462.xml"/><Relationship Id="rId17" Type="http://schemas.openxmlformats.org/officeDocument/2006/relationships/tags" Target="../tags/tag461.xml"/><Relationship Id="rId16" Type="http://schemas.openxmlformats.org/officeDocument/2006/relationships/tags" Target="../tags/tag460.xml"/><Relationship Id="rId15" Type="http://schemas.openxmlformats.org/officeDocument/2006/relationships/tags" Target="../tags/tag459.xml"/><Relationship Id="rId14" Type="http://schemas.openxmlformats.org/officeDocument/2006/relationships/tags" Target="../tags/tag458.xml"/><Relationship Id="rId13" Type="http://schemas.openxmlformats.org/officeDocument/2006/relationships/tags" Target="../tags/tag457.xml"/><Relationship Id="rId12" Type="http://schemas.openxmlformats.org/officeDocument/2006/relationships/tags" Target="../tags/tag456.xml"/><Relationship Id="rId11" Type="http://schemas.openxmlformats.org/officeDocument/2006/relationships/tags" Target="../tags/tag455.xml"/><Relationship Id="rId10" Type="http://schemas.openxmlformats.org/officeDocument/2006/relationships/tags" Target="../tags/tag454.xml"/><Relationship Id="rId1" Type="http://schemas.openxmlformats.org/officeDocument/2006/relationships/tags" Target="../tags/tag445.xml"/></Relationships>
</file>

<file path=ppt/slides/_rels/slide90.xml.rels><?xml version="1.0" encoding="UTF-8" standalone="yes"?>
<Relationships xmlns="http://schemas.openxmlformats.org/package/2006/relationships"><Relationship Id="rId9" Type="http://schemas.openxmlformats.org/officeDocument/2006/relationships/tags" Target="../tags/tag472.xml"/><Relationship Id="rId8" Type="http://schemas.openxmlformats.org/officeDocument/2006/relationships/tags" Target="../tags/tag471.xml"/><Relationship Id="rId7" Type="http://schemas.openxmlformats.org/officeDocument/2006/relationships/tags" Target="../tags/tag470.xml"/><Relationship Id="rId6" Type="http://schemas.openxmlformats.org/officeDocument/2006/relationships/tags" Target="../tags/tag469.xml"/><Relationship Id="rId5" Type="http://schemas.openxmlformats.org/officeDocument/2006/relationships/tags" Target="../tags/tag468.xml"/><Relationship Id="rId4" Type="http://schemas.openxmlformats.org/officeDocument/2006/relationships/tags" Target="../tags/tag467.xml"/><Relationship Id="rId3" Type="http://schemas.openxmlformats.org/officeDocument/2006/relationships/tags" Target="../tags/tag466.xml"/><Relationship Id="rId2" Type="http://schemas.openxmlformats.org/officeDocument/2006/relationships/tags" Target="../tags/tag465.xml"/><Relationship Id="rId19" Type="http://schemas.openxmlformats.org/officeDocument/2006/relationships/notesSlide" Target="../notesSlides/notesSlide90.xml"/><Relationship Id="rId18" Type="http://schemas.openxmlformats.org/officeDocument/2006/relationships/slideLayout" Target="../slideLayouts/slideLayout10.xml"/><Relationship Id="rId17" Type="http://schemas.openxmlformats.org/officeDocument/2006/relationships/tags" Target="../tags/tag480.xml"/><Relationship Id="rId16" Type="http://schemas.openxmlformats.org/officeDocument/2006/relationships/tags" Target="../tags/tag479.xml"/><Relationship Id="rId15" Type="http://schemas.openxmlformats.org/officeDocument/2006/relationships/tags" Target="../tags/tag478.xml"/><Relationship Id="rId14" Type="http://schemas.openxmlformats.org/officeDocument/2006/relationships/tags" Target="../tags/tag477.xml"/><Relationship Id="rId13" Type="http://schemas.openxmlformats.org/officeDocument/2006/relationships/tags" Target="../tags/tag476.xml"/><Relationship Id="rId12" Type="http://schemas.openxmlformats.org/officeDocument/2006/relationships/tags" Target="../tags/tag475.xml"/><Relationship Id="rId11" Type="http://schemas.openxmlformats.org/officeDocument/2006/relationships/tags" Target="../tags/tag474.xml"/><Relationship Id="rId10" Type="http://schemas.openxmlformats.org/officeDocument/2006/relationships/tags" Target="../tags/tag473.xml"/><Relationship Id="rId1" Type="http://schemas.openxmlformats.org/officeDocument/2006/relationships/tags" Target="../tags/tag464.xml"/></Relationships>
</file>

<file path=ppt/slides/_rels/slide91.xml.rels><?xml version="1.0" encoding="UTF-8" standalone="yes"?>
<Relationships xmlns="http://schemas.openxmlformats.org/package/2006/relationships"><Relationship Id="rId9" Type="http://schemas.openxmlformats.org/officeDocument/2006/relationships/tags" Target="../tags/tag489.xml"/><Relationship Id="rId8" Type="http://schemas.openxmlformats.org/officeDocument/2006/relationships/tags" Target="../tags/tag488.xml"/><Relationship Id="rId7" Type="http://schemas.openxmlformats.org/officeDocument/2006/relationships/tags" Target="../tags/tag487.xml"/><Relationship Id="rId6" Type="http://schemas.openxmlformats.org/officeDocument/2006/relationships/tags" Target="../tags/tag486.xml"/><Relationship Id="rId5" Type="http://schemas.openxmlformats.org/officeDocument/2006/relationships/tags" Target="../tags/tag485.xml"/><Relationship Id="rId4" Type="http://schemas.openxmlformats.org/officeDocument/2006/relationships/tags" Target="../tags/tag484.xml"/><Relationship Id="rId3" Type="http://schemas.openxmlformats.org/officeDocument/2006/relationships/tags" Target="../tags/tag483.xml"/><Relationship Id="rId26" Type="http://schemas.openxmlformats.org/officeDocument/2006/relationships/notesSlide" Target="../notesSlides/notesSlide91.xml"/><Relationship Id="rId25" Type="http://schemas.openxmlformats.org/officeDocument/2006/relationships/slideLayout" Target="../slideLayouts/slideLayout10.xml"/><Relationship Id="rId24" Type="http://schemas.openxmlformats.org/officeDocument/2006/relationships/tags" Target="../tags/tag504.xml"/><Relationship Id="rId23" Type="http://schemas.openxmlformats.org/officeDocument/2006/relationships/tags" Target="../tags/tag503.xml"/><Relationship Id="rId22" Type="http://schemas.openxmlformats.org/officeDocument/2006/relationships/tags" Target="../tags/tag502.xml"/><Relationship Id="rId21" Type="http://schemas.openxmlformats.org/officeDocument/2006/relationships/tags" Target="../tags/tag501.xml"/><Relationship Id="rId20" Type="http://schemas.openxmlformats.org/officeDocument/2006/relationships/tags" Target="../tags/tag500.xml"/><Relationship Id="rId2" Type="http://schemas.openxmlformats.org/officeDocument/2006/relationships/tags" Target="../tags/tag482.xml"/><Relationship Id="rId19" Type="http://schemas.openxmlformats.org/officeDocument/2006/relationships/tags" Target="../tags/tag499.xml"/><Relationship Id="rId18" Type="http://schemas.openxmlformats.org/officeDocument/2006/relationships/tags" Target="../tags/tag498.xml"/><Relationship Id="rId17" Type="http://schemas.openxmlformats.org/officeDocument/2006/relationships/tags" Target="../tags/tag497.xml"/><Relationship Id="rId16" Type="http://schemas.openxmlformats.org/officeDocument/2006/relationships/tags" Target="../tags/tag496.xml"/><Relationship Id="rId15" Type="http://schemas.openxmlformats.org/officeDocument/2006/relationships/tags" Target="../tags/tag495.xml"/><Relationship Id="rId14" Type="http://schemas.openxmlformats.org/officeDocument/2006/relationships/tags" Target="../tags/tag494.xml"/><Relationship Id="rId13" Type="http://schemas.openxmlformats.org/officeDocument/2006/relationships/tags" Target="../tags/tag493.xml"/><Relationship Id="rId12" Type="http://schemas.openxmlformats.org/officeDocument/2006/relationships/tags" Target="../tags/tag492.xml"/><Relationship Id="rId11" Type="http://schemas.openxmlformats.org/officeDocument/2006/relationships/tags" Target="../tags/tag491.xml"/><Relationship Id="rId10" Type="http://schemas.openxmlformats.org/officeDocument/2006/relationships/tags" Target="../tags/tag490.xml"/><Relationship Id="rId1" Type="http://schemas.openxmlformats.org/officeDocument/2006/relationships/tags" Target="../tags/tag481.xml"/></Relationships>
</file>

<file path=ppt/slides/_rels/slide92.xml.rels><?xml version="1.0" encoding="UTF-8" standalone="yes"?>
<Relationships xmlns="http://schemas.openxmlformats.org/package/2006/relationships"><Relationship Id="rId9" Type="http://schemas.openxmlformats.org/officeDocument/2006/relationships/tags" Target="../tags/tag511.xml"/><Relationship Id="rId8" Type="http://schemas.openxmlformats.org/officeDocument/2006/relationships/tags" Target="../tags/tag510.xml"/><Relationship Id="rId7" Type="http://schemas.openxmlformats.org/officeDocument/2006/relationships/hyperlink" Target="http://stu.ityxb.com/ebookview/f85b969a758c59bbd7fa52ba181c07d0" TargetMode="External"/><Relationship Id="rId6" Type="http://schemas.openxmlformats.org/officeDocument/2006/relationships/tags" Target="../tags/tag509.xml"/><Relationship Id="rId5" Type="http://schemas.openxmlformats.org/officeDocument/2006/relationships/image" Target="../media/image3.png"/><Relationship Id="rId4" Type="http://schemas.openxmlformats.org/officeDocument/2006/relationships/tags" Target="../tags/tag508.xml"/><Relationship Id="rId3" Type="http://schemas.openxmlformats.org/officeDocument/2006/relationships/tags" Target="../tags/tag507.xml"/><Relationship Id="rId2" Type="http://schemas.openxmlformats.org/officeDocument/2006/relationships/tags" Target="../tags/tag506.xml"/><Relationship Id="rId16" Type="http://schemas.openxmlformats.org/officeDocument/2006/relationships/notesSlide" Target="../notesSlides/notesSlide92.xml"/><Relationship Id="rId15" Type="http://schemas.openxmlformats.org/officeDocument/2006/relationships/slideLayout" Target="../slideLayouts/slideLayout10.xml"/><Relationship Id="rId14" Type="http://schemas.openxmlformats.org/officeDocument/2006/relationships/tags" Target="../tags/tag514.xml"/><Relationship Id="rId13" Type="http://schemas.openxmlformats.org/officeDocument/2006/relationships/tags" Target="../tags/tag513.xml"/><Relationship Id="rId12" Type="http://schemas.openxmlformats.org/officeDocument/2006/relationships/image" Target="../media/image5.svg"/><Relationship Id="rId11" Type="http://schemas.openxmlformats.org/officeDocument/2006/relationships/image" Target="../media/image4.png"/><Relationship Id="rId10" Type="http://schemas.openxmlformats.org/officeDocument/2006/relationships/tags" Target="../tags/tag512.xml"/><Relationship Id="rId1" Type="http://schemas.openxmlformats.org/officeDocument/2006/relationships/tags" Target="../tags/tag505.xml"/></Relationships>
</file>

<file path=ppt/slides/_rels/slide93.xml.rels><?xml version="1.0" encoding="UTF-8" standalone="yes"?>
<Relationships xmlns="http://schemas.openxmlformats.org/package/2006/relationships"><Relationship Id="rId9" Type="http://schemas.openxmlformats.org/officeDocument/2006/relationships/tags" Target="../tags/tag520.xml"/><Relationship Id="rId8" Type="http://schemas.openxmlformats.org/officeDocument/2006/relationships/hyperlink" Target="http://stu.ityxb.com/ebookview/10fc33b9ab75fe13e40574313a4f773f" TargetMode="External"/><Relationship Id="rId7" Type="http://schemas.openxmlformats.org/officeDocument/2006/relationships/hyperlink" Target="http://stu.ityxb.com/ebookview/d67cf83dc216d09deddb0ce164b189f5" TargetMode="External"/><Relationship Id="rId6" Type="http://schemas.openxmlformats.org/officeDocument/2006/relationships/tags" Target="../tags/tag519.xml"/><Relationship Id="rId5" Type="http://schemas.openxmlformats.org/officeDocument/2006/relationships/image" Target="../media/image3.png"/><Relationship Id="rId4" Type="http://schemas.openxmlformats.org/officeDocument/2006/relationships/tags" Target="../tags/tag518.xml"/><Relationship Id="rId3" Type="http://schemas.openxmlformats.org/officeDocument/2006/relationships/tags" Target="../tags/tag517.xml"/><Relationship Id="rId2" Type="http://schemas.openxmlformats.org/officeDocument/2006/relationships/tags" Target="../tags/tag516.xml"/><Relationship Id="rId16" Type="http://schemas.openxmlformats.org/officeDocument/2006/relationships/notesSlide" Target="../notesSlides/notesSlide93.xml"/><Relationship Id="rId15" Type="http://schemas.openxmlformats.org/officeDocument/2006/relationships/slideLayout" Target="../slideLayouts/slideLayout10.xml"/><Relationship Id="rId14" Type="http://schemas.openxmlformats.org/officeDocument/2006/relationships/tags" Target="../tags/tag523.xml"/><Relationship Id="rId13" Type="http://schemas.openxmlformats.org/officeDocument/2006/relationships/image" Target="../media/image5.svg"/><Relationship Id="rId12" Type="http://schemas.openxmlformats.org/officeDocument/2006/relationships/image" Target="../media/image4.png"/><Relationship Id="rId11" Type="http://schemas.openxmlformats.org/officeDocument/2006/relationships/tags" Target="../tags/tag522.xml"/><Relationship Id="rId10" Type="http://schemas.openxmlformats.org/officeDocument/2006/relationships/tags" Target="../tags/tag521.xml"/><Relationship Id="rId1" Type="http://schemas.openxmlformats.org/officeDocument/2006/relationships/tags" Target="../tags/tag515.xml"/></Relationships>
</file>

<file path=ppt/slides/_rels/slide94.xml.rels><?xml version="1.0" encoding="UTF-8" standalone="yes"?>
<Relationships xmlns="http://schemas.openxmlformats.org/package/2006/relationships"><Relationship Id="rId9" Type="http://schemas.openxmlformats.org/officeDocument/2006/relationships/tags" Target="../tags/tag530.xml"/><Relationship Id="rId8" Type="http://schemas.openxmlformats.org/officeDocument/2006/relationships/tags" Target="../tags/tag529.xml"/><Relationship Id="rId7" Type="http://schemas.openxmlformats.org/officeDocument/2006/relationships/hyperlink" Target="http://stu.ityxb.com/ebookview/4213a5c552762819872d12905d85bc64" TargetMode="External"/><Relationship Id="rId6" Type="http://schemas.openxmlformats.org/officeDocument/2006/relationships/tags" Target="../tags/tag528.xml"/><Relationship Id="rId5" Type="http://schemas.openxmlformats.org/officeDocument/2006/relationships/image" Target="../media/image3.png"/><Relationship Id="rId4" Type="http://schemas.openxmlformats.org/officeDocument/2006/relationships/tags" Target="../tags/tag527.xml"/><Relationship Id="rId3" Type="http://schemas.openxmlformats.org/officeDocument/2006/relationships/tags" Target="../tags/tag526.xml"/><Relationship Id="rId2" Type="http://schemas.openxmlformats.org/officeDocument/2006/relationships/tags" Target="../tags/tag525.xml"/><Relationship Id="rId15" Type="http://schemas.openxmlformats.org/officeDocument/2006/relationships/notesSlide" Target="../notesSlides/notesSlide94.xml"/><Relationship Id="rId14" Type="http://schemas.openxmlformats.org/officeDocument/2006/relationships/slideLayout" Target="../slideLayouts/slideLayout10.xml"/><Relationship Id="rId13" Type="http://schemas.openxmlformats.org/officeDocument/2006/relationships/tags" Target="../tags/tag532.xml"/><Relationship Id="rId12" Type="http://schemas.openxmlformats.org/officeDocument/2006/relationships/image" Target="../media/image5.svg"/><Relationship Id="rId11" Type="http://schemas.openxmlformats.org/officeDocument/2006/relationships/image" Target="../media/image4.png"/><Relationship Id="rId10" Type="http://schemas.openxmlformats.org/officeDocument/2006/relationships/tags" Target="../tags/tag531.xml"/><Relationship Id="rId1" Type="http://schemas.openxmlformats.org/officeDocument/2006/relationships/tags" Target="../tags/tag524.xml"/></Relationships>
</file>

<file path=ppt/slides/_rels/slide95.xml.rels><?xml version="1.0" encoding="UTF-8" standalone="yes"?>
<Relationships xmlns="http://schemas.openxmlformats.org/package/2006/relationships"><Relationship Id="rId9" Type="http://schemas.openxmlformats.org/officeDocument/2006/relationships/tags" Target="../tags/tag539.xml"/><Relationship Id="rId8" Type="http://schemas.openxmlformats.org/officeDocument/2006/relationships/tags" Target="../tags/tag538.xml"/><Relationship Id="rId7" Type="http://schemas.openxmlformats.org/officeDocument/2006/relationships/hyperlink" Target="http://stu.ityxb.com/ebookview/ab65b46a3527d7d961ea0e0b17312fdf" TargetMode="External"/><Relationship Id="rId6" Type="http://schemas.openxmlformats.org/officeDocument/2006/relationships/tags" Target="../tags/tag537.xml"/><Relationship Id="rId5" Type="http://schemas.openxmlformats.org/officeDocument/2006/relationships/image" Target="../media/image3.png"/><Relationship Id="rId4" Type="http://schemas.openxmlformats.org/officeDocument/2006/relationships/tags" Target="../tags/tag536.xml"/><Relationship Id="rId3" Type="http://schemas.openxmlformats.org/officeDocument/2006/relationships/tags" Target="../tags/tag535.xml"/><Relationship Id="rId2" Type="http://schemas.openxmlformats.org/officeDocument/2006/relationships/tags" Target="../tags/tag534.xml"/><Relationship Id="rId15" Type="http://schemas.openxmlformats.org/officeDocument/2006/relationships/notesSlide" Target="../notesSlides/notesSlide95.xml"/><Relationship Id="rId14" Type="http://schemas.openxmlformats.org/officeDocument/2006/relationships/slideLayout" Target="../slideLayouts/slideLayout10.xml"/><Relationship Id="rId13" Type="http://schemas.openxmlformats.org/officeDocument/2006/relationships/tags" Target="../tags/tag541.xml"/><Relationship Id="rId12" Type="http://schemas.openxmlformats.org/officeDocument/2006/relationships/image" Target="../media/image5.svg"/><Relationship Id="rId11" Type="http://schemas.openxmlformats.org/officeDocument/2006/relationships/image" Target="../media/image4.png"/><Relationship Id="rId10" Type="http://schemas.openxmlformats.org/officeDocument/2006/relationships/tags" Target="../tags/tag540.xml"/><Relationship Id="rId1" Type="http://schemas.openxmlformats.org/officeDocument/2006/relationships/tags" Target="../tags/tag533.xml"/></Relationships>
</file>

<file path=ppt/slides/_rels/slide96.xml.rels><?xml version="1.0" encoding="UTF-8" standalone="yes"?>
<Relationships xmlns="http://schemas.openxmlformats.org/package/2006/relationships"><Relationship Id="rId9" Type="http://schemas.openxmlformats.org/officeDocument/2006/relationships/tags" Target="../tags/tag548.xml"/><Relationship Id="rId8" Type="http://schemas.openxmlformats.org/officeDocument/2006/relationships/tags" Target="../tags/tag547.xml"/><Relationship Id="rId7" Type="http://schemas.openxmlformats.org/officeDocument/2006/relationships/hyperlink" Target="http://stu.ityxb.com/ebookview/59dd7738ce91f24c4859c7c3f01b4660" TargetMode="External"/><Relationship Id="rId6" Type="http://schemas.openxmlformats.org/officeDocument/2006/relationships/tags" Target="../tags/tag546.xml"/><Relationship Id="rId5" Type="http://schemas.openxmlformats.org/officeDocument/2006/relationships/image" Target="../media/image3.png"/><Relationship Id="rId4" Type="http://schemas.openxmlformats.org/officeDocument/2006/relationships/tags" Target="../tags/tag545.xml"/><Relationship Id="rId3" Type="http://schemas.openxmlformats.org/officeDocument/2006/relationships/tags" Target="../tags/tag544.xml"/><Relationship Id="rId2" Type="http://schemas.openxmlformats.org/officeDocument/2006/relationships/tags" Target="../tags/tag543.xml"/><Relationship Id="rId15" Type="http://schemas.openxmlformats.org/officeDocument/2006/relationships/notesSlide" Target="../notesSlides/notesSlide96.xml"/><Relationship Id="rId14" Type="http://schemas.openxmlformats.org/officeDocument/2006/relationships/slideLayout" Target="../slideLayouts/slideLayout10.xml"/><Relationship Id="rId13" Type="http://schemas.openxmlformats.org/officeDocument/2006/relationships/tags" Target="../tags/tag550.xml"/><Relationship Id="rId12" Type="http://schemas.openxmlformats.org/officeDocument/2006/relationships/image" Target="../media/image5.svg"/><Relationship Id="rId11" Type="http://schemas.openxmlformats.org/officeDocument/2006/relationships/image" Target="../media/image4.png"/><Relationship Id="rId10" Type="http://schemas.openxmlformats.org/officeDocument/2006/relationships/tags" Target="../tags/tag549.xml"/><Relationship Id="rId1" Type="http://schemas.openxmlformats.org/officeDocument/2006/relationships/tags" Target="../tags/tag542.xml"/></Relationships>
</file>

<file path=ppt/slides/_rels/slide97.xml.rels><?xml version="1.0" encoding="UTF-8" standalone="yes"?>
<Relationships xmlns="http://schemas.openxmlformats.org/package/2006/relationships"><Relationship Id="rId8" Type="http://schemas.openxmlformats.org/officeDocument/2006/relationships/notesSlide" Target="../notesSlides/notesSlide97.xml"/><Relationship Id="rId7" Type="http://schemas.openxmlformats.org/officeDocument/2006/relationships/slideLayout" Target="../slideLayouts/slideLayout10.xml"/><Relationship Id="rId6" Type="http://schemas.openxmlformats.org/officeDocument/2006/relationships/image" Target="../media/image13.png"/><Relationship Id="rId5" Type="http://schemas.openxmlformats.org/officeDocument/2006/relationships/tags" Target="../tags/tag555.xml"/><Relationship Id="rId4" Type="http://schemas.openxmlformats.org/officeDocument/2006/relationships/tags" Target="../tags/tag554.xml"/><Relationship Id="rId3" Type="http://schemas.openxmlformats.org/officeDocument/2006/relationships/tags" Target="../tags/tag553.xml"/><Relationship Id="rId2" Type="http://schemas.openxmlformats.org/officeDocument/2006/relationships/tags" Target="../tags/tag552.xml"/><Relationship Id="rId1" Type="http://schemas.openxmlformats.org/officeDocument/2006/relationships/tags" Target="../tags/tag551.xml"/></Relationships>
</file>

<file path=ppt/slides/_rels/slide98.xml.rels><?xml version="1.0" encoding="UTF-8" standalone="yes"?>
<Relationships xmlns="http://schemas.openxmlformats.org/package/2006/relationships"><Relationship Id="rId5" Type="http://schemas.openxmlformats.org/officeDocument/2006/relationships/notesSlide" Target="../notesSlides/notesSlide98.xml"/><Relationship Id="rId4" Type="http://schemas.openxmlformats.org/officeDocument/2006/relationships/slideLayout" Target="../slideLayouts/slideLayout10.xml"/><Relationship Id="rId3" Type="http://schemas.openxmlformats.org/officeDocument/2006/relationships/tags" Target="../tags/tag558.xml"/><Relationship Id="rId2" Type="http://schemas.openxmlformats.org/officeDocument/2006/relationships/tags" Target="../tags/tag557.xml"/><Relationship Id="rId1" Type="http://schemas.openxmlformats.org/officeDocument/2006/relationships/tags" Target="../tags/tag556.xml"/></Relationships>
</file>

<file path=ppt/slides/_rels/slide99.xml.rels><?xml version="1.0" encoding="UTF-8" standalone="yes"?>
<Relationships xmlns="http://schemas.openxmlformats.org/package/2006/relationships"><Relationship Id="rId9" Type="http://schemas.openxmlformats.org/officeDocument/2006/relationships/tags" Target="../tags/tag565.xml"/><Relationship Id="rId8" Type="http://schemas.openxmlformats.org/officeDocument/2006/relationships/tags" Target="../tags/tag564.xml"/><Relationship Id="rId7" Type="http://schemas.openxmlformats.org/officeDocument/2006/relationships/hyperlink" Target="http://stu.ityxb.com/ebookview/1a5c3cd1c812dea09175847a0dd787e7" TargetMode="External"/><Relationship Id="rId6" Type="http://schemas.openxmlformats.org/officeDocument/2006/relationships/tags" Target="../tags/tag563.xml"/><Relationship Id="rId5" Type="http://schemas.openxmlformats.org/officeDocument/2006/relationships/image" Target="../media/image3.png"/><Relationship Id="rId4" Type="http://schemas.openxmlformats.org/officeDocument/2006/relationships/tags" Target="../tags/tag562.xml"/><Relationship Id="rId3" Type="http://schemas.openxmlformats.org/officeDocument/2006/relationships/tags" Target="../tags/tag561.xml"/><Relationship Id="rId2" Type="http://schemas.openxmlformats.org/officeDocument/2006/relationships/tags" Target="../tags/tag560.xml"/><Relationship Id="rId16" Type="http://schemas.openxmlformats.org/officeDocument/2006/relationships/notesSlide" Target="../notesSlides/notesSlide99.xml"/><Relationship Id="rId15" Type="http://schemas.openxmlformats.org/officeDocument/2006/relationships/slideLayout" Target="../slideLayouts/slideLayout10.xml"/><Relationship Id="rId14" Type="http://schemas.openxmlformats.org/officeDocument/2006/relationships/tags" Target="../tags/tag568.xml"/><Relationship Id="rId13" Type="http://schemas.openxmlformats.org/officeDocument/2006/relationships/tags" Target="../tags/tag567.xml"/><Relationship Id="rId12" Type="http://schemas.openxmlformats.org/officeDocument/2006/relationships/image" Target="../media/image5.svg"/><Relationship Id="rId11" Type="http://schemas.openxmlformats.org/officeDocument/2006/relationships/image" Target="../media/image4.png"/><Relationship Id="rId10" Type="http://schemas.openxmlformats.org/officeDocument/2006/relationships/tags" Target="../tags/tag566.xml"/><Relationship Id="rId1" Type="http://schemas.openxmlformats.org/officeDocument/2006/relationships/tags" Target="../tags/tag559.xml"/></Relationships>
</file>

<file path=ppt/slides/_rels/slide100.xml.rels><?xml version="1.0" encoding="UTF-8" standalone="yes"?>
<Relationships xmlns="http://schemas.openxmlformats.org/package/2006/relationships"><Relationship Id="rId9" Type="http://schemas.openxmlformats.org/officeDocument/2006/relationships/tags" Target="../tags/tag574.xml"/><Relationship Id="rId8" Type="http://schemas.openxmlformats.org/officeDocument/2006/relationships/hyperlink" Target="http://stu.ityxb.com/ebookview/acf522df5f4249bb6895b419213d485e" TargetMode="External"/><Relationship Id="rId7" Type="http://schemas.openxmlformats.org/officeDocument/2006/relationships/hyperlink" Target="http://stu.ityxb.com/ebookview/8b40e976ac99c0858f4b4f9f6c10cc86" TargetMode="External"/><Relationship Id="rId6" Type="http://schemas.openxmlformats.org/officeDocument/2006/relationships/tags" Target="../tags/tag573.xml"/><Relationship Id="rId5" Type="http://schemas.openxmlformats.org/officeDocument/2006/relationships/image" Target="../media/image3.png"/><Relationship Id="rId4" Type="http://schemas.openxmlformats.org/officeDocument/2006/relationships/tags" Target="../tags/tag572.xml"/><Relationship Id="rId3" Type="http://schemas.openxmlformats.org/officeDocument/2006/relationships/tags" Target="../tags/tag571.xml"/><Relationship Id="rId2" Type="http://schemas.openxmlformats.org/officeDocument/2006/relationships/tags" Target="../tags/tag570.xml"/><Relationship Id="rId16" Type="http://schemas.openxmlformats.org/officeDocument/2006/relationships/notesSlide" Target="../notesSlides/notesSlide100.xml"/><Relationship Id="rId15" Type="http://schemas.openxmlformats.org/officeDocument/2006/relationships/slideLayout" Target="../slideLayouts/slideLayout10.xml"/><Relationship Id="rId14" Type="http://schemas.openxmlformats.org/officeDocument/2006/relationships/tags" Target="../tags/tag577.xml"/><Relationship Id="rId13" Type="http://schemas.openxmlformats.org/officeDocument/2006/relationships/image" Target="../media/image5.svg"/><Relationship Id="rId12" Type="http://schemas.openxmlformats.org/officeDocument/2006/relationships/image" Target="../media/image4.png"/><Relationship Id="rId11" Type="http://schemas.openxmlformats.org/officeDocument/2006/relationships/tags" Target="../tags/tag576.xml"/><Relationship Id="rId10" Type="http://schemas.openxmlformats.org/officeDocument/2006/relationships/tags" Target="../tags/tag575.xml"/><Relationship Id="rId1" Type="http://schemas.openxmlformats.org/officeDocument/2006/relationships/tags" Target="../tags/tag569.xml"/></Relationships>
</file>

<file path=ppt/slides/_rels/slide101.xml.rels><?xml version="1.0" encoding="UTF-8" standalone="yes"?>
<Relationships xmlns="http://schemas.openxmlformats.org/package/2006/relationships"><Relationship Id="rId9" Type="http://schemas.openxmlformats.org/officeDocument/2006/relationships/tags" Target="../tags/tag584.xml"/><Relationship Id="rId8" Type="http://schemas.openxmlformats.org/officeDocument/2006/relationships/tags" Target="../tags/tag583.xml"/><Relationship Id="rId7" Type="http://schemas.openxmlformats.org/officeDocument/2006/relationships/hyperlink" Target="http://stu.ityxb.com/ebookview/760de697545e055d1e0359ec4432eb6e" TargetMode="External"/><Relationship Id="rId6" Type="http://schemas.openxmlformats.org/officeDocument/2006/relationships/tags" Target="../tags/tag582.xml"/><Relationship Id="rId5" Type="http://schemas.openxmlformats.org/officeDocument/2006/relationships/image" Target="../media/image3.png"/><Relationship Id="rId4" Type="http://schemas.openxmlformats.org/officeDocument/2006/relationships/tags" Target="../tags/tag581.xml"/><Relationship Id="rId3" Type="http://schemas.openxmlformats.org/officeDocument/2006/relationships/tags" Target="../tags/tag580.xml"/><Relationship Id="rId2" Type="http://schemas.openxmlformats.org/officeDocument/2006/relationships/tags" Target="../tags/tag579.xml"/><Relationship Id="rId15" Type="http://schemas.openxmlformats.org/officeDocument/2006/relationships/notesSlide" Target="../notesSlides/notesSlide101.xml"/><Relationship Id="rId14" Type="http://schemas.openxmlformats.org/officeDocument/2006/relationships/slideLayout" Target="../slideLayouts/slideLayout10.xml"/><Relationship Id="rId13" Type="http://schemas.openxmlformats.org/officeDocument/2006/relationships/tags" Target="../tags/tag586.xml"/><Relationship Id="rId12" Type="http://schemas.openxmlformats.org/officeDocument/2006/relationships/image" Target="../media/image5.svg"/><Relationship Id="rId11" Type="http://schemas.openxmlformats.org/officeDocument/2006/relationships/image" Target="../media/image4.png"/><Relationship Id="rId10" Type="http://schemas.openxmlformats.org/officeDocument/2006/relationships/tags" Target="../tags/tag585.xml"/><Relationship Id="rId1" Type="http://schemas.openxmlformats.org/officeDocument/2006/relationships/tags" Target="../tags/tag578.xml"/></Relationships>
</file>

<file path=ppt/slides/_rels/slide102.xml.rels><?xml version="1.0" encoding="UTF-8" standalone="yes"?>
<Relationships xmlns="http://schemas.openxmlformats.org/package/2006/relationships"><Relationship Id="rId9" Type="http://schemas.openxmlformats.org/officeDocument/2006/relationships/tags" Target="../tags/tag593.xml"/><Relationship Id="rId8" Type="http://schemas.openxmlformats.org/officeDocument/2006/relationships/tags" Target="../tags/tag592.xml"/><Relationship Id="rId7" Type="http://schemas.openxmlformats.org/officeDocument/2006/relationships/hyperlink" Target="http://stu.ityxb.com/ebookview/40ba9d3e340de1e437ee375b193f73f3" TargetMode="External"/><Relationship Id="rId6" Type="http://schemas.openxmlformats.org/officeDocument/2006/relationships/tags" Target="../tags/tag591.xml"/><Relationship Id="rId5" Type="http://schemas.openxmlformats.org/officeDocument/2006/relationships/image" Target="../media/image3.png"/><Relationship Id="rId4" Type="http://schemas.openxmlformats.org/officeDocument/2006/relationships/tags" Target="../tags/tag590.xml"/><Relationship Id="rId3" Type="http://schemas.openxmlformats.org/officeDocument/2006/relationships/tags" Target="../tags/tag589.xml"/><Relationship Id="rId2" Type="http://schemas.openxmlformats.org/officeDocument/2006/relationships/tags" Target="../tags/tag588.xml"/><Relationship Id="rId15" Type="http://schemas.openxmlformats.org/officeDocument/2006/relationships/notesSlide" Target="../notesSlides/notesSlide102.xml"/><Relationship Id="rId14" Type="http://schemas.openxmlformats.org/officeDocument/2006/relationships/slideLayout" Target="../slideLayouts/slideLayout10.xml"/><Relationship Id="rId13" Type="http://schemas.openxmlformats.org/officeDocument/2006/relationships/tags" Target="../tags/tag595.xml"/><Relationship Id="rId12" Type="http://schemas.openxmlformats.org/officeDocument/2006/relationships/image" Target="../media/image5.svg"/><Relationship Id="rId11" Type="http://schemas.openxmlformats.org/officeDocument/2006/relationships/image" Target="../media/image4.png"/><Relationship Id="rId10" Type="http://schemas.openxmlformats.org/officeDocument/2006/relationships/tags" Target="../tags/tag594.xml"/><Relationship Id="rId1" Type="http://schemas.openxmlformats.org/officeDocument/2006/relationships/tags" Target="../tags/tag587.xml"/></Relationships>
</file>

<file path=ppt/slides/_rels/slide103.xml.rels><?xml version="1.0" encoding="UTF-8" standalone="yes"?>
<Relationships xmlns="http://schemas.openxmlformats.org/package/2006/relationships"><Relationship Id="rId9" Type="http://schemas.openxmlformats.org/officeDocument/2006/relationships/tags" Target="../tags/tag602.xml"/><Relationship Id="rId8" Type="http://schemas.openxmlformats.org/officeDocument/2006/relationships/tags" Target="../tags/tag601.xml"/><Relationship Id="rId7" Type="http://schemas.openxmlformats.org/officeDocument/2006/relationships/hyperlink" Target="http://stu.ityxb.com/ebookview/d334ea1f2c4d31647aa0a48ea5630d91" TargetMode="External"/><Relationship Id="rId6" Type="http://schemas.openxmlformats.org/officeDocument/2006/relationships/tags" Target="../tags/tag600.xml"/><Relationship Id="rId5" Type="http://schemas.openxmlformats.org/officeDocument/2006/relationships/image" Target="../media/image3.png"/><Relationship Id="rId4" Type="http://schemas.openxmlformats.org/officeDocument/2006/relationships/tags" Target="../tags/tag599.xml"/><Relationship Id="rId3" Type="http://schemas.openxmlformats.org/officeDocument/2006/relationships/tags" Target="../tags/tag598.xml"/><Relationship Id="rId2" Type="http://schemas.openxmlformats.org/officeDocument/2006/relationships/tags" Target="../tags/tag597.xml"/><Relationship Id="rId15" Type="http://schemas.openxmlformats.org/officeDocument/2006/relationships/notesSlide" Target="../notesSlides/notesSlide103.xml"/><Relationship Id="rId14" Type="http://schemas.openxmlformats.org/officeDocument/2006/relationships/slideLayout" Target="../slideLayouts/slideLayout10.xml"/><Relationship Id="rId13" Type="http://schemas.openxmlformats.org/officeDocument/2006/relationships/tags" Target="../tags/tag604.xml"/><Relationship Id="rId12" Type="http://schemas.openxmlformats.org/officeDocument/2006/relationships/image" Target="../media/image5.svg"/><Relationship Id="rId11" Type="http://schemas.openxmlformats.org/officeDocument/2006/relationships/image" Target="../media/image4.png"/><Relationship Id="rId10" Type="http://schemas.openxmlformats.org/officeDocument/2006/relationships/tags" Target="../tags/tag603.xml"/><Relationship Id="rId1" Type="http://schemas.openxmlformats.org/officeDocument/2006/relationships/tags" Target="../tags/tag596.xml"/></Relationships>
</file>

<file path=ppt/slides/_rels/slide104.xml.rels><?xml version="1.0" encoding="UTF-8" standalone="yes"?>
<Relationships xmlns="http://schemas.openxmlformats.org/package/2006/relationships"><Relationship Id="rId8" Type="http://schemas.openxmlformats.org/officeDocument/2006/relationships/notesSlide" Target="../notesSlides/notesSlide104.xml"/><Relationship Id="rId7" Type="http://schemas.openxmlformats.org/officeDocument/2006/relationships/slideLayout" Target="../slideLayouts/slideLayout10.xml"/><Relationship Id="rId6" Type="http://schemas.openxmlformats.org/officeDocument/2006/relationships/image" Target="../media/image14.png"/><Relationship Id="rId5" Type="http://schemas.openxmlformats.org/officeDocument/2006/relationships/tags" Target="../tags/tag609.xml"/><Relationship Id="rId4" Type="http://schemas.openxmlformats.org/officeDocument/2006/relationships/tags" Target="../tags/tag608.xml"/><Relationship Id="rId3" Type="http://schemas.openxmlformats.org/officeDocument/2006/relationships/tags" Target="../tags/tag607.xml"/><Relationship Id="rId2" Type="http://schemas.openxmlformats.org/officeDocument/2006/relationships/tags" Target="../tags/tag606.xml"/><Relationship Id="rId1" Type="http://schemas.openxmlformats.org/officeDocument/2006/relationships/tags" Target="../tags/tag605.xml"/></Relationships>
</file>

<file path=ppt/slides/_rels/slide105.xml.rels><?xml version="1.0" encoding="UTF-8" standalone="yes"?>
<Relationships xmlns="http://schemas.openxmlformats.org/package/2006/relationships"><Relationship Id="rId8" Type="http://schemas.openxmlformats.org/officeDocument/2006/relationships/notesSlide" Target="../notesSlides/notesSlide105.xml"/><Relationship Id="rId7" Type="http://schemas.openxmlformats.org/officeDocument/2006/relationships/slideLayout" Target="../slideLayouts/slideLayout10.xml"/><Relationship Id="rId6" Type="http://schemas.openxmlformats.org/officeDocument/2006/relationships/tags" Target="../tags/tag614.xml"/><Relationship Id="rId5" Type="http://schemas.openxmlformats.org/officeDocument/2006/relationships/tags" Target="../tags/tag613.xml"/><Relationship Id="rId4" Type="http://schemas.openxmlformats.org/officeDocument/2006/relationships/tags" Target="../tags/tag612.xml"/><Relationship Id="rId3" Type="http://schemas.openxmlformats.org/officeDocument/2006/relationships/tags" Target="../tags/tag611.xml"/><Relationship Id="rId2" Type="http://schemas.openxmlformats.org/officeDocument/2006/relationships/image" Target="../media/image2.png"/><Relationship Id="rId1" Type="http://schemas.openxmlformats.org/officeDocument/2006/relationships/tags" Target="../tags/tag610.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10.xml"/><Relationship Id="rId1" Type="http://schemas.openxmlformats.org/officeDocument/2006/relationships/tags" Target="../tags/tag615.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10.xml"/><Relationship Id="rId1" Type="http://schemas.openxmlformats.org/officeDocument/2006/relationships/tags" Target="../tags/tag616.xml"/></Relationships>
</file>

<file path=ppt/slides/_rels/slide108.xml.rels><?xml version="1.0" encoding="UTF-8" standalone="yes"?>
<Relationships xmlns="http://schemas.openxmlformats.org/package/2006/relationships"><Relationship Id="rId6" Type="http://schemas.openxmlformats.org/officeDocument/2006/relationships/notesSlide" Target="../notesSlides/notesSlide108.xml"/><Relationship Id="rId5" Type="http://schemas.openxmlformats.org/officeDocument/2006/relationships/slideLayout" Target="../slideLayouts/slideLayout10.xml"/><Relationship Id="rId4" Type="http://schemas.openxmlformats.org/officeDocument/2006/relationships/tags" Target="../tags/tag620.xml"/><Relationship Id="rId3" Type="http://schemas.openxmlformats.org/officeDocument/2006/relationships/tags" Target="../tags/tag619.xml"/><Relationship Id="rId2" Type="http://schemas.openxmlformats.org/officeDocument/2006/relationships/tags" Target="../tags/tag618.xml"/><Relationship Id="rId1" Type="http://schemas.openxmlformats.org/officeDocument/2006/relationships/tags" Target="../tags/tag61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0.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文本框 18"/>
          <p:cNvSpPr txBox="1"/>
          <p:nvPr/>
        </p:nvSpPr>
        <p:spPr>
          <a:xfrm>
            <a:off x="2251710" y="2606040"/>
            <a:ext cx="8028940" cy="783590"/>
          </a:xfrm>
          <a:prstGeom prst="rect">
            <a:avLst/>
          </a:prstGeom>
          <a:noFill/>
        </p:spPr>
        <p:txBody>
          <a:bodyPr wrap="square" rtlCol="0">
            <a:spAutoFit/>
          </a:bodyPr>
          <a:lstStyle/>
          <a:p>
            <a:pPr algn="ctr"/>
            <a:r>
              <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rPr>
              <a:t>第8章 MyBatis快速入门</a:t>
            </a:r>
            <a:endParaRPr sz="4500" dirty="0">
              <a:solidFill>
                <a:srgbClr val="1369B2"/>
              </a:solidFill>
              <a:latin typeface="微软雅黑" panose="020B0503020204020204" pitchFamily="34" charset="-122"/>
              <a:ea typeface="微软雅黑" panose="020B0503020204020204" pitchFamily="34" charset="-122"/>
              <a:cs typeface="+mn-ea"/>
              <a:sym typeface="思源黑体 CN Medium" panose="020B0600000000000000" pitchFamily="34" charset="-122"/>
            </a:endParaRPr>
          </a:p>
        </p:txBody>
      </p:sp>
      <p:sp>
        <p:nvSpPr>
          <p:cNvPr id="4" name="Rectangle 4"/>
          <p:cNvSpPr txBox="1">
            <a:spLocks noChangeArrowheads="1"/>
          </p:cNvSpPr>
          <p:nvPr/>
        </p:nvSpPr>
        <p:spPr>
          <a:xfrm>
            <a:off x="1003300" y="3935095"/>
            <a:ext cx="10519410" cy="430530"/>
          </a:xfrm>
          <a:prstGeom prst="rect">
            <a:avLst/>
          </a:prstGeom>
        </p:spPr>
        <p:txBody>
          <a:bodyPr vert="horz" lIns="121917" tIns="60958" rIns="121917" bIns="60958" rtlCol="0" anchor="ctr">
            <a:noAutofit/>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lgn="ctr">
              <a:buNone/>
            </a:pPr>
            <a:r>
              <a:rPr sz="2300" dirty="0">
                <a:solidFill>
                  <a:srgbClr val="595959"/>
                </a:solidFill>
                <a:latin typeface="微软雅黑" panose="020B0503020204020204" pitchFamily="34" charset="-122"/>
                <a:ea typeface="微软雅黑" panose="020B0503020204020204" pitchFamily="34" charset="-122"/>
                <a:cs typeface="+mn-ea"/>
                <a:sym typeface="+mn-lt"/>
              </a:rPr>
              <a:t>《Java EE企业级应用开发教程（Spring+Spring MVC+MyBatis）（第3版）》</a:t>
            </a:r>
            <a:endParaRPr sz="2300" dirty="0">
              <a:solidFill>
                <a:srgbClr val="595959"/>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644513"/>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custDataLst>
              <p:tags r:id="rId1"/>
            </p:custDataLst>
          </p:nvPr>
        </p:nvGrpSpPr>
        <p:grpSpPr>
          <a:xfrm>
            <a:off x="1557655" y="4215765"/>
            <a:ext cx="9014460" cy="688340"/>
            <a:chOff x="978872" y="1800500"/>
            <a:chExt cx="6427354" cy="516136"/>
          </a:xfrm>
        </p:grpSpPr>
        <p:sp>
          <p:nvSpPr>
            <p:cNvPr id="81" name="Pentagon 3"/>
            <p:cNvSpPr/>
            <p:nvPr>
              <p:custDataLst>
                <p:tags r:id="rId2"/>
              </p:custDataLst>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熟悉</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MyBatis的工作流程</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，能够简述MyBatis操作数据库时的工作流程</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2" name="MH_Others_1"/>
            <p:cNvSpPr/>
            <p:nvPr>
              <p:custDataLst>
                <p:tags r:id="rId3"/>
              </p:custDataLst>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custDataLst>
              <p:tags r:id="rId4"/>
            </p:custDataLst>
          </p:nvPr>
        </p:nvGrpSpPr>
        <p:grpSpPr>
          <a:xfrm>
            <a:off x="1557655" y="3108325"/>
            <a:ext cx="9006205" cy="689610"/>
            <a:chOff x="978872" y="2570437"/>
            <a:chExt cx="5437064" cy="517208"/>
          </a:xfrm>
        </p:grpSpPr>
        <p:sp>
          <p:nvSpPr>
            <p:cNvPr id="84" name="Pentagon 5"/>
            <p:cNvSpPr/>
            <p:nvPr>
              <p:custDataLst>
                <p:tags r:id="rId5"/>
              </p:custDataLst>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MyBatis入门案例</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的实现，能够使用</a:t>
              </a:r>
              <a:r>
                <a:rPr lang="en-US" altLang="zh-CN"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MyBatis</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从数据库中获取数据，并将获取到的数据封装到自定义的</a:t>
              </a:r>
              <a:r>
                <a:rPr lang="en-US" altLang="zh-CN"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Java</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对象中</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custDataLst>
                <p:tags r:id="rId6"/>
              </p:custDataLst>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9" name="组合 8"/>
          <p:cNvGrpSpPr/>
          <p:nvPr>
            <p:custDataLst>
              <p:tags r:id="rId7"/>
            </p:custDataLst>
          </p:nvPr>
        </p:nvGrpSpPr>
        <p:grpSpPr>
          <a:xfrm>
            <a:off x="1557655" y="2002155"/>
            <a:ext cx="9006205" cy="685800"/>
            <a:chOff x="978872" y="2570437"/>
            <a:chExt cx="5437064" cy="514351"/>
          </a:xfrm>
        </p:grpSpPr>
        <p:sp>
          <p:nvSpPr>
            <p:cNvPr id="10" name="Pentagon 5"/>
            <p:cNvSpPr/>
            <p:nvPr>
              <p:custDataLst>
                <p:tags r:id="rId8"/>
              </p:custDataLst>
            </p:nvPr>
          </p:nvSpPr>
          <p:spPr bwMode="auto">
            <a:xfrm>
              <a:off x="978872" y="2570438"/>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了解</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MyBatis</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的概念，能够简述MyBatis实现</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数据持久化</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操作的核心思想</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11" name="MH_Others_1"/>
            <p:cNvSpPr/>
            <p:nvPr>
              <p:custDataLst>
                <p:tags r:id="rId9"/>
              </p:custDataLst>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 name="组合 1"/>
          <p:cNvGrpSpPr/>
          <p:nvPr/>
        </p:nvGrpSpPr>
        <p:grpSpPr>
          <a:xfrm>
            <a:off x="1557655" y="5316220"/>
            <a:ext cx="9006205" cy="689610"/>
            <a:chOff x="978872" y="2570437"/>
            <a:chExt cx="5437064" cy="517208"/>
          </a:xfrm>
        </p:grpSpPr>
        <p:sp>
          <p:nvSpPr>
            <p:cNvPr id="3" name="Pentagon 5"/>
            <p:cNvSpPr/>
            <p:nvPr>
              <p:custDataLst>
                <p:tags r:id="rId10"/>
              </p:custDataLst>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熟悉</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MyBatis核心组件</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，能够简述</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SqlSessionFactoryBuilder类</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SqlSessionFactory接口</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和</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SqlSession接口</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的作用，以及常用的方法</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4" name="MH_Others_1"/>
            <p:cNvSpPr/>
            <p:nvPr>
              <p:custDataLst>
                <p:tags r:id="rId11"/>
              </p:custDataLst>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15308" y="644513"/>
            <a:ext cx="4775842"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dirty="0">
                <a:solidFill>
                  <a:srgbClr val="1369B2"/>
                </a:solidFill>
                <a:latin typeface="微软雅黑" panose="020B0503020204020204" pitchFamily="34" charset="-122"/>
                <a:ea typeface="微软雅黑" panose="020B0503020204020204" pitchFamily="34" charset="-122"/>
                <a:cs typeface="+mn-ea"/>
                <a:sym typeface="+mn-lt"/>
              </a:rPr>
              <a:t>Target</a:t>
            </a:r>
            <a:endParaRPr lang="en-GB" altLang="zh-CN"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80" name="组合 79"/>
          <p:cNvGrpSpPr/>
          <p:nvPr/>
        </p:nvGrpSpPr>
        <p:grpSpPr>
          <a:xfrm>
            <a:off x="1557655" y="4215765"/>
            <a:ext cx="9014460" cy="688340"/>
            <a:chOff x="978872" y="1800500"/>
            <a:chExt cx="6427354" cy="516136"/>
          </a:xfrm>
        </p:grpSpPr>
        <p:sp>
          <p:nvSpPr>
            <p:cNvPr id="81" name="Pentagon 3"/>
            <p:cNvSpPr/>
            <p:nvPr/>
          </p:nvSpPr>
          <p:spPr bwMode="auto">
            <a:xfrm>
              <a:off x="978872" y="1800500"/>
              <a:ext cx="6427354" cy="516136"/>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掌握定义</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结果集映射规则</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的标签，能够在MyBatis映射文件中使用</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&lt;resultMap&gt;标签</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定义结果集映射规则</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2" name="MH_Others_1"/>
            <p:cNvSpPr/>
            <p:nvPr/>
          </p:nvSpPr>
          <p:spPr bwMode="auto">
            <a:xfrm>
              <a:off x="985222" y="1800500"/>
              <a:ext cx="82550" cy="515937"/>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83" name="组合 82"/>
          <p:cNvGrpSpPr/>
          <p:nvPr/>
        </p:nvGrpSpPr>
        <p:grpSpPr>
          <a:xfrm>
            <a:off x="1557655" y="3108325"/>
            <a:ext cx="9006205" cy="689610"/>
            <a:chOff x="978872" y="2570437"/>
            <a:chExt cx="5437064" cy="517208"/>
          </a:xfrm>
        </p:grpSpPr>
        <p:sp>
          <p:nvSpPr>
            <p:cNvPr id="84" name="Pentagon 5"/>
            <p:cNvSpPr/>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定义增删查改语句的标签</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，能够在MyBatis映射文件中使用</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&lt;select&gt;标签</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&lt;insert&gt;标签、&lt;update&gt;标签、&lt;delete&gt;标签</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定义增删改查语句</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85"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9" name="组合 8"/>
          <p:cNvGrpSpPr/>
          <p:nvPr/>
        </p:nvGrpSpPr>
        <p:grpSpPr>
          <a:xfrm>
            <a:off x="1557655" y="2002155"/>
            <a:ext cx="9006205" cy="685800"/>
            <a:chOff x="978872" y="2570437"/>
            <a:chExt cx="5437064" cy="514351"/>
          </a:xfrm>
        </p:grpSpPr>
        <p:sp>
          <p:nvSpPr>
            <p:cNvPr id="10" name="Pentagon 5"/>
            <p:cNvSpPr/>
            <p:nvPr/>
          </p:nvSpPr>
          <p:spPr bwMode="auto">
            <a:xfrm>
              <a:off x="978872" y="2570438"/>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nSpc>
                  <a:spcPct val="120000"/>
                </a:lnSpc>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MyBatis核心配置文件</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的编写，能够在MyBatis核心配置文件中</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定义各种配置项</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11" name="MH_Others_1"/>
            <p:cNvSpPr/>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grpSp>
        <p:nvGrpSpPr>
          <p:cNvPr id="2" name="组合 1"/>
          <p:cNvGrpSpPr/>
          <p:nvPr/>
        </p:nvGrpSpPr>
        <p:grpSpPr>
          <a:xfrm>
            <a:off x="1557655" y="5316220"/>
            <a:ext cx="9006205" cy="689610"/>
            <a:chOff x="978872" y="2570437"/>
            <a:chExt cx="5437064" cy="517208"/>
          </a:xfrm>
        </p:grpSpPr>
        <p:sp>
          <p:nvSpPr>
            <p:cNvPr id="3" name="Pentagon 5"/>
            <p:cNvSpPr/>
            <p:nvPr>
              <p:custDataLst>
                <p:tags r:id="rId1"/>
              </p:custDataLst>
            </p:nvPr>
          </p:nvSpPr>
          <p:spPr bwMode="auto">
            <a:xfrm>
              <a:off x="978872" y="2573295"/>
              <a:ext cx="5437064" cy="514350"/>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掌握</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定义和引用SQL片段的标签</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，能够在MyBatis映射文件中使用</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&lt;sql&gt;</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 和 </a:t>
              </a:r>
              <a:r>
                <a:rPr lang="zh-CN" altLang="en-US" dirty="0">
                  <a:solidFill>
                    <a:srgbClr val="1369B2"/>
                  </a:solidFill>
                  <a:latin typeface="微软雅黑" panose="020B0503020204020204" pitchFamily="34" charset="-122"/>
                  <a:ea typeface="微软雅黑" panose="020B0503020204020204" pitchFamily="34" charset="-122"/>
                  <a:cs typeface="+mn-ea"/>
                  <a:sym typeface="字魂58号-创中黑" panose="00000500000000000000" pitchFamily="2" charset="-122"/>
                </a:rPr>
                <a:t>&lt;include&gt;标签</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定义和引用SQL片段</a:t>
              </a:r>
              <a:endPar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endParaRPr>
            </a:p>
          </p:txBody>
        </p:sp>
        <p:sp>
          <p:nvSpPr>
            <p:cNvPr id="4" name="MH_Others_1"/>
            <p:cNvSpPr/>
            <p:nvPr>
              <p:custDataLst>
                <p:tags r:id="rId2"/>
              </p:custDataLst>
            </p:nvPr>
          </p:nvSpPr>
          <p:spPr bwMode="auto">
            <a:xfrm>
              <a:off x="985222" y="2570437"/>
              <a:ext cx="82550" cy="514350"/>
            </a:xfrm>
            <a:custGeom>
              <a:avLst/>
              <a:gdLst>
                <a:gd name="connsiteX0" fmla="*/ 0 w 3276600"/>
                <a:gd name="connsiteY0" fmla="*/ 6311900 h 6311900"/>
                <a:gd name="connsiteX1" fmla="*/ 0 w 3276600"/>
                <a:gd name="connsiteY1" fmla="*/ 0 h 6311900"/>
                <a:gd name="connsiteX2" fmla="*/ 3276600 w 3276600"/>
                <a:gd name="connsiteY2" fmla="*/ 0 h 6311900"/>
                <a:gd name="connsiteX0-1" fmla="*/ 0 w 0"/>
                <a:gd name="connsiteY0-2" fmla="*/ 6311900 h 6311900"/>
                <a:gd name="connsiteX1-3" fmla="*/ 0 w 0"/>
                <a:gd name="connsiteY1-4" fmla="*/ 0 h 6311900"/>
              </a:gdLst>
              <a:ahLst/>
              <a:cxnLst>
                <a:cxn ang="0">
                  <a:pos x="connsiteX0-1" y="connsiteY0-2"/>
                </a:cxn>
                <a:cxn ang="0">
                  <a:pos x="connsiteX1-3" y="connsiteY1-4"/>
                </a:cxn>
              </a:cxnLst>
              <a:rect l="l" t="t" r="r" b="b"/>
              <a:pathLst>
                <a:path h="6311900">
                  <a:moveTo>
                    <a:pt x="0" y="6311900"/>
                  </a:moveTo>
                  <a:lnTo>
                    <a:pt x="0" y="0"/>
                  </a:lnTo>
                </a:path>
              </a:pathLst>
            </a:custGeom>
            <a:noFill/>
            <a:ln w="19050">
              <a:solidFill>
                <a:srgbClr val="1369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defRPr/>
              </a:pPr>
              <a:endParaRPr lang="zh-CN" altLang="en-US" sz="2500">
                <a:solidFill>
                  <a:schemeClr val="bg1">
                    <a:lumMod val="50000"/>
                  </a:schemeClr>
                </a:solidFill>
                <a:latin typeface="Source Han Sans K Bold" panose="020B0800000000000000" pitchFamily="34" charset="-128"/>
                <a:ea typeface="Source Han Sans K Bold" panose="020B0800000000000000" pitchFamily="34" charset="-128"/>
                <a:sym typeface="Source Han Sans K Bold" panose="020B0800000000000000" pitchFamily="34" charset="-128"/>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671292" y="572758"/>
            <a:ext cx="3911746"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章节概述</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 Summary</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nvSpPr>
        <p:spPr bwMode="auto">
          <a:xfrm>
            <a:off x="1054735" y="2394585"/>
            <a:ext cx="10335895" cy="1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MyBatis</a:t>
            </a:r>
            <a:r>
              <a:rPr lang="zh-CN" altLang="zh-CN" sz="2000" dirty="0">
                <a:solidFill>
                  <a:srgbClr val="595959"/>
                </a:solidFill>
                <a:latin typeface="微软雅黑" panose="020B0503020204020204" pitchFamily="34" charset="-122"/>
                <a:ea typeface="微软雅黑" panose="020B0503020204020204" pitchFamily="34" charset="-122"/>
              </a:rPr>
              <a:t>是一个开源、轻量级的</a:t>
            </a:r>
            <a:r>
              <a:rPr lang="zh-CN" altLang="en-US" sz="2000" dirty="0">
                <a:solidFill>
                  <a:srgbClr val="1369B2"/>
                </a:solidFill>
                <a:latin typeface="微软雅黑" panose="020B0503020204020204" pitchFamily="34" charset="-122"/>
                <a:ea typeface="微软雅黑" panose="020B0503020204020204" pitchFamily="34" charset="-122"/>
                <a:cs typeface="+mn-ea"/>
              </a:rPr>
              <a:t>持久层框架</a:t>
            </a:r>
            <a:r>
              <a:rPr lang="zh-CN" altLang="zh-CN" sz="2000" dirty="0">
                <a:solidFill>
                  <a:srgbClr val="595959"/>
                </a:solidFill>
                <a:latin typeface="微软雅黑" panose="020B0503020204020204" pitchFamily="34" charset="-122"/>
                <a:ea typeface="微软雅黑" panose="020B0503020204020204" pitchFamily="34" charset="-122"/>
              </a:rPr>
              <a:t>，它通过</a:t>
            </a:r>
            <a:r>
              <a:rPr lang="zh-CN" altLang="en-US" sz="2000" dirty="0">
                <a:solidFill>
                  <a:srgbClr val="1369B2"/>
                </a:solidFill>
                <a:latin typeface="微软雅黑" panose="020B0503020204020204" pitchFamily="34" charset="-122"/>
                <a:ea typeface="微软雅黑" panose="020B0503020204020204" pitchFamily="34" charset="-122"/>
                <a:cs typeface="+mn-ea"/>
              </a:rPr>
              <a:t>封装JDBC</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cs typeface="+mn-ea"/>
              </a:rPr>
              <a:t>简化</a:t>
            </a:r>
            <a:r>
              <a:rPr lang="zh-CN" altLang="zh-CN" sz="2000" dirty="0">
                <a:solidFill>
                  <a:srgbClr val="595959"/>
                </a:solidFill>
                <a:latin typeface="微软雅黑" panose="020B0503020204020204" pitchFamily="34" charset="-122"/>
                <a:ea typeface="微软雅黑" panose="020B0503020204020204" pitchFamily="34" charset="-122"/>
              </a:rPr>
              <a:t>了与数据库交互的繁琐过程，开发者可以</a:t>
            </a:r>
            <a:r>
              <a:rPr lang="zh-CN" altLang="en-US" sz="2000" dirty="0">
                <a:solidFill>
                  <a:srgbClr val="1369B2"/>
                </a:solidFill>
                <a:latin typeface="微软雅黑" panose="020B0503020204020204" pitchFamily="34" charset="-122"/>
                <a:ea typeface="微软雅黑" panose="020B0503020204020204" pitchFamily="34" charset="-122"/>
                <a:cs typeface="+mn-ea"/>
              </a:rPr>
              <a:t>专注</a:t>
            </a:r>
            <a:r>
              <a:rPr lang="zh-CN" altLang="zh-CN" sz="2000" dirty="0">
                <a:solidFill>
                  <a:srgbClr val="595959"/>
                </a:solidFill>
                <a:latin typeface="微软雅黑" panose="020B0503020204020204" pitchFamily="34" charset="-122"/>
                <a:ea typeface="微软雅黑" panose="020B0503020204020204" pitchFamily="34" charset="-122"/>
              </a:rPr>
              <a:t>于</a:t>
            </a:r>
            <a:r>
              <a:rPr lang="zh-CN" altLang="en-US" sz="2000" dirty="0">
                <a:solidFill>
                  <a:srgbClr val="1369B2"/>
                </a:solidFill>
                <a:latin typeface="微软雅黑" panose="020B0503020204020204" pitchFamily="34" charset="-122"/>
                <a:ea typeface="微软雅黑" panose="020B0503020204020204" pitchFamily="34" charset="-122"/>
                <a:cs typeface="+mn-ea"/>
              </a:rPr>
              <a:t>SQL语句</a:t>
            </a:r>
            <a:r>
              <a:rPr lang="zh-CN" altLang="zh-CN" sz="2000" dirty="0">
                <a:solidFill>
                  <a:srgbClr val="595959"/>
                </a:solidFill>
                <a:latin typeface="微软雅黑" panose="020B0503020204020204" pitchFamily="34" charset="-122"/>
                <a:ea typeface="微软雅黑" panose="020B0503020204020204" pitchFamily="34" charset="-122"/>
              </a:rPr>
              <a:t>的编写和优化，而无需过多关注底层的数据库连接管理等细节。这种简化和灵活性使得MyBatis在许多Java项目中得到</a:t>
            </a:r>
            <a:r>
              <a:rPr lang="zh-CN" altLang="en-US" sz="2000" dirty="0">
                <a:solidFill>
                  <a:srgbClr val="1369B2"/>
                </a:solidFill>
                <a:latin typeface="微软雅黑" panose="020B0503020204020204" pitchFamily="34" charset="-122"/>
                <a:ea typeface="微软雅黑" panose="020B0503020204020204" pitchFamily="34" charset="-122"/>
                <a:cs typeface="+mn-ea"/>
              </a:rPr>
              <a:t>广泛应用</a:t>
            </a:r>
            <a:r>
              <a:rPr lang="zh-CN" altLang="zh-CN" sz="2000" dirty="0">
                <a:solidFill>
                  <a:srgbClr val="595959"/>
                </a:solidFill>
                <a:latin typeface="微软雅黑" panose="020B0503020204020204" pitchFamily="34" charset="-122"/>
                <a:ea typeface="微软雅黑" panose="020B0503020204020204" pitchFamily="34" charset="-122"/>
              </a:rPr>
              <a:t>，本章将对MyBatis快速入门进行讲解。</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9" name="圆角矩形 8"/>
          <p:cNvSpPr/>
          <p:nvPr>
            <p:custDataLst>
              <p:tags r:id="rId1"/>
            </p:custDataLst>
          </p:nvPr>
        </p:nvSpPr>
        <p:spPr>
          <a:xfrm>
            <a:off x="1031240" y="2238375"/>
            <a:ext cx="10427335" cy="2519045"/>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0" name="矩形 93"/>
          <p:cNvSpPr/>
          <p:nvPr>
            <p:custDataLst>
              <p:tags r:id="rId2"/>
            </p:custDataLst>
          </p:nvPr>
        </p:nvSpPr>
        <p:spPr>
          <a:xfrm>
            <a:off x="998855" y="2178685"/>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1" name="矩形 93"/>
          <p:cNvSpPr/>
          <p:nvPr>
            <p:custDataLst>
              <p:tags r:id="rId3"/>
            </p:custDataLst>
          </p:nvPr>
        </p:nvSpPr>
        <p:spPr>
          <a:xfrm rot="10800000">
            <a:off x="11135360" y="4300220"/>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105" name="组合 104"/>
          <p:cNvGrpSpPr/>
          <p:nvPr/>
        </p:nvGrpSpPr>
        <p:grpSpPr>
          <a:xfrm>
            <a:off x="2999206" y="2299230"/>
            <a:ext cx="1192190" cy="612775"/>
            <a:chOff x="2215144" y="982844"/>
            <a:chExt cx="1244730" cy="842780"/>
          </a:xfrm>
        </p:grpSpPr>
        <p:sp>
          <p:nvSpPr>
            <p:cNvPr id="106" name="平行四边形 105"/>
            <p:cNvSpPr/>
            <p:nvPr>
              <p:custDataLst>
                <p:tags r:id="rId1"/>
              </p:custDataLst>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07" name="文本框 9"/>
            <p:cNvSpPr txBox="1"/>
            <p:nvPr>
              <p:custDataLst>
                <p:tags r:id="rId2"/>
              </p:custDataLst>
            </p:nvPr>
          </p:nvSpPr>
          <p:spPr>
            <a:xfrm>
              <a:off x="2393075" y="1005670"/>
              <a:ext cx="1066799" cy="802606"/>
            </a:xfrm>
            <a:prstGeom prst="rect">
              <a:avLst/>
            </a:prstGeom>
            <a:noFill/>
          </p:spPr>
          <p:txBody>
            <a:bodyPr wrap="square" rtlCol="0">
              <a:spAutoFit/>
            </a:bodyPr>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8.1</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08" name="组合 107"/>
          <p:cNvGrpSpPr/>
          <p:nvPr/>
        </p:nvGrpSpPr>
        <p:grpSpPr>
          <a:xfrm>
            <a:off x="2999206" y="3496564"/>
            <a:ext cx="1192190" cy="612775"/>
            <a:chOff x="2215144" y="2026500"/>
            <a:chExt cx="1244730" cy="850129"/>
          </a:xfrm>
        </p:grpSpPr>
        <p:sp>
          <p:nvSpPr>
            <p:cNvPr id="109" name="平行四边形 108"/>
            <p:cNvSpPr/>
            <p:nvPr>
              <p:custDataLst>
                <p:tags r:id="rId3"/>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10" name="文本框 10"/>
            <p:cNvSpPr txBox="1"/>
            <p:nvPr>
              <p:custDataLst>
                <p:tags r:id="rId4"/>
              </p:custDataLst>
            </p:nvPr>
          </p:nvSpPr>
          <p:spPr>
            <a:xfrm>
              <a:off x="2393075" y="2026500"/>
              <a:ext cx="1066799" cy="809605"/>
            </a:xfrm>
            <a:prstGeom prst="rect">
              <a:avLst/>
            </a:prstGeom>
            <a:noFill/>
          </p:spPr>
          <p:txBody>
            <a:bodyPr wrap="square" rtlCol="0">
              <a:spAutoFit/>
            </a:bodyPr>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8.</a:t>
              </a:r>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2</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11" name="组合 110"/>
          <p:cNvGrpSpPr/>
          <p:nvPr/>
        </p:nvGrpSpPr>
        <p:grpSpPr>
          <a:xfrm>
            <a:off x="3904758" y="2290351"/>
            <a:ext cx="5496560" cy="612775"/>
            <a:chOff x="4315150" y="953426"/>
            <a:chExt cx="4122956" cy="539804"/>
          </a:xfrm>
        </p:grpSpPr>
        <p:sp>
          <p:nvSpPr>
            <p:cNvPr id="112" name="矩形 111"/>
            <p:cNvSpPr/>
            <p:nvPr>
              <p:custDataLst>
                <p:tags r:id="rId5"/>
              </p:custDataLst>
            </p:nvPr>
          </p:nvSpPr>
          <p:spPr>
            <a:xfrm>
              <a:off x="4841196" y="1036090"/>
              <a:ext cx="2827147" cy="331154"/>
            </a:xfrm>
            <a:prstGeom prst="rect">
              <a:avLst/>
            </a:prstGeom>
            <a:ln w="15875">
              <a:noFill/>
            </a:ln>
          </p:spPr>
          <p:txBody>
            <a:bodyPr wrap="square" lIns="68580" tIns="34290" rIns="68580" bIns="34290">
              <a:spAutoFit/>
            </a:bodyPr>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MyBatis概述</a:t>
              </a:r>
              <a:endPar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13" name="平行四边形 112"/>
            <p:cNvSpPr/>
            <p:nvPr>
              <p:custDataLst>
                <p:tags r:id="rId6"/>
              </p:custDataLst>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4" name="组合 113"/>
          <p:cNvGrpSpPr/>
          <p:nvPr/>
        </p:nvGrpSpPr>
        <p:grpSpPr>
          <a:xfrm>
            <a:off x="3904758" y="3479738"/>
            <a:ext cx="5496560" cy="612775"/>
            <a:chOff x="4315150" y="1647579"/>
            <a:chExt cx="4122956" cy="539804"/>
          </a:xfrm>
        </p:grpSpPr>
        <p:sp>
          <p:nvSpPr>
            <p:cNvPr id="115" name="矩形 114"/>
            <p:cNvSpPr/>
            <p:nvPr>
              <p:custDataLst>
                <p:tags r:id="rId7"/>
              </p:custDataLst>
            </p:nvPr>
          </p:nvSpPr>
          <p:spPr>
            <a:xfrm>
              <a:off x="4840998" y="1730368"/>
              <a:ext cx="3238445" cy="331154"/>
            </a:xfrm>
            <a:prstGeom prst="rect">
              <a:avLst/>
            </a:prstGeom>
            <a:ln w="15875">
              <a:noFill/>
            </a:ln>
          </p:spPr>
          <p:txBody>
            <a:bodyPr wrap="square" lIns="68580" tIns="34290" rIns="68580" bIns="34290">
              <a:spAutoFit/>
            </a:bodyPr>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MyBatis入门程序</a:t>
              </a:r>
              <a:endPar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16" name="平行四边形 115"/>
            <p:cNvSpPr/>
            <p:nvPr>
              <p:custDataLst>
                <p:tags r:id="rId8"/>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7" name="组合 116"/>
          <p:cNvGrpSpPr/>
          <p:nvPr/>
        </p:nvGrpSpPr>
        <p:grpSpPr>
          <a:xfrm>
            <a:off x="2982696" y="4699889"/>
            <a:ext cx="1192190" cy="612775"/>
            <a:chOff x="2215144" y="2026500"/>
            <a:chExt cx="1244730" cy="850129"/>
          </a:xfrm>
        </p:grpSpPr>
        <p:sp>
          <p:nvSpPr>
            <p:cNvPr id="118" name="平行四边形 117"/>
            <p:cNvSpPr/>
            <p:nvPr>
              <p:custDataLst>
                <p:tags r:id="rId9"/>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19" name="文本框 10"/>
            <p:cNvSpPr txBox="1"/>
            <p:nvPr>
              <p:custDataLst>
                <p:tags r:id="rId10"/>
              </p:custDataLst>
            </p:nvPr>
          </p:nvSpPr>
          <p:spPr>
            <a:xfrm>
              <a:off x="2393075" y="2026500"/>
              <a:ext cx="1066799" cy="809605"/>
            </a:xfrm>
            <a:prstGeom prst="rect">
              <a:avLst/>
            </a:prstGeom>
            <a:noFill/>
          </p:spPr>
          <p:txBody>
            <a:bodyPr wrap="square" rtlCol="0">
              <a:spAutoFit/>
            </a:bodyPr>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8.</a:t>
              </a:r>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3</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20" name="组合 119"/>
          <p:cNvGrpSpPr/>
          <p:nvPr/>
        </p:nvGrpSpPr>
        <p:grpSpPr>
          <a:xfrm>
            <a:off x="3888248" y="4683063"/>
            <a:ext cx="5496560" cy="612775"/>
            <a:chOff x="4315150" y="1647579"/>
            <a:chExt cx="4122956" cy="539804"/>
          </a:xfrm>
        </p:grpSpPr>
        <p:sp>
          <p:nvSpPr>
            <p:cNvPr id="121" name="矩形 120"/>
            <p:cNvSpPr/>
            <p:nvPr>
              <p:custDataLst>
                <p:tags r:id="rId11"/>
              </p:custDataLst>
            </p:nvPr>
          </p:nvSpPr>
          <p:spPr>
            <a:xfrm>
              <a:off x="4840998" y="1730368"/>
              <a:ext cx="3238445" cy="331154"/>
            </a:xfrm>
            <a:prstGeom prst="rect">
              <a:avLst/>
            </a:prstGeom>
            <a:ln w="15875">
              <a:noFill/>
            </a:ln>
          </p:spPr>
          <p:txBody>
            <a:bodyPr wrap="square" lIns="68580" tIns="34290" rIns="68580" bIns="34290">
              <a:spAutoFit/>
            </a:bodyPr>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MyBatis工作流程</a:t>
              </a:r>
              <a:endPar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22" name="平行四边形 121"/>
            <p:cNvSpPr/>
            <p:nvPr>
              <p:custDataLst>
                <p:tags r:id="rId12"/>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837863" y="572758"/>
            <a:ext cx="3007988" cy="662532"/>
          </a:xfrm>
          <a:prstGeom prst="rect">
            <a:avLst/>
          </a:prstGeom>
        </p:spPr>
        <p:txBody>
          <a:bodyPr lIns="121917" tIns="60958" rIns="121917" bIns="60958" anchor="ctr">
            <a:noAutofit/>
          </a:bodyPr>
          <a:lst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lgn="ctr">
              <a:buNone/>
            </a:pPr>
            <a:r>
              <a:rPr lang="zh-CN" altLang="en-US" b="1" dirty="0">
                <a:solidFill>
                  <a:srgbClr val="1369B2"/>
                </a:solidFill>
                <a:latin typeface="微软雅黑" panose="020B0503020204020204" pitchFamily="34" charset="-122"/>
                <a:ea typeface="微软雅黑" panose="020B0503020204020204" pitchFamily="34" charset="-122"/>
                <a:cs typeface="+mn-ea"/>
                <a:sym typeface="+mn-lt"/>
              </a:rPr>
              <a:t>目录</a:t>
            </a:r>
            <a:r>
              <a:rPr lang="en-US" altLang="zh-CN" b="1" dirty="0">
                <a:solidFill>
                  <a:srgbClr val="1369B2"/>
                </a:solidFill>
                <a:latin typeface="微软雅黑" panose="020B0503020204020204" pitchFamily="34" charset="-122"/>
                <a:ea typeface="微软雅黑" panose="020B0503020204020204" pitchFamily="34" charset="-122"/>
                <a:cs typeface="+mn-ea"/>
                <a:sym typeface="+mn-lt"/>
              </a:rPr>
              <a:t>/</a:t>
            </a:r>
            <a:r>
              <a:rPr lang="en-US" altLang="zh-CN" sz="2400" dirty="0">
                <a:solidFill>
                  <a:srgbClr val="1369B2"/>
                </a:solidFill>
                <a:latin typeface="微软雅黑" panose="020B0503020204020204" pitchFamily="34" charset="-122"/>
                <a:ea typeface="微软雅黑" panose="020B0503020204020204" pitchFamily="34" charset="-122"/>
                <a:cs typeface="+mn-ea"/>
                <a:sym typeface="+mn-lt"/>
              </a:rPr>
              <a:t>Contents</a:t>
            </a:r>
            <a:endParaRPr lang="en-GB" sz="2400" dirty="0">
              <a:solidFill>
                <a:srgbClr val="1369B2"/>
              </a:solidFill>
              <a:latin typeface="微软雅黑" panose="020B0503020204020204" pitchFamily="34" charset="-122"/>
              <a:ea typeface="微软雅黑" panose="020B0503020204020204" pitchFamily="34" charset="-122"/>
              <a:cs typeface="+mn-ea"/>
              <a:sym typeface="+mn-lt"/>
            </a:endParaRPr>
          </a:p>
        </p:txBody>
      </p:sp>
      <p:grpSp>
        <p:nvGrpSpPr>
          <p:cNvPr id="105" name="组合 104"/>
          <p:cNvGrpSpPr/>
          <p:nvPr/>
        </p:nvGrpSpPr>
        <p:grpSpPr>
          <a:xfrm>
            <a:off x="2999206" y="2299230"/>
            <a:ext cx="1192190" cy="612775"/>
            <a:chOff x="2215144" y="982844"/>
            <a:chExt cx="1244730" cy="842780"/>
          </a:xfrm>
        </p:grpSpPr>
        <p:sp>
          <p:nvSpPr>
            <p:cNvPr id="106" name="平行四边形 105"/>
            <p:cNvSpPr/>
            <p:nvPr>
              <p:custDataLst>
                <p:tags r:id="rId1"/>
              </p:custDataLst>
            </p:nvPr>
          </p:nvSpPr>
          <p:spPr>
            <a:xfrm>
              <a:off x="2215144" y="982844"/>
              <a:ext cx="1120898" cy="842780"/>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07" name="文本框 9"/>
            <p:cNvSpPr txBox="1"/>
            <p:nvPr>
              <p:custDataLst>
                <p:tags r:id="rId2"/>
              </p:custDataLst>
            </p:nvPr>
          </p:nvSpPr>
          <p:spPr>
            <a:xfrm>
              <a:off x="2393075" y="1005670"/>
              <a:ext cx="1066799" cy="802606"/>
            </a:xfrm>
            <a:prstGeom prst="rect">
              <a:avLst/>
            </a:prstGeom>
            <a:noFill/>
          </p:spPr>
          <p:txBody>
            <a:bodyPr wrap="square" rtlCol="0">
              <a:spAutoFit/>
            </a:bodyPr>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8.4</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08" name="组合 107"/>
          <p:cNvGrpSpPr/>
          <p:nvPr/>
        </p:nvGrpSpPr>
        <p:grpSpPr>
          <a:xfrm>
            <a:off x="2999206" y="3496564"/>
            <a:ext cx="1192190" cy="612775"/>
            <a:chOff x="2215144" y="2026500"/>
            <a:chExt cx="1244730" cy="850129"/>
          </a:xfrm>
        </p:grpSpPr>
        <p:sp>
          <p:nvSpPr>
            <p:cNvPr id="109" name="平行四边形 108"/>
            <p:cNvSpPr/>
            <p:nvPr>
              <p:custDataLst>
                <p:tags r:id="rId3"/>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10" name="文本框 10"/>
            <p:cNvSpPr txBox="1"/>
            <p:nvPr>
              <p:custDataLst>
                <p:tags r:id="rId4"/>
              </p:custDataLst>
            </p:nvPr>
          </p:nvSpPr>
          <p:spPr>
            <a:xfrm>
              <a:off x="2393075" y="2026500"/>
              <a:ext cx="1066799" cy="809605"/>
            </a:xfrm>
            <a:prstGeom prst="rect">
              <a:avLst/>
            </a:prstGeom>
            <a:noFill/>
          </p:spPr>
          <p:txBody>
            <a:bodyPr wrap="square" rtlCol="0">
              <a:spAutoFit/>
            </a:bodyPr>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8.5</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11" name="组合 110"/>
          <p:cNvGrpSpPr/>
          <p:nvPr/>
        </p:nvGrpSpPr>
        <p:grpSpPr>
          <a:xfrm>
            <a:off x="3904758" y="2290351"/>
            <a:ext cx="5496560" cy="612775"/>
            <a:chOff x="4315150" y="953426"/>
            <a:chExt cx="4122956" cy="539804"/>
          </a:xfrm>
        </p:grpSpPr>
        <p:sp>
          <p:nvSpPr>
            <p:cNvPr id="112" name="矩形 111"/>
            <p:cNvSpPr/>
            <p:nvPr>
              <p:custDataLst>
                <p:tags r:id="rId5"/>
              </p:custDataLst>
            </p:nvPr>
          </p:nvSpPr>
          <p:spPr>
            <a:xfrm>
              <a:off x="4841196" y="1036090"/>
              <a:ext cx="2827147" cy="331154"/>
            </a:xfrm>
            <a:prstGeom prst="rect">
              <a:avLst/>
            </a:prstGeom>
            <a:ln w="15875">
              <a:noFill/>
            </a:ln>
          </p:spPr>
          <p:txBody>
            <a:bodyPr wrap="square" lIns="68580" tIns="34290" rIns="68580" bIns="34290">
              <a:spAutoFit/>
            </a:bodyPr>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MyBatis核心组件</a:t>
              </a:r>
              <a:endPar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13" name="平行四边形 112"/>
            <p:cNvSpPr/>
            <p:nvPr>
              <p:custDataLst>
                <p:tags r:id="rId6"/>
              </p:custDataLst>
            </p:nvPr>
          </p:nvSpPr>
          <p:spPr>
            <a:xfrm>
              <a:off x="4315150" y="953426"/>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21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4" name="组合 113"/>
          <p:cNvGrpSpPr/>
          <p:nvPr/>
        </p:nvGrpSpPr>
        <p:grpSpPr>
          <a:xfrm>
            <a:off x="3904758" y="3479738"/>
            <a:ext cx="5496560" cy="612775"/>
            <a:chOff x="4315150" y="1647579"/>
            <a:chExt cx="4122956" cy="539804"/>
          </a:xfrm>
        </p:grpSpPr>
        <p:sp>
          <p:nvSpPr>
            <p:cNvPr id="115" name="矩形 114"/>
            <p:cNvSpPr/>
            <p:nvPr>
              <p:custDataLst>
                <p:tags r:id="rId7"/>
              </p:custDataLst>
            </p:nvPr>
          </p:nvSpPr>
          <p:spPr>
            <a:xfrm>
              <a:off x="4840998" y="1730368"/>
              <a:ext cx="3238445" cy="331154"/>
            </a:xfrm>
            <a:prstGeom prst="rect">
              <a:avLst/>
            </a:prstGeom>
            <a:ln w="15875">
              <a:noFill/>
            </a:ln>
          </p:spPr>
          <p:txBody>
            <a:bodyPr wrap="square" lIns="68580" tIns="34290" rIns="68580" bIns="34290">
              <a:spAutoFit/>
            </a:bodyPr>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MyBatis核心配置文件</a:t>
              </a:r>
              <a:endPar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16" name="平行四边形 115"/>
            <p:cNvSpPr/>
            <p:nvPr>
              <p:custDataLst>
                <p:tags r:id="rId8"/>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17" name="组合 116"/>
          <p:cNvGrpSpPr/>
          <p:nvPr/>
        </p:nvGrpSpPr>
        <p:grpSpPr>
          <a:xfrm>
            <a:off x="2982696" y="4699889"/>
            <a:ext cx="1192190" cy="612775"/>
            <a:chOff x="2215144" y="2026500"/>
            <a:chExt cx="1244730" cy="850129"/>
          </a:xfrm>
        </p:grpSpPr>
        <p:sp>
          <p:nvSpPr>
            <p:cNvPr id="118" name="平行四边形 117"/>
            <p:cNvSpPr/>
            <p:nvPr>
              <p:custDataLst>
                <p:tags r:id="rId9"/>
              </p:custDataLst>
            </p:nvPr>
          </p:nvSpPr>
          <p:spPr>
            <a:xfrm>
              <a:off x="2215144" y="2033848"/>
              <a:ext cx="1120898" cy="842781"/>
            </a:xfrm>
            <a:prstGeom prst="parallelogram">
              <a:avLst>
                <a:gd name="adj" fmla="val 48207"/>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600">
                <a:latin typeface="微软雅黑" panose="020B0503020204020204" pitchFamily="34" charset="-122"/>
                <a:ea typeface="微软雅黑" panose="020B0503020204020204" pitchFamily="34" charset="-122"/>
                <a:cs typeface="+mn-ea"/>
                <a:sym typeface="+mn-lt"/>
              </a:endParaRPr>
            </a:p>
          </p:txBody>
        </p:sp>
        <p:sp>
          <p:nvSpPr>
            <p:cNvPr id="119" name="文本框 10"/>
            <p:cNvSpPr txBox="1"/>
            <p:nvPr>
              <p:custDataLst>
                <p:tags r:id="rId10"/>
              </p:custDataLst>
            </p:nvPr>
          </p:nvSpPr>
          <p:spPr>
            <a:xfrm>
              <a:off x="2393075" y="2026500"/>
              <a:ext cx="1066799" cy="809605"/>
            </a:xfrm>
            <a:prstGeom prst="rect">
              <a:avLst/>
            </a:prstGeom>
            <a:noFill/>
          </p:spPr>
          <p:txBody>
            <a:bodyPr wrap="square" rtlCol="0">
              <a:spAutoFit/>
            </a:bodyPr>
            <a:p>
              <a:r>
                <a:rPr lang="en-US" altLang="zh-CN" sz="3200" dirty="0">
                  <a:solidFill>
                    <a:schemeClr val="bg1"/>
                  </a:solidFill>
                  <a:latin typeface="微软雅黑" panose="020B0503020204020204" pitchFamily="34" charset="-122"/>
                  <a:ea typeface="微软雅黑" panose="020B0503020204020204" pitchFamily="34" charset="-122"/>
                  <a:cs typeface="+mn-ea"/>
                  <a:sym typeface="+mn-lt"/>
                </a:rPr>
                <a:t>8.6</a:t>
              </a:r>
              <a:endParaRPr lang="zh-CN" altLang="en-US" sz="3200" dirty="0">
                <a:solidFill>
                  <a:schemeClr val="bg1"/>
                </a:solidFill>
                <a:latin typeface="微软雅黑" panose="020B0503020204020204" pitchFamily="34" charset="-122"/>
                <a:ea typeface="微软雅黑" panose="020B0503020204020204" pitchFamily="34" charset="-122"/>
                <a:cs typeface="+mn-ea"/>
                <a:sym typeface="+mn-lt"/>
              </a:endParaRPr>
            </a:p>
          </p:txBody>
        </p:sp>
      </p:grpSp>
      <p:grpSp>
        <p:nvGrpSpPr>
          <p:cNvPr id="120" name="组合 119"/>
          <p:cNvGrpSpPr/>
          <p:nvPr/>
        </p:nvGrpSpPr>
        <p:grpSpPr>
          <a:xfrm>
            <a:off x="3888248" y="4683063"/>
            <a:ext cx="5496560" cy="612775"/>
            <a:chOff x="4315150" y="1647579"/>
            <a:chExt cx="4122956" cy="539804"/>
          </a:xfrm>
        </p:grpSpPr>
        <p:sp>
          <p:nvSpPr>
            <p:cNvPr id="121" name="矩形 120"/>
            <p:cNvSpPr/>
            <p:nvPr>
              <p:custDataLst>
                <p:tags r:id="rId11"/>
              </p:custDataLst>
            </p:nvPr>
          </p:nvSpPr>
          <p:spPr>
            <a:xfrm>
              <a:off x="4840998" y="1730368"/>
              <a:ext cx="3238445" cy="331154"/>
            </a:xfrm>
            <a:prstGeom prst="rect">
              <a:avLst/>
            </a:prstGeom>
            <a:ln w="15875">
              <a:noFill/>
            </a:ln>
          </p:spPr>
          <p:txBody>
            <a:bodyPr wrap="square" lIns="68580" tIns="34290" rIns="68580" bIns="34290">
              <a:spAutoFit/>
            </a:bodyPr>
            <a:p>
              <a:r>
                <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MyBatis映射文件</a:t>
              </a:r>
              <a:endParaRPr sz="20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122" name="平行四边形 121"/>
            <p:cNvSpPr/>
            <p:nvPr>
              <p:custDataLst>
                <p:tags r:id="rId12"/>
              </p:custDataLst>
            </p:nvPr>
          </p:nvSpPr>
          <p:spPr>
            <a:xfrm>
              <a:off x="4315150" y="1647579"/>
              <a:ext cx="4122956" cy="539804"/>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spAutoFit/>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MyBatis概述</a:t>
            </a:r>
            <a:endPar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8.1</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MyBatis概述</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782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sym typeface="+mn-ea"/>
              </a:rPr>
              <a:t>了解</a:t>
            </a:r>
            <a:r>
              <a:rPr lang="zh-CN" altLang="en-US" dirty="0">
                <a:solidFill>
                  <a:srgbClr val="1369B2"/>
                </a:solidFill>
                <a:latin typeface="微软雅黑" panose="020B0503020204020204" pitchFamily="34" charset="-122"/>
                <a:ea typeface="微软雅黑" panose="020B0503020204020204" pitchFamily="34" charset="-122"/>
                <a:sym typeface="+mn-ea"/>
              </a:rPr>
              <a:t>MyBatis</a:t>
            </a:r>
            <a:r>
              <a:rPr lang="zh-CN" altLang="en-US" dirty="0">
                <a:solidFill>
                  <a:srgbClr val="595959"/>
                </a:solidFill>
                <a:latin typeface="微软雅黑" panose="020B0503020204020204" pitchFamily="34" charset="-122"/>
                <a:ea typeface="微软雅黑" panose="020B0503020204020204" pitchFamily="34" charset="-122"/>
                <a:sym typeface="+mn-ea"/>
              </a:rPr>
              <a:t>的</a:t>
            </a:r>
            <a:r>
              <a:rPr lang="zh-CN" altLang="en-US" dirty="0">
                <a:solidFill>
                  <a:srgbClr val="1369B2"/>
                </a:solidFill>
                <a:latin typeface="微软雅黑" panose="020B0503020204020204" pitchFamily="34" charset="-122"/>
                <a:ea typeface="微软雅黑" panose="020B0503020204020204" pitchFamily="34" charset="-122"/>
                <a:sym typeface="+mn-ea"/>
              </a:rPr>
              <a:t>概念</a:t>
            </a:r>
            <a:r>
              <a:rPr lang="zh-CN" altLang="en-US" dirty="0">
                <a:solidFill>
                  <a:srgbClr val="595959"/>
                </a:solidFill>
                <a:latin typeface="微软雅黑" panose="020B0503020204020204" pitchFamily="34" charset="-122"/>
                <a:ea typeface="微软雅黑" panose="020B0503020204020204" pitchFamily="34" charset="-122"/>
                <a:sym typeface="+mn-ea"/>
              </a:rPr>
              <a:t>，能够简述MyBatis实现</a:t>
            </a:r>
            <a:r>
              <a:rPr lang="zh-CN" altLang="en-US" dirty="0">
                <a:solidFill>
                  <a:srgbClr val="1369B2"/>
                </a:solidFill>
                <a:latin typeface="微软雅黑" panose="020B0503020204020204" pitchFamily="34" charset="-122"/>
                <a:ea typeface="微软雅黑" panose="020B0503020204020204" pitchFamily="34" charset="-122"/>
                <a:sym typeface="+mn-ea"/>
              </a:rPr>
              <a:t>数据持久化操作</a:t>
            </a:r>
            <a:r>
              <a:rPr lang="zh-CN" altLang="en-US" dirty="0">
                <a:solidFill>
                  <a:srgbClr val="595959"/>
                </a:solidFill>
                <a:latin typeface="微软雅黑" panose="020B0503020204020204" pitchFamily="34" charset="-122"/>
                <a:ea typeface="微软雅黑" panose="020B0503020204020204" pitchFamily="34" charset="-122"/>
                <a:sym typeface="+mn-ea"/>
              </a:rPr>
              <a:t>的核心思想</a:t>
            </a:r>
            <a:endParaRPr lang="zh-CN" altLang="en-US" dirty="0">
              <a:solidFill>
                <a:srgbClr val="595959"/>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a:t>
            </a:r>
            <a:r>
              <a:rPr sz="2400" b="1" dirty="0">
                <a:solidFill>
                  <a:srgbClr val="595959"/>
                </a:solidFill>
                <a:latin typeface="微软雅黑" panose="020B0503020204020204" pitchFamily="34" charset="-122"/>
                <a:ea typeface="微软雅黑" panose="020B0503020204020204" pitchFamily="34" charset="-122"/>
                <a:cs typeface="+mn-ea"/>
                <a:sym typeface="+mn-lt"/>
              </a:rPr>
              <a:t>.1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MyBatis概述</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461770"/>
            <a:ext cx="10335895" cy="3813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JDBC</a:t>
            </a:r>
            <a:r>
              <a:rPr lang="zh-CN" altLang="zh-CN" sz="2000" dirty="0">
                <a:solidFill>
                  <a:srgbClr val="595959"/>
                </a:solidFill>
                <a:latin typeface="微软雅黑" panose="020B0503020204020204" pitchFamily="34" charset="-122"/>
                <a:ea typeface="微软雅黑" panose="020B0503020204020204" pitchFamily="34" charset="-122"/>
              </a:rPr>
              <a:t>（JavaDatabaseConnectivity，Java数据库连接）是Java</a:t>
            </a:r>
            <a:r>
              <a:rPr lang="zh-CN" altLang="en-US" sz="2000" dirty="0">
                <a:solidFill>
                  <a:srgbClr val="1369B2"/>
                </a:solidFill>
                <a:latin typeface="微软雅黑" panose="020B0503020204020204" pitchFamily="34" charset="-122"/>
                <a:ea typeface="微软雅黑" panose="020B0503020204020204" pitchFamily="34" charset="-122"/>
                <a:cs typeface="+mn-ea"/>
              </a:rPr>
              <a:t>应用程序访问和操作数据库</a:t>
            </a:r>
            <a:r>
              <a:rPr lang="zh-CN" altLang="zh-CN" sz="2000" dirty="0">
                <a:solidFill>
                  <a:srgbClr val="595959"/>
                </a:solidFill>
                <a:latin typeface="微软雅黑" panose="020B0503020204020204" pitchFamily="34" charset="-122"/>
                <a:ea typeface="微软雅黑" panose="020B0503020204020204" pitchFamily="34" charset="-122"/>
              </a:rPr>
              <a:t>的基础，它提供了一套用于与</a:t>
            </a:r>
            <a:r>
              <a:rPr lang="zh-CN" altLang="en-US" sz="2000" dirty="0">
                <a:solidFill>
                  <a:srgbClr val="1369B2"/>
                </a:solidFill>
                <a:latin typeface="微软雅黑" panose="020B0503020204020204" pitchFamily="34" charset="-122"/>
                <a:ea typeface="微软雅黑" panose="020B0503020204020204" pitchFamily="34" charset="-122"/>
                <a:cs typeface="+mn-ea"/>
              </a:rPr>
              <a:t>数据库交互</a:t>
            </a:r>
            <a:r>
              <a:rPr lang="zh-CN" altLang="zh-CN" sz="2000" dirty="0">
                <a:solidFill>
                  <a:srgbClr val="595959"/>
                </a:solidFill>
                <a:latin typeface="微软雅黑" panose="020B0503020204020204" pitchFamily="34" charset="-122"/>
                <a:ea typeface="微软雅黑" panose="020B0503020204020204" pitchFamily="34" charset="-122"/>
              </a:rPr>
              <a:t>的API，允许Java应用程序执行连接数据库、发送SQL语句、处理结果等操作。尽管JDBC提供了与数据库交互的基本功能，但使用JDBC编程比较</a:t>
            </a:r>
            <a:r>
              <a:rPr lang="zh-CN" altLang="en-US" sz="2000" dirty="0">
                <a:solidFill>
                  <a:srgbClr val="1369B2"/>
                </a:solidFill>
                <a:latin typeface="微软雅黑" panose="020B0503020204020204" pitchFamily="34" charset="-122"/>
                <a:ea typeface="微软雅黑" panose="020B0503020204020204" pitchFamily="34" charset="-122"/>
                <a:cs typeface="+mn-ea"/>
              </a:rPr>
              <a:t>烦琐</a:t>
            </a:r>
            <a:r>
              <a:rPr lang="zh-CN" altLang="zh-CN" sz="2000" dirty="0">
                <a:solidFill>
                  <a:srgbClr val="595959"/>
                </a:solidFill>
                <a:latin typeface="微软雅黑" panose="020B0503020204020204" pitchFamily="34" charset="-122"/>
                <a:ea typeface="微软雅黑" panose="020B0503020204020204" pitchFamily="34" charset="-122"/>
              </a:rPr>
              <a:t>，同时还存在如下</a:t>
            </a:r>
            <a:r>
              <a:rPr lang="zh-CN" altLang="en-US" sz="2000" dirty="0">
                <a:solidFill>
                  <a:srgbClr val="1369B2"/>
                </a:solidFill>
                <a:latin typeface="微软雅黑" panose="020B0503020204020204" pitchFamily="34" charset="-122"/>
                <a:ea typeface="微软雅黑" panose="020B0503020204020204" pitchFamily="34" charset="-122"/>
                <a:cs typeface="+mn-ea"/>
              </a:rPr>
              <a:t>不足</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①　资源管理复杂</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②　代码冗余</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③</a:t>
            </a:r>
            <a:r>
              <a:rPr lang="en-US" altLang="zh-CN" sz="2000" dirty="0">
                <a:solidFill>
                  <a:srgbClr val="595959"/>
                </a:solidFill>
                <a:latin typeface="微软雅黑" panose="020B0503020204020204" pitchFamily="34" charset="-122"/>
                <a:ea typeface="微软雅黑" panose="020B0503020204020204" pitchFamily="34" charset="-122"/>
              </a:rPr>
              <a:t>    </a:t>
            </a:r>
            <a:r>
              <a:rPr lang="zh-CN" altLang="zh-CN" sz="2000" dirty="0">
                <a:solidFill>
                  <a:srgbClr val="595959"/>
                </a:solidFill>
                <a:latin typeface="微软雅黑" panose="020B0503020204020204" pitchFamily="34" charset="-122"/>
                <a:ea typeface="微软雅黑" panose="020B0503020204020204" pitchFamily="34" charset="-122"/>
              </a:rPr>
              <a:t>SQL语句与Java代码紧密耦合</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en-US" sz="2400" b="1" dirty="0">
                <a:solidFill>
                  <a:srgbClr val="595959"/>
                </a:solidFill>
                <a:latin typeface="微软雅黑" panose="020B0503020204020204" pitchFamily="34" charset="-122"/>
                <a:ea typeface="微软雅黑" panose="020B0503020204020204" pitchFamily="34" charset="-122"/>
                <a:cs typeface="+mn-ea"/>
                <a:sym typeface="+mn-lt"/>
              </a:rPr>
              <a:t>8</a:t>
            </a:r>
            <a:r>
              <a:rPr sz="2400" b="1" dirty="0">
                <a:solidFill>
                  <a:srgbClr val="595959"/>
                </a:solidFill>
                <a:latin typeface="微软雅黑" panose="020B0503020204020204" pitchFamily="34" charset="-122"/>
                <a:ea typeface="微软雅黑" panose="020B0503020204020204" pitchFamily="34" charset="-122"/>
                <a:cs typeface="+mn-ea"/>
                <a:sym typeface="+mn-lt"/>
              </a:rPr>
              <a:t>.1</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MyBatis概述</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246505"/>
            <a:ext cx="10335895" cy="473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针对JDBC的这些不足，持久层框架应运而生。</a:t>
            </a:r>
            <a:r>
              <a:rPr lang="zh-CN" altLang="en-US" sz="2000" dirty="0">
                <a:solidFill>
                  <a:srgbClr val="1369B2"/>
                </a:solidFill>
                <a:latin typeface="微软雅黑" panose="020B0503020204020204" pitchFamily="34" charset="-122"/>
                <a:ea typeface="微软雅黑" panose="020B0503020204020204" pitchFamily="34" charset="-122"/>
                <a:cs typeface="+mn-ea"/>
              </a:rPr>
              <a:t>持久层框架</a:t>
            </a:r>
            <a:r>
              <a:rPr lang="zh-CN" altLang="zh-CN" sz="2000" dirty="0">
                <a:solidFill>
                  <a:srgbClr val="595959"/>
                </a:solidFill>
                <a:latin typeface="微软雅黑" panose="020B0503020204020204" pitchFamily="34" charset="-122"/>
                <a:ea typeface="微软雅黑" panose="020B0503020204020204" pitchFamily="34" charset="-122"/>
              </a:rPr>
              <a:t>是指用于</a:t>
            </a:r>
            <a:r>
              <a:rPr lang="zh-CN" altLang="en-US" sz="2000" dirty="0">
                <a:solidFill>
                  <a:srgbClr val="1369B2"/>
                </a:solidFill>
                <a:latin typeface="微软雅黑" panose="020B0503020204020204" pitchFamily="34" charset="-122"/>
                <a:ea typeface="微软雅黑" panose="020B0503020204020204" pitchFamily="34" charset="-122"/>
                <a:cs typeface="+mn-ea"/>
              </a:rPr>
              <a:t>处理数据持久化</a:t>
            </a:r>
            <a:r>
              <a:rPr lang="zh-CN" altLang="zh-CN" sz="2000" dirty="0">
                <a:solidFill>
                  <a:srgbClr val="595959"/>
                </a:solidFill>
                <a:latin typeface="微软雅黑" panose="020B0503020204020204" pitchFamily="34" charset="-122"/>
                <a:ea typeface="微软雅黑" panose="020B0503020204020204" pitchFamily="34" charset="-122"/>
              </a:rPr>
              <a:t>的软件框架，通常用于将应用程序中的数据保存到数据库中，并支持对这些数据进行检索、更新和删除操作。持久层框架的主要</a:t>
            </a:r>
            <a:r>
              <a:rPr lang="zh-CN" altLang="en-US" sz="2000" dirty="0">
                <a:solidFill>
                  <a:srgbClr val="1369B2"/>
                </a:solidFill>
                <a:latin typeface="微软雅黑" panose="020B0503020204020204" pitchFamily="34" charset="-122"/>
                <a:ea typeface="微软雅黑" panose="020B0503020204020204" pitchFamily="34" charset="-122"/>
                <a:cs typeface="+mn-ea"/>
              </a:rPr>
              <a:t>目标</a:t>
            </a:r>
            <a:r>
              <a:rPr lang="zh-CN" altLang="zh-CN" sz="2000" dirty="0">
                <a:solidFill>
                  <a:srgbClr val="595959"/>
                </a:solidFill>
                <a:latin typeface="微软雅黑" panose="020B0503020204020204" pitchFamily="34" charset="-122"/>
                <a:ea typeface="微软雅黑" panose="020B0503020204020204" pitchFamily="34" charset="-122"/>
              </a:rPr>
              <a:t>是</a:t>
            </a:r>
            <a:r>
              <a:rPr lang="zh-CN" altLang="en-US" sz="2000" dirty="0">
                <a:solidFill>
                  <a:srgbClr val="1369B2"/>
                </a:solidFill>
                <a:latin typeface="微软雅黑" panose="020B0503020204020204" pitchFamily="34" charset="-122"/>
                <a:ea typeface="微软雅黑" panose="020B0503020204020204" pitchFamily="34" charset="-122"/>
                <a:cs typeface="+mn-ea"/>
              </a:rPr>
              <a:t>简化数据持久化的实现过程</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cs typeface="+mn-ea"/>
              </a:rPr>
              <a:t>提高开发效率</a:t>
            </a:r>
            <a:r>
              <a:rPr lang="zh-CN" altLang="zh-CN" sz="2000" dirty="0">
                <a:solidFill>
                  <a:srgbClr val="595959"/>
                </a:solidFill>
                <a:latin typeface="微软雅黑" panose="020B0503020204020204" pitchFamily="34" charset="-122"/>
                <a:ea typeface="微软雅黑" panose="020B0503020204020204" pitchFamily="34" charset="-122"/>
              </a:rPr>
              <a:t>，并且使得数据持久化的代码更加易于维护和扩展。其中，</a:t>
            </a:r>
            <a:r>
              <a:rPr lang="zh-CN" altLang="en-US" sz="2000" dirty="0">
                <a:solidFill>
                  <a:srgbClr val="1369B2"/>
                </a:solidFill>
                <a:latin typeface="微软雅黑" panose="020B0503020204020204" pitchFamily="34" charset="-122"/>
                <a:ea typeface="微软雅黑" panose="020B0503020204020204" pitchFamily="34" charset="-122"/>
                <a:cs typeface="+mn-ea"/>
              </a:rPr>
              <a:t>MyBatis</a:t>
            </a:r>
            <a:r>
              <a:rPr lang="zh-CN" altLang="zh-CN" sz="2000" dirty="0">
                <a:solidFill>
                  <a:srgbClr val="595959"/>
                </a:solidFill>
                <a:latin typeface="微软雅黑" panose="020B0503020204020204" pitchFamily="34" charset="-122"/>
                <a:ea typeface="微软雅黑" panose="020B0503020204020204" pitchFamily="34" charset="-122"/>
              </a:rPr>
              <a:t>是当前主流的持久层框架之一。</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MyBatis</a:t>
            </a:r>
            <a:r>
              <a:rPr lang="zh-CN" altLang="zh-CN" sz="2000" dirty="0">
                <a:solidFill>
                  <a:srgbClr val="595959"/>
                </a:solidFill>
                <a:latin typeface="微软雅黑" panose="020B0503020204020204" pitchFamily="34" charset="-122"/>
                <a:ea typeface="微软雅黑" panose="020B0503020204020204" pitchFamily="34" charset="-122"/>
              </a:rPr>
              <a:t>基于</a:t>
            </a:r>
            <a:r>
              <a:rPr lang="zh-CN" altLang="en-US" sz="2000" dirty="0">
                <a:solidFill>
                  <a:srgbClr val="1369B2"/>
                </a:solidFill>
                <a:latin typeface="微软雅黑" panose="020B0503020204020204" pitchFamily="34" charset="-122"/>
                <a:ea typeface="微软雅黑" panose="020B0503020204020204" pitchFamily="34" charset="-122"/>
                <a:cs typeface="+mn-ea"/>
              </a:rPr>
              <a:t>ORM</a:t>
            </a:r>
            <a:r>
              <a:rPr lang="zh-CN" altLang="zh-CN" sz="2000" dirty="0">
                <a:solidFill>
                  <a:srgbClr val="595959"/>
                </a:solidFill>
                <a:latin typeface="微软雅黑" panose="020B0503020204020204" pitchFamily="34" charset="-122"/>
                <a:ea typeface="微软雅黑" panose="020B0503020204020204" pitchFamily="34" charset="-122"/>
              </a:rPr>
              <a:t>（Object-Relational Mapping，对象关系映射）技术实现数据的</a:t>
            </a:r>
            <a:r>
              <a:rPr lang="zh-CN" altLang="en-US" sz="2000" dirty="0">
                <a:solidFill>
                  <a:srgbClr val="1369B2"/>
                </a:solidFill>
                <a:latin typeface="微软雅黑" panose="020B0503020204020204" pitchFamily="34" charset="-122"/>
                <a:ea typeface="微软雅黑" panose="020B0503020204020204" pitchFamily="34" charset="-122"/>
                <a:cs typeface="+mn-ea"/>
              </a:rPr>
              <a:t>持久化操作</a:t>
            </a:r>
            <a:r>
              <a:rPr lang="zh-CN" altLang="zh-CN" sz="2000" dirty="0">
                <a:solidFill>
                  <a:srgbClr val="595959"/>
                </a:solidFill>
                <a:latin typeface="微软雅黑" panose="020B0503020204020204" pitchFamily="34" charset="-122"/>
                <a:ea typeface="微软雅黑" panose="020B0503020204020204" pitchFamily="34" charset="-122"/>
              </a:rPr>
              <a:t>，ORM技术是一种在</a:t>
            </a:r>
            <a:r>
              <a:rPr lang="zh-CN" altLang="en-US" sz="2000" dirty="0">
                <a:solidFill>
                  <a:srgbClr val="1369B2"/>
                </a:solidFill>
                <a:latin typeface="微软雅黑" panose="020B0503020204020204" pitchFamily="34" charset="-122"/>
                <a:ea typeface="微软雅黑" panose="020B0503020204020204" pitchFamily="34" charset="-122"/>
                <a:cs typeface="+mn-ea"/>
              </a:rPr>
              <a:t>面向对象</a:t>
            </a:r>
            <a:r>
              <a:rPr lang="zh-CN" altLang="zh-CN" sz="2000" dirty="0">
                <a:solidFill>
                  <a:srgbClr val="595959"/>
                </a:solidFill>
                <a:latin typeface="微软雅黑" panose="020B0503020204020204" pitchFamily="34" charset="-122"/>
                <a:ea typeface="微软雅黑" panose="020B0503020204020204" pitchFamily="34" charset="-122"/>
              </a:rPr>
              <a:t>的程序设计语言与</a:t>
            </a:r>
            <a:r>
              <a:rPr lang="zh-CN" altLang="en-US" sz="2000" dirty="0">
                <a:solidFill>
                  <a:srgbClr val="1369B2"/>
                </a:solidFill>
                <a:latin typeface="微软雅黑" panose="020B0503020204020204" pitchFamily="34" charset="-122"/>
                <a:ea typeface="微软雅黑" panose="020B0503020204020204" pitchFamily="34" charset="-122"/>
                <a:cs typeface="+mn-ea"/>
              </a:rPr>
              <a:t>关系型数据库</a:t>
            </a:r>
            <a:r>
              <a:rPr lang="zh-CN" altLang="zh-CN" sz="2000" dirty="0">
                <a:solidFill>
                  <a:srgbClr val="595959"/>
                </a:solidFill>
                <a:latin typeface="微软雅黑" panose="020B0503020204020204" pitchFamily="34" charset="-122"/>
                <a:ea typeface="微软雅黑" panose="020B0503020204020204" pitchFamily="34" charset="-122"/>
              </a:rPr>
              <a:t>之间建立</a:t>
            </a:r>
            <a:r>
              <a:rPr lang="zh-CN" altLang="en-US" sz="2000" dirty="0">
                <a:solidFill>
                  <a:srgbClr val="1369B2"/>
                </a:solidFill>
                <a:latin typeface="微软雅黑" panose="020B0503020204020204" pitchFamily="34" charset="-122"/>
                <a:ea typeface="微软雅黑" panose="020B0503020204020204" pitchFamily="34" charset="-122"/>
                <a:cs typeface="+mn-ea"/>
              </a:rPr>
              <a:t>映射关系</a:t>
            </a:r>
            <a:r>
              <a:rPr lang="zh-CN" altLang="zh-CN" sz="2000" dirty="0">
                <a:solidFill>
                  <a:srgbClr val="595959"/>
                </a:solidFill>
                <a:latin typeface="微软雅黑" panose="020B0503020204020204" pitchFamily="34" charset="-122"/>
                <a:ea typeface="微软雅黑" panose="020B0503020204020204" pitchFamily="34" charset="-122"/>
              </a:rPr>
              <a:t>的编程技术，它的核心思想是将程序中的</a:t>
            </a:r>
            <a:r>
              <a:rPr lang="zh-CN" altLang="en-US" sz="2000" dirty="0">
                <a:solidFill>
                  <a:srgbClr val="1369B2"/>
                </a:solidFill>
                <a:latin typeface="微软雅黑" panose="020B0503020204020204" pitchFamily="34" charset="-122"/>
                <a:ea typeface="微软雅黑" panose="020B0503020204020204" pitchFamily="34" charset="-122"/>
                <a:cs typeface="+mn-ea"/>
              </a:rPr>
              <a:t>对</a:t>
            </a:r>
            <a:r>
              <a:rPr lang="zh-CN" altLang="zh-CN" sz="2000" dirty="0">
                <a:solidFill>
                  <a:srgbClr val="595959"/>
                </a:solidFill>
                <a:latin typeface="微软雅黑" panose="020B0503020204020204" pitchFamily="34" charset="-122"/>
                <a:ea typeface="微软雅黑" panose="020B0503020204020204" pitchFamily="34" charset="-122"/>
              </a:rPr>
              <a:t>象自动</a:t>
            </a:r>
            <a:r>
              <a:rPr lang="zh-CN" altLang="en-US" sz="2000" dirty="0">
                <a:solidFill>
                  <a:srgbClr val="1369B2"/>
                </a:solidFill>
                <a:latin typeface="微软雅黑" panose="020B0503020204020204" pitchFamily="34" charset="-122"/>
                <a:ea typeface="微软雅黑" panose="020B0503020204020204" pitchFamily="34" charset="-122"/>
                <a:cs typeface="+mn-ea"/>
              </a:rPr>
              <a:t>持久化到关系型数据库</a:t>
            </a:r>
            <a:r>
              <a:rPr lang="zh-CN" altLang="zh-CN" sz="2000" dirty="0">
                <a:solidFill>
                  <a:srgbClr val="595959"/>
                </a:solidFill>
                <a:latin typeface="微软雅黑" panose="020B0503020204020204" pitchFamily="34" charset="-122"/>
                <a:ea typeface="微软雅黑" panose="020B0503020204020204" pitchFamily="34" charset="-122"/>
              </a:rPr>
              <a:t>中，以及将数据库中的</a:t>
            </a:r>
            <a:r>
              <a:rPr lang="zh-CN" altLang="en-US" sz="2000" dirty="0">
                <a:solidFill>
                  <a:srgbClr val="1369B2"/>
                </a:solidFill>
                <a:latin typeface="微软雅黑" panose="020B0503020204020204" pitchFamily="34" charset="-122"/>
                <a:ea typeface="微软雅黑" panose="020B0503020204020204" pitchFamily="34" charset="-122"/>
                <a:cs typeface="+mn-ea"/>
              </a:rPr>
              <a:t>数据</a:t>
            </a:r>
            <a:r>
              <a:rPr lang="zh-CN" altLang="zh-CN" sz="2000" dirty="0">
                <a:solidFill>
                  <a:srgbClr val="595959"/>
                </a:solidFill>
                <a:latin typeface="微软雅黑" panose="020B0503020204020204" pitchFamily="34" charset="-122"/>
                <a:ea typeface="微软雅黑" panose="020B0503020204020204" pitchFamily="34" charset="-122"/>
              </a:rPr>
              <a:t>映射回</a:t>
            </a:r>
            <a:r>
              <a:rPr lang="zh-CN" altLang="en-US" sz="2000" dirty="0">
                <a:solidFill>
                  <a:srgbClr val="1369B2"/>
                </a:solidFill>
                <a:latin typeface="微软雅黑" panose="020B0503020204020204" pitchFamily="34" charset="-122"/>
                <a:ea typeface="微软雅黑" panose="020B0503020204020204" pitchFamily="34" charset="-122"/>
                <a:cs typeface="+mn-ea"/>
              </a:rPr>
              <a:t>程序的对象中</a:t>
            </a:r>
            <a:r>
              <a:rPr lang="zh-CN" altLang="zh-CN" sz="2000" dirty="0">
                <a:solidFill>
                  <a:srgbClr val="595959"/>
                </a:solidFill>
                <a:latin typeface="微软雅黑" panose="020B0503020204020204" pitchFamily="34" charset="-122"/>
                <a:ea typeface="微软雅黑" panose="020B0503020204020204" pitchFamily="34" charset="-122"/>
              </a:rPr>
              <a:t>。在MyBatis中，这种映射关系可以通过</a:t>
            </a:r>
            <a:r>
              <a:rPr lang="zh-CN" altLang="en-US" sz="2000" dirty="0">
                <a:solidFill>
                  <a:srgbClr val="1369B2"/>
                </a:solidFill>
                <a:latin typeface="微软雅黑" panose="020B0503020204020204" pitchFamily="34" charset="-122"/>
                <a:ea typeface="微软雅黑" panose="020B0503020204020204" pitchFamily="34" charset="-122"/>
                <a:cs typeface="+mn-ea"/>
              </a:rPr>
              <a:t>XML配置文件</a:t>
            </a:r>
            <a:r>
              <a:rPr lang="zh-CN" altLang="zh-CN" sz="2000" dirty="0">
                <a:solidFill>
                  <a:srgbClr val="595959"/>
                </a:solidFill>
                <a:latin typeface="微软雅黑" panose="020B0503020204020204" pitchFamily="34" charset="-122"/>
                <a:ea typeface="微软雅黑" panose="020B0503020204020204" pitchFamily="34" charset="-122"/>
              </a:rPr>
              <a:t>或</a:t>
            </a:r>
            <a:r>
              <a:rPr lang="zh-CN" altLang="en-US" sz="2000" dirty="0">
                <a:solidFill>
                  <a:srgbClr val="1369B2"/>
                </a:solidFill>
                <a:latin typeface="微软雅黑" panose="020B0503020204020204" pitchFamily="34" charset="-122"/>
                <a:ea typeface="微软雅黑" panose="020B0503020204020204" pitchFamily="34" charset="-122"/>
                <a:cs typeface="+mn-ea"/>
              </a:rPr>
              <a:t>注解</a:t>
            </a:r>
            <a:r>
              <a:rPr lang="zh-CN" altLang="zh-CN" sz="2000" dirty="0">
                <a:solidFill>
                  <a:srgbClr val="595959"/>
                </a:solidFill>
                <a:latin typeface="微软雅黑" panose="020B0503020204020204" pitchFamily="34" charset="-122"/>
                <a:ea typeface="微软雅黑" panose="020B0503020204020204" pitchFamily="34" charset="-122"/>
              </a:rPr>
              <a:t>进行定义。开发者只需定义好映射关系，MyBatis就会</a:t>
            </a:r>
            <a:r>
              <a:rPr lang="zh-CN" altLang="en-US" sz="2000" dirty="0">
                <a:solidFill>
                  <a:srgbClr val="1369B2"/>
                </a:solidFill>
                <a:latin typeface="微软雅黑" panose="020B0503020204020204" pitchFamily="34" charset="-122"/>
                <a:ea typeface="微软雅黑" panose="020B0503020204020204" pitchFamily="34" charset="-122"/>
                <a:cs typeface="+mn-ea"/>
              </a:rPr>
              <a:t>自动生成</a:t>
            </a:r>
            <a:r>
              <a:rPr lang="zh-CN" altLang="zh-CN" sz="2000" dirty="0">
                <a:solidFill>
                  <a:srgbClr val="595959"/>
                </a:solidFill>
                <a:latin typeface="微软雅黑" panose="020B0503020204020204" pitchFamily="34" charset="-122"/>
                <a:ea typeface="微软雅黑" panose="020B0503020204020204" pitchFamily="34" charset="-122"/>
              </a:rPr>
              <a:t>并执行相应的</a:t>
            </a:r>
            <a:r>
              <a:rPr lang="zh-CN" altLang="en-US" sz="2000" dirty="0">
                <a:solidFill>
                  <a:srgbClr val="1369B2"/>
                </a:solidFill>
                <a:latin typeface="微软雅黑" panose="020B0503020204020204" pitchFamily="34" charset="-122"/>
                <a:ea typeface="微软雅黑" panose="020B0503020204020204" pitchFamily="34" charset="-122"/>
                <a:cs typeface="+mn-ea"/>
              </a:rPr>
              <a:t>SQL语句</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spAutoFit/>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MyBatis入门程序</a:t>
            </a:r>
            <a:endPar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8.2</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MyBatis入门程序</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497455"/>
            <a:ext cx="5445760" cy="2336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sym typeface="+mn-ea"/>
              </a:rPr>
              <a:t>掌握</a:t>
            </a:r>
            <a:r>
              <a:rPr lang="zh-CN" altLang="en-US" dirty="0">
                <a:solidFill>
                  <a:srgbClr val="1369B2"/>
                </a:solidFill>
                <a:latin typeface="微软雅黑" panose="020B0503020204020204" pitchFamily="34" charset="-122"/>
                <a:ea typeface="微软雅黑" panose="020B0503020204020204" pitchFamily="34" charset="-122"/>
                <a:sym typeface="+mn-ea"/>
              </a:rPr>
              <a:t>MyBatis入门程序</a:t>
            </a:r>
            <a:r>
              <a:rPr lang="zh-CN" altLang="en-US" dirty="0">
                <a:solidFill>
                  <a:srgbClr val="595959"/>
                </a:solidFill>
                <a:latin typeface="微软雅黑" panose="020B0503020204020204" pitchFamily="34" charset="-122"/>
                <a:ea typeface="微软雅黑" panose="020B0503020204020204" pitchFamily="34" charset="-122"/>
                <a:sym typeface="+mn-ea"/>
              </a:rPr>
              <a:t>的实现，</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能够使用</a:t>
            </a:r>
            <a:r>
              <a:rPr lang="zh-CN" altLang="en-US"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MyBatis从数据库中获取数据</a:t>
            </a:r>
            <a:r>
              <a:rPr lang="zh-CN" altLang="en-US" dirty="0">
                <a:solidFill>
                  <a:srgbClr val="595959"/>
                </a:solidFill>
                <a:latin typeface="微软雅黑" panose="020B0503020204020204" pitchFamily="34" charset="-122"/>
                <a:ea typeface="微软雅黑" panose="020B0503020204020204" pitchFamily="34" charset="-122"/>
                <a:cs typeface="+mn-ea"/>
                <a:sym typeface="字魂58号-创中黑" panose="00000500000000000000" pitchFamily="2" charset="-122"/>
              </a:rPr>
              <a:t>，并将获取到的数据</a:t>
            </a:r>
            <a:r>
              <a:rPr lang="zh-CN" altLang="en-US" dirty="0">
                <a:solidFill>
                  <a:srgbClr val="1369B2"/>
                </a:solidFill>
                <a:latin typeface="微软雅黑" panose="020B0503020204020204" pitchFamily="34" charset="-122"/>
                <a:ea typeface="微软雅黑" panose="020B0503020204020204" pitchFamily="34" charset="-122"/>
                <a:sym typeface="字魂58号-创中黑" panose="00000500000000000000" pitchFamily="2" charset="-122"/>
              </a:rPr>
              <a:t>封装到自定义的Java对象中</a:t>
            </a:r>
            <a:endParaRPr lang="zh-CN" altLang="en-US" dirty="0">
              <a:solidFill>
                <a:srgbClr val="595959"/>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2 </a:t>
            </a:r>
            <a:r>
              <a:rPr sz="2400" b="1" dirty="0">
                <a:solidFill>
                  <a:srgbClr val="595959"/>
                </a:solidFill>
                <a:latin typeface="微软雅黑" panose="020B0503020204020204" pitchFamily="34" charset="-122"/>
                <a:ea typeface="微软雅黑" panose="020B0503020204020204" pitchFamily="34" charset="-122"/>
                <a:cs typeface="+mn-ea"/>
                <a:sym typeface="+mn-lt"/>
              </a:rPr>
              <a:t>MyBatis入门程序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1．创建数据库和数据表</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在MySQL中创建一个名称为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mybatis</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数据库</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，在该数据库中创建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数据表user</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插入</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2条</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记录</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作为后续的测试数据，具体SQL语句如下所示。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custDataLst>
              <p:tags r:id="rId5"/>
            </p:custDataLst>
          </p:nvPr>
        </p:nvSpPr>
        <p:spPr>
          <a:xfrm>
            <a:off x="967740" y="2980055"/>
            <a:ext cx="10337800" cy="37388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8" name="矩形 7"/>
          <p:cNvSpPr/>
          <p:nvPr>
            <p:custDataLst>
              <p:tags r:id="rId6"/>
            </p:custDataLst>
          </p:nvPr>
        </p:nvSpPr>
        <p:spPr>
          <a:xfrm>
            <a:off x="1489710" y="2925445"/>
            <a:ext cx="9533890" cy="3799840"/>
          </a:xfrm>
          <a:prstGeom prst="rect">
            <a:avLst/>
          </a:prstGeom>
        </p:spPr>
        <p:txBody>
          <a:bodyPr wrap="square">
            <a:noAutofit/>
          </a:bodyPr>
          <a:p>
            <a:pPr algn="l">
              <a:lnSpc>
                <a:spcPct val="150000"/>
              </a:lnSpc>
              <a:defRPr/>
            </a:pPr>
            <a:r>
              <a:rPr sz="1800">
                <a:latin typeface="Courier New" panose="02070409020205090404" pitchFamily="49" charset="0"/>
                <a:sym typeface="+mn-ea"/>
              </a:rPr>
              <a:t>CREATE DATABASE IF NOT EXISTS mybatis;</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USE mybatis;</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DROP TABLE IF EXISTS user;</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CREATE TABLE user(</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id int(0 )NOT NULL AUTO_INCREMENT,</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username varchar(50),</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PRIMARY KEY(id)</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insert into user(id,username)values(1,'张三'),(2,'李四');</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2 </a:t>
            </a:r>
            <a:r>
              <a:rPr sz="2400" b="1" dirty="0">
                <a:solidFill>
                  <a:srgbClr val="595959"/>
                </a:solidFill>
                <a:latin typeface="微软雅黑" panose="020B0503020204020204" pitchFamily="34" charset="-122"/>
                <a:ea typeface="微软雅黑" panose="020B0503020204020204" pitchFamily="34" charset="-122"/>
                <a:cs typeface="+mn-ea"/>
                <a:sym typeface="+mn-lt"/>
              </a:rPr>
              <a:t>MyBatis入门程序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2．创建工程并引入依赖</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在IDEA中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创建</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一个名称为chapter08的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Maven项目</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，并在项目的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pom.xml文件</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中引入MyBatis、MySQL连接、单元测试的相关</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依赖</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，具体如文件8-1所示。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图片 11" descr="图片包含 形状&#10;&#10;描述已自动生成"/>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7"/>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文件8-1</a:t>
                </a:r>
                <a:endParaRPr sz="1800">
                  <a:sym typeface="+mn-ea"/>
                </a:endParaRPr>
              </a:p>
              <a:p>
                <a:pPr algn="ctr"/>
                <a:r>
                  <a:rPr sz="1800">
                    <a:sym typeface="+mn-ea"/>
                    <a:hlinkClick r:id="rId8"/>
                  </a:rPr>
                  <a:t>pom.xml</a:t>
                </a:r>
                <a:endParaRPr sz="1800">
                  <a:sym typeface="+mn-ea"/>
                </a:endParaRPr>
              </a:p>
            </p:txBody>
          </p:sp>
          <p:sp>
            <p:nvSpPr>
              <p:cNvPr id="17" name="圆角矩形 16"/>
              <p:cNvSpPr/>
              <p:nvPr>
                <p:custDataLst>
                  <p:tags r:id="rId9"/>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10"/>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2 </a:t>
            </a:r>
            <a:r>
              <a:rPr sz="2400" b="1" dirty="0">
                <a:solidFill>
                  <a:srgbClr val="595959"/>
                </a:solidFill>
                <a:latin typeface="微软雅黑" panose="020B0503020204020204" pitchFamily="34" charset="-122"/>
                <a:ea typeface="微软雅黑" panose="020B0503020204020204" pitchFamily="34" charset="-122"/>
                <a:cs typeface="+mn-ea"/>
                <a:sym typeface="+mn-lt"/>
              </a:rPr>
              <a:t>MyBatis入门程序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3．自定义实体类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在项目的src/main/java目录下创建包com.itheima.entity，并在该包中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创建与数据表user对应的实体类User</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，具体如文件8-2所示。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图片 11" descr="图片包含 形状&#10;&#10;描述已自动生成"/>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7"/>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文件8-2</a:t>
                </a:r>
                <a:endParaRPr sz="1800">
                  <a:sym typeface="+mn-ea"/>
                </a:endParaRPr>
              </a:p>
              <a:p>
                <a:pPr algn="ctr"/>
                <a:r>
                  <a:rPr sz="1800">
                    <a:sym typeface="+mn-ea"/>
                    <a:hlinkClick r:id="rId8"/>
                  </a:rPr>
                  <a:t>User.java</a:t>
                </a:r>
                <a:endParaRPr sz="1800">
                  <a:sym typeface="+mn-ea"/>
                </a:endParaRPr>
              </a:p>
            </p:txBody>
          </p:sp>
          <p:sp>
            <p:nvSpPr>
              <p:cNvPr id="17" name="圆角矩形 16"/>
              <p:cNvSpPr/>
              <p:nvPr>
                <p:custDataLst>
                  <p:tags r:id="rId9"/>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10"/>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2 </a:t>
            </a:r>
            <a:r>
              <a:rPr sz="2400" b="1" dirty="0">
                <a:solidFill>
                  <a:srgbClr val="595959"/>
                </a:solidFill>
                <a:latin typeface="微软雅黑" panose="020B0503020204020204" pitchFamily="34" charset="-122"/>
                <a:ea typeface="微软雅黑" panose="020B0503020204020204" pitchFamily="34" charset="-122"/>
                <a:cs typeface="+mn-ea"/>
                <a:sym typeface="+mn-lt"/>
              </a:rPr>
              <a:t>MyBatis入门程序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980055"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4．创建MyBatis映射文件</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在src/main/resources目录下</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创建文件夹mapper</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，在该文件夹下</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创建</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一个名称为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UserMapper.xml的文件</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，在该文件中存放MyBatis操作用户的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映射信息</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，具体如文件8-3所示。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图片 11" descr="图片包含 形状&#10;&#10;描述已自动生成"/>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7"/>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文件8-3</a:t>
                </a:r>
                <a:endParaRPr sz="1800">
                  <a:sym typeface="+mn-ea"/>
                </a:endParaRPr>
              </a:p>
              <a:p>
                <a:pPr algn="ctr"/>
                <a:r>
                  <a:rPr sz="1800">
                    <a:sym typeface="+mn-ea"/>
                    <a:hlinkClick r:id="rId8"/>
                  </a:rPr>
                  <a:t>UserMapper.xml</a:t>
                </a:r>
                <a:endParaRPr sz="1800">
                  <a:sym typeface="+mn-ea"/>
                </a:endParaRPr>
              </a:p>
            </p:txBody>
          </p:sp>
          <p:sp>
            <p:nvSpPr>
              <p:cNvPr id="17" name="圆角矩形 16"/>
              <p:cNvSpPr/>
              <p:nvPr>
                <p:custDataLst>
                  <p:tags r:id="rId9"/>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10"/>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2 </a:t>
            </a:r>
            <a:r>
              <a:rPr sz="2400" b="1" dirty="0">
                <a:solidFill>
                  <a:srgbClr val="595959"/>
                </a:solidFill>
                <a:latin typeface="微软雅黑" panose="020B0503020204020204" pitchFamily="34" charset="-122"/>
                <a:ea typeface="微软雅黑" panose="020B0503020204020204" pitchFamily="34" charset="-122"/>
                <a:cs typeface="+mn-ea"/>
                <a:sym typeface="+mn-lt"/>
              </a:rPr>
              <a:t>MyBatis入门程序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43535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5．创建MyBatis核心配置文件</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在src/main/resources目录下</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创建</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一个名称为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mybatis-config.xml</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的文件作为MyBatis的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核心配置文件</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，mybatis-config.xml中的配置信息如文件8-4所示。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图片 11" descr="图片包含 形状&#10;&#10;描述已自动生成"/>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7"/>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文件8-4</a:t>
                </a:r>
                <a:endParaRPr sz="1800">
                  <a:sym typeface="+mn-ea"/>
                </a:endParaRPr>
              </a:p>
              <a:p>
                <a:pPr algn="ctr"/>
                <a:r>
                  <a:rPr sz="1800">
                    <a:sym typeface="+mn-ea"/>
                    <a:hlinkClick r:id="rId8"/>
                  </a:rPr>
                  <a:t>mybatis-config.xml</a:t>
                </a:r>
                <a:endParaRPr sz="1800">
                  <a:sym typeface="+mn-ea"/>
                </a:endParaRPr>
              </a:p>
            </p:txBody>
          </p:sp>
          <p:sp>
            <p:nvSpPr>
              <p:cNvPr id="17" name="圆角矩形 16"/>
              <p:cNvSpPr/>
              <p:nvPr>
                <p:custDataLst>
                  <p:tags r:id="rId9"/>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10"/>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2 </a:t>
            </a:r>
            <a:r>
              <a:rPr sz="2400" b="1" dirty="0">
                <a:solidFill>
                  <a:srgbClr val="595959"/>
                </a:solidFill>
                <a:latin typeface="微软雅黑" panose="020B0503020204020204" pitchFamily="34" charset="-122"/>
                <a:ea typeface="微软雅黑" panose="020B0503020204020204" pitchFamily="34" charset="-122"/>
                <a:cs typeface="+mn-ea"/>
                <a:sym typeface="+mn-lt"/>
              </a:rPr>
              <a:t>MyBatis入门程序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43535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6．创建测试类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在项目的src/test/java目录下</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创建UserTest类</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，该类中定义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测试方法findByIdTest()</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，在该方法中使用SqlSession对象根据用户编号从数据库中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查询用户信息</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，具体如文件8-5所示。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图片 11" descr="图片包含 形状&#10;&#10;描述已自动生成"/>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7"/>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文件8-5</a:t>
                </a:r>
                <a:endParaRPr sz="1800">
                  <a:sym typeface="+mn-ea"/>
                </a:endParaRPr>
              </a:p>
              <a:p>
                <a:pPr algn="ctr"/>
                <a:r>
                  <a:rPr sz="1800">
                    <a:sym typeface="+mn-ea"/>
                    <a:hlinkClick r:id="rId8"/>
                  </a:rPr>
                  <a:t>UserTest.java</a:t>
                </a:r>
                <a:endParaRPr sz="1800">
                  <a:sym typeface="+mn-ea"/>
                </a:endParaRPr>
              </a:p>
            </p:txBody>
          </p:sp>
          <p:sp>
            <p:nvSpPr>
              <p:cNvPr id="17" name="圆角矩形 16"/>
              <p:cNvSpPr/>
              <p:nvPr>
                <p:custDataLst>
                  <p:tags r:id="rId9"/>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10"/>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2 </a:t>
            </a:r>
            <a:r>
              <a:rPr sz="2400" b="1" dirty="0">
                <a:solidFill>
                  <a:srgbClr val="595959"/>
                </a:solidFill>
                <a:latin typeface="微软雅黑" panose="020B0503020204020204" pitchFamily="34" charset="-122"/>
                <a:ea typeface="微软雅黑" panose="020B0503020204020204" pitchFamily="34" charset="-122"/>
                <a:cs typeface="+mn-ea"/>
                <a:sym typeface="+mn-lt"/>
              </a:rPr>
              <a:t>MyBatis入门程序</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43535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7．效果测试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506730"/>
          </a:xfrm>
          <a:prstGeom prst="rect">
            <a:avLst/>
          </a:prstGeom>
          <a:noFill/>
          <a:ln w="9525">
            <a:noFill/>
          </a:ln>
        </p:spPr>
        <p:txBody>
          <a:bodyPr wrap="square">
            <a:spAutoFit/>
          </a:bodyPr>
          <a:p>
            <a:pPr algn="l">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运行</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文件8-5中的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findByIdTest()方法</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，运行结果如下图所示。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2"/>
          <p:cNvPicPr>
            <a:picLocks noChangeAspect="1"/>
          </p:cNvPicPr>
          <p:nvPr>
            <p:custDataLst>
              <p:tags r:id="rId5"/>
            </p:custDataLst>
          </p:nvPr>
        </p:nvPicPr>
        <p:blipFill>
          <a:blip r:embed="rId6"/>
          <a:stretch>
            <a:fillRect/>
          </a:stretch>
        </p:blipFill>
        <p:spPr>
          <a:xfrm>
            <a:off x="1093470" y="2709545"/>
            <a:ext cx="9945350" cy="2160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spAutoFit/>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MyBatis工作流程</a:t>
            </a:r>
            <a:endPar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8.3</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MyBatis工作流程</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sym typeface="+mn-ea"/>
              </a:rPr>
              <a:t>熟悉</a:t>
            </a:r>
            <a:r>
              <a:rPr lang="zh-CN" altLang="en-US" dirty="0">
                <a:solidFill>
                  <a:srgbClr val="1369B2"/>
                </a:solidFill>
                <a:latin typeface="微软雅黑" panose="020B0503020204020204" pitchFamily="34" charset="-122"/>
                <a:ea typeface="微软雅黑" panose="020B0503020204020204" pitchFamily="34" charset="-122"/>
                <a:sym typeface="+mn-ea"/>
              </a:rPr>
              <a:t>MyBatis的工作流程</a:t>
            </a:r>
            <a:r>
              <a:rPr lang="zh-CN" altLang="en-US" dirty="0">
                <a:solidFill>
                  <a:srgbClr val="595959"/>
                </a:solidFill>
                <a:latin typeface="微软雅黑" panose="020B0503020204020204" pitchFamily="34" charset="-122"/>
                <a:ea typeface="微软雅黑" panose="020B0503020204020204" pitchFamily="34" charset="-122"/>
                <a:sym typeface="+mn-ea"/>
              </a:rPr>
              <a:t>，能够简述MyBatis操作数据库时的工作流程</a:t>
            </a:r>
            <a:endParaRPr lang="zh-CN" altLang="en-US" dirty="0">
              <a:solidFill>
                <a:srgbClr val="595959"/>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3 </a:t>
            </a:r>
            <a:r>
              <a:rPr sz="2400" b="1" dirty="0">
                <a:solidFill>
                  <a:srgbClr val="595959"/>
                </a:solidFill>
                <a:latin typeface="微软雅黑" panose="020B0503020204020204" pitchFamily="34" charset="-122"/>
                <a:ea typeface="微软雅黑" panose="020B0503020204020204" pitchFamily="34" charset="-122"/>
                <a:cs typeface="+mn-ea"/>
                <a:sym typeface="+mn-lt"/>
              </a:rPr>
              <a:t>MyBatis工作流程</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2" name="图片 -2147482302"/>
          <p:cNvPicPr>
            <a:picLocks noChangeAspect="1"/>
          </p:cNvPicPr>
          <p:nvPr/>
        </p:nvPicPr>
        <p:blipFill>
          <a:blip r:embed="rId2"/>
          <a:stretch>
            <a:fillRect/>
          </a:stretch>
        </p:blipFill>
        <p:spPr>
          <a:xfrm>
            <a:off x="3632835" y="1064578"/>
            <a:ext cx="4924425" cy="559117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spAutoFit/>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MyBatis核心组件</a:t>
            </a:r>
            <a:endPar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8.4</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MyBatis核心组件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2035810"/>
            <a:ext cx="10335895" cy="1967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通过</a:t>
            </a:r>
            <a:r>
              <a:rPr lang="zh-CN" altLang="en-US" sz="2000" dirty="0">
                <a:solidFill>
                  <a:srgbClr val="1369B2"/>
                </a:solidFill>
                <a:latin typeface="微软雅黑" panose="020B0503020204020204" pitchFamily="34" charset="-122"/>
                <a:ea typeface="微软雅黑" panose="020B0503020204020204" pitchFamily="34" charset="-122"/>
                <a:cs typeface="+mn-ea"/>
              </a:rPr>
              <a:t>MyBatis</a:t>
            </a:r>
            <a:r>
              <a:rPr lang="zh-CN" altLang="zh-CN" sz="2000" dirty="0">
                <a:solidFill>
                  <a:srgbClr val="595959"/>
                </a:solidFill>
                <a:latin typeface="微软雅黑" panose="020B0503020204020204" pitchFamily="34" charset="-122"/>
                <a:ea typeface="微软雅黑" panose="020B0503020204020204" pitchFamily="34" charset="-122"/>
              </a:rPr>
              <a:t>的入门程序我们可以知道，MyBatis程序的运行需要</a:t>
            </a:r>
            <a:r>
              <a:rPr lang="zh-CN" altLang="en-US" sz="2000" dirty="0">
                <a:solidFill>
                  <a:srgbClr val="1369B2"/>
                </a:solidFill>
                <a:latin typeface="微软雅黑" panose="020B0503020204020204" pitchFamily="34" charset="-122"/>
                <a:ea typeface="微软雅黑" panose="020B0503020204020204" pitchFamily="34" charset="-122"/>
                <a:cs typeface="+mn-ea"/>
              </a:rPr>
              <a:t>依靠SqlSessionFactoryBuilder类</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cs typeface="+mn-ea"/>
              </a:rPr>
              <a:t>SqlSessionFactory接口</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SqlSession接口</a:t>
            </a:r>
            <a:r>
              <a:rPr lang="zh-CN" altLang="zh-CN" sz="2000" dirty="0">
                <a:solidFill>
                  <a:srgbClr val="595959"/>
                </a:solidFill>
                <a:latin typeface="微软雅黑" panose="020B0503020204020204" pitchFamily="34" charset="-122"/>
                <a:ea typeface="微软雅黑" panose="020B0503020204020204" pitchFamily="34" charset="-122"/>
              </a:rPr>
              <a:t>，这三个类和接口是MyBatis框架的</a:t>
            </a:r>
            <a:r>
              <a:rPr lang="zh-CN" altLang="en-US" sz="2000" dirty="0">
                <a:solidFill>
                  <a:srgbClr val="1369B2"/>
                </a:solidFill>
                <a:latin typeface="微软雅黑" panose="020B0503020204020204" pitchFamily="34" charset="-122"/>
                <a:ea typeface="微软雅黑" panose="020B0503020204020204" pitchFamily="34" charset="-122"/>
                <a:cs typeface="+mn-ea"/>
              </a:rPr>
              <a:t>核心组件</a:t>
            </a:r>
            <a:r>
              <a:rPr lang="zh-CN" altLang="zh-CN" sz="2000" dirty="0">
                <a:solidFill>
                  <a:srgbClr val="595959"/>
                </a:solidFill>
                <a:latin typeface="微软雅黑" panose="020B0503020204020204" pitchFamily="34" charset="-122"/>
                <a:ea typeface="微软雅黑" panose="020B0503020204020204" pitchFamily="34" charset="-122"/>
              </a:rPr>
              <a:t>，它们共同构成了MyBatis的基础架构。为了让大家能更好地理解这三者的作用与关系，下面我们将对它们做进一步的讲解。</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9" name="圆角矩形 8"/>
          <p:cNvSpPr/>
          <p:nvPr>
            <p:custDataLst>
              <p:tags r:id="rId2"/>
            </p:custDataLst>
          </p:nvPr>
        </p:nvSpPr>
        <p:spPr>
          <a:xfrm>
            <a:off x="1031240" y="1736090"/>
            <a:ext cx="10427335" cy="270764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0" name="矩形 93"/>
          <p:cNvSpPr/>
          <p:nvPr>
            <p:custDataLst>
              <p:tags r:id="rId3"/>
            </p:custDataLst>
          </p:nvPr>
        </p:nvSpPr>
        <p:spPr>
          <a:xfrm>
            <a:off x="998855" y="1676400"/>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1" name="矩形 93"/>
          <p:cNvSpPr/>
          <p:nvPr>
            <p:custDataLst>
              <p:tags r:id="rId4"/>
            </p:custDataLst>
          </p:nvPr>
        </p:nvSpPr>
        <p:spPr>
          <a:xfrm rot="10800000">
            <a:off x="11135360" y="4013200"/>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.1 </a:t>
            </a:r>
            <a:r>
              <a:rPr sz="2400" b="1" dirty="0">
                <a:solidFill>
                  <a:srgbClr val="595959"/>
                </a:solidFill>
                <a:latin typeface="微软雅黑" panose="020B0503020204020204" pitchFamily="34" charset="-122"/>
                <a:ea typeface="微软雅黑" panose="020B0503020204020204" pitchFamily="34" charset="-122"/>
                <a:cs typeface="+mn-ea"/>
                <a:sym typeface="+mn-lt"/>
              </a:rPr>
              <a:t>SqlSessionFactoryBuilder类</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782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sym typeface="+mn-ea"/>
              </a:rPr>
              <a:t>熟悉</a:t>
            </a:r>
            <a:r>
              <a:rPr lang="zh-CN" altLang="en-US" dirty="0">
                <a:solidFill>
                  <a:srgbClr val="1369B2"/>
                </a:solidFill>
                <a:latin typeface="微软雅黑" panose="020B0503020204020204" pitchFamily="34" charset="-122"/>
                <a:ea typeface="微软雅黑" panose="020B0503020204020204" pitchFamily="34" charset="-122"/>
                <a:sym typeface="+mn-ea"/>
              </a:rPr>
              <a:t>SqlSessionFactoryBuilder类</a:t>
            </a:r>
            <a:r>
              <a:rPr lang="zh-CN" altLang="en-US" dirty="0">
                <a:solidFill>
                  <a:srgbClr val="595959"/>
                </a:solidFill>
                <a:latin typeface="微软雅黑" panose="020B0503020204020204" pitchFamily="34" charset="-122"/>
                <a:ea typeface="微软雅黑" panose="020B0503020204020204" pitchFamily="34" charset="-122"/>
                <a:sym typeface="+mn-ea"/>
              </a:rPr>
              <a:t>，能够简述SqlSessionFactoryBuilder类的作用和重载的build()方法</a:t>
            </a:r>
            <a:endParaRPr lang="zh-CN" altLang="en-US" dirty="0">
              <a:solidFill>
                <a:srgbClr val="595959"/>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.1 </a:t>
            </a:r>
            <a:r>
              <a:rPr sz="2400" b="1" dirty="0">
                <a:solidFill>
                  <a:srgbClr val="595959"/>
                </a:solidFill>
                <a:latin typeface="微软雅黑" panose="020B0503020204020204" pitchFamily="34" charset="-122"/>
                <a:ea typeface="微软雅黑" panose="020B0503020204020204" pitchFamily="34" charset="-122"/>
                <a:cs typeface="+mn-ea"/>
                <a:sym typeface="+mn-lt"/>
              </a:rPr>
              <a:t>SqlSessionFactoryBuilder类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2"/>
            </p:custDataLst>
          </p:nvPr>
        </p:nvSpPr>
        <p:spPr bwMode="auto">
          <a:xfrm>
            <a:off x="1054735" y="1461770"/>
            <a:ext cx="10335895" cy="3352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SqlSessionFactoryBuilder类</a:t>
            </a:r>
            <a:r>
              <a:rPr lang="zh-CN" altLang="zh-CN" sz="2000" dirty="0">
                <a:solidFill>
                  <a:srgbClr val="595959"/>
                </a:solidFill>
                <a:latin typeface="微软雅黑" panose="020B0503020204020204" pitchFamily="34" charset="-122"/>
                <a:ea typeface="微软雅黑" panose="020B0503020204020204" pitchFamily="34" charset="-122"/>
              </a:rPr>
              <a:t>是在MyBatis中非常重要的组件，它的主要职责是读</a:t>
            </a:r>
            <a:r>
              <a:rPr lang="zh-CN" altLang="en-US" sz="2000" dirty="0">
                <a:solidFill>
                  <a:srgbClr val="1369B2"/>
                </a:solidFill>
                <a:latin typeface="微软雅黑" panose="020B0503020204020204" pitchFamily="34" charset="-122"/>
                <a:ea typeface="微软雅黑" panose="020B0503020204020204" pitchFamily="34" charset="-122"/>
                <a:cs typeface="+mn-ea"/>
              </a:rPr>
              <a:t>取MyBatis的配置信息</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cs typeface="+mn-ea"/>
              </a:rPr>
              <a:t>解析</a:t>
            </a:r>
            <a:r>
              <a:rPr lang="zh-CN" altLang="zh-CN" sz="2000" dirty="0">
                <a:solidFill>
                  <a:srgbClr val="595959"/>
                </a:solidFill>
                <a:latin typeface="微软雅黑" panose="020B0503020204020204" pitchFamily="34" charset="-122"/>
                <a:ea typeface="微软雅黑" panose="020B0503020204020204" pitchFamily="34" charset="-122"/>
              </a:rPr>
              <a:t>配置信息中的数据库连接信息、事务管理配置以及Mapper映射文件路径等关键信息。通过解析这些信息能够为</a:t>
            </a:r>
            <a:r>
              <a:rPr lang="zh-CN" altLang="en-US" sz="2000" dirty="0">
                <a:solidFill>
                  <a:srgbClr val="1369B2"/>
                </a:solidFill>
                <a:latin typeface="微软雅黑" panose="020B0503020204020204" pitchFamily="34" charset="-122"/>
                <a:ea typeface="微软雅黑" panose="020B0503020204020204" pitchFamily="34" charset="-122"/>
                <a:cs typeface="+mn-ea"/>
              </a:rPr>
              <a:t>构建SqlSessionFactory实例</a:t>
            </a:r>
            <a:r>
              <a:rPr lang="zh-CN" altLang="zh-CN" sz="2000" dirty="0">
                <a:solidFill>
                  <a:srgbClr val="595959"/>
                </a:solidFill>
                <a:latin typeface="微软雅黑" panose="020B0503020204020204" pitchFamily="34" charset="-122"/>
                <a:ea typeface="微软雅黑" panose="020B0503020204020204" pitchFamily="34" charset="-122"/>
              </a:rPr>
              <a:t>提供必要的参数和设置。</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为了满足不同的需求和场景，SqlSessionFactoryBuilder类提供了多个</a:t>
            </a:r>
            <a:r>
              <a:rPr lang="zh-CN" altLang="en-US" sz="2000" dirty="0">
                <a:solidFill>
                  <a:srgbClr val="1369B2"/>
                </a:solidFill>
                <a:latin typeface="微软雅黑" panose="020B0503020204020204" pitchFamily="34" charset="-122"/>
                <a:ea typeface="微软雅黑" panose="020B0503020204020204" pitchFamily="34" charset="-122"/>
                <a:cs typeface="+mn-ea"/>
              </a:rPr>
              <a:t>重载的build()方法</a:t>
            </a:r>
            <a:r>
              <a:rPr lang="zh-CN" altLang="zh-CN" sz="2000" dirty="0">
                <a:solidFill>
                  <a:srgbClr val="595959"/>
                </a:solidFill>
                <a:latin typeface="微软雅黑" panose="020B0503020204020204" pitchFamily="34" charset="-122"/>
                <a:ea typeface="微软雅黑" panose="020B0503020204020204" pitchFamily="34" charset="-122"/>
              </a:rPr>
              <a:t>用于构建SqlSessionFactory实例，这些重载方法根据构建SqlSessionFactory实例时传入不同的参数可以分为多种方式。</a:t>
            </a:r>
            <a:endParaRPr lang="en-US"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.1 </a:t>
            </a:r>
            <a:r>
              <a:rPr sz="2400" b="1" dirty="0">
                <a:solidFill>
                  <a:srgbClr val="595959"/>
                </a:solidFill>
                <a:latin typeface="微软雅黑" panose="020B0503020204020204" pitchFamily="34" charset="-122"/>
                <a:ea typeface="微软雅黑" panose="020B0503020204020204" pitchFamily="34" charset="-122"/>
                <a:cs typeface="+mn-ea"/>
                <a:sym typeface="+mn-lt"/>
              </a:rPr>
              <a:t>SqlSessionFactoryBuilder类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612515"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1.使用InputStream输入流构建</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当配置信息编写在</a:t>
            </a:r>
            <a:r>
              <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核心</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配置文件</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中，并且开发者可以获取到该文件的输入流时，可以使用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输入流读取配置信息</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后作为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build()方法</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的参数。示例代码如下。</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矩形 6"/>
          <p:cNvSpPr/>
          <p:nvPr>
            <p:custDataLst>
              <p:tags r:id="rId5"/>
            </p:custDataLst>
          </p:nvPr>
        </p:nvSpPr>
        <p:spPr>
          <a:xfrm>
            <a:off x="967740" y="3195320"/>
            <a:ext cx="10191750" cy="18370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8" name="矩形 7"/>
          <p:cNvSpPr/>
          <p:nvPr>
            <p:custDataLst>
              <p:tags r:id="rId6"/>
            </p:custDataLst>
          </p:nvPr>
        </p:nvSpPr>
        <p:spPr>
          <a:xfrm>
            <a:off x="1489710" y="3227705"/>
            <a:ext cx="9897745" cy="1848485"/>
          </a:xfrm>
          <a:prstGeom prst="rect">
            <a:avLst/>
          </a:prstGeom>
        </p:spPr>
        <p:txBody>
          <a:bodyPr wrap="square">
            <a:noAutofit/>
          </a:bodyPr>
          <a:p>
            <a:pPr algn="l">
              <a:lnSpc>
                <a:spcPct val="150000"/>
              </a:lnSpc>
              <a:defRPr/>
            </a:pPr>
            <a:r>
              <a:rPr sz="1800">
                <a:latin typeface="Courier New" panose="02070409020205090404" pitchFamily="49" charset="0"/>
                <a:sym typeface="+mn-ea"/>
              </a:rPr>
              <a:t>InputStream inputStream=</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Resources.getResourceAsStream("mybatis-config.xml");</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SqlSessionFactorysql SessionFactory=</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new SqlSessionFactoryBuilder().build(inputStream);</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.1 </a:t>
            </a:r>
            <a:r>
              <a:rPr sz="2400" b="1" dirty="0">
                <a:solidFill>
                  <a:srgbClr val="595959"/>
                </a:solidFill>
                <a:latin typeface="微软雅黑" panose="020B0503020204020204" pitchFamily="34" charset="-122"/>
                <a:ea typeface="微软雅黑" panose="020B0503020204020204" pitchFamily="34" charset="-122"/>
                <a:cs typeface="+mn-ea"/>
                <a:sym typeface="+mn-lt"/>
              </a:rPr>
              <a:t>SqlSessionFactoryBuilder类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612515"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2.使用Reader输入流构建</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1337945"/>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使用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Reader构建</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和使用InputStream输入流构建类似，主要的区别在于读取核心配置文件的方式不同。使用Reader输入流构建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基于Reader对象读取核心配置文件</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，然后将该</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Reader对象</a:t>
            </a:r>
            <a:r>
              <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作为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build()方法</a:t>
            </a:r>
            <a:r>
              <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发参数</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。示例代码如下。</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矩形 6"/>
          <p:cNvSpPr/>
          <p:nvPr>
            <p:custDataLst>
              <p:tags r:id="rId5"/>
            </p:custDataLst>
          </p:nvPr>
        </p:nvSpPr>
        <p:spPr>
          <a:xfrm>
            <a:off x="967740" y="3482340"/>
            <a:ext cx="10191750" cy="1524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8" name="矩形 7"/>
          <p:cNvSpPr/>
          <p:nvPr>
            <p:custDataLst>
              <p:tags r:id="rId6"/>
            </p:custDataLst>
          </p:nvPr>
        </p:nvSpPr>
        <p:spPr>
          <a:xfrm>
            <a:off x="1489710" y="3514725"/>
            <a:ext cx="9897745" cy="1492250"/>
          </a:xfrm>
          <a:prstGeom prst="rect">
            <a:avLst/>
          </a:prstGeom>
        </p:spPr>
        <p:txBody>
          <a:bodyPr wrap="square">
            <a:noAutofit/>
          </a:bodyPr>
          <a:p>
            <a:pPr algn="l">
              <a:lnSpc>
                <a:spcPct val="150000"/>
              </a:lnSpc>
              <a:defRPr/>
            </a:pPr>
            <a:r>
              <a:rPr sz="1800">
                <a:latin typeface="Courier New" panose="02070409020205090404" pitchFamily="49" charset="0"/>
                <a:sym typeface="+mn-ea"/>
              </a:rPr>
              <a:t>Reader reader=Resources.getResourceAsReader("mybatis-config.xml");</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SqlSessionFactory sqlSessionFactory=</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new SqlSessionFactoryBuilder().build(reader);</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.1 </a:t>
            </a:r>
            <a:r>
              <a:rPr sz="2400" b="1" dirty="0">
                <a:solidFill>
                  <a:srgbClr val="595959"/>
                </a:solidFill>
                <a:latin typeface="微软雅黑" panose="020B0503020204020204" pitchFamily="34" charset="-122"/>
                <a:ea typeface="微软雅黑" panose="020B0503020204020204" pitchFamily="34" charset="-122"/>
                <a:cs typeface="+mn-ea"/>
                <a:sym typeface="+mn-lt"/>
              </a:rPr>
              <a:t>SqlSessionFactoryBuilder类</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612515"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3.使用Configuration对象构建</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当程序以编程方式配置MyBatis的配置信息时，开发者可以构建并传递一个</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Configuration对象</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作为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build()方法的参数</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。示例代码如下。</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图片 11" descr="图片包含 形状&#10;&#10;描述已自动生成"/>
          <p:cNvPicPr>
            <a:picLocks noChangeAspect="1"/>
          </p:cNvPicPr>
          <p:nvPr>
            <p:custDataLst>
              <p:tags r:id="rId5"/>
            </p:custDataLst>
          </p:nvPr>
        </p:nvPicPr>
        <p:blipFill>
          <a:blip r:embed="rId6">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7"/>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hlinkClick r:id="rId8"/>
                  </a:rPr>
                  <a:t>Configuration对象</a:t>
                </a:r>
                <a:endParaRPr sz="1800">
                  <a:sym typeface="+mn-ea"/>
                  <a:hlinkClick r:id="rId8"/>
                </a:endParaRPr>
              </a:p>
              <a:p>
                <a:pPr algn="ctr"/>
                <a:r>
                  <a:rPr sz="1800">
                    <a:sym typeface="+mn-ea"/>
                    <a:hlinkClick r:id="rId8"/>
                  </a:rPr>
                  <a:t>作为build()方法的参数</a:t>
                </a:r>
                <a:endParaRPr sz="1800">
                  <a:sym typeface="+mn-ea"/>
                </a:endParaRPr>
              </a:p>
            </p:txBody>
          </p:sp>
          <p:sp>
            <p:nvSpPr>
              <p:cNvPr id="17" name="圆角矩形 16"/>
              <p:cNvSpPr/>
              <p:nvPr>
                <p:custDataLst>
                  <p:tags r:id="rId9"/>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10"/>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.2 </a:t>
            </a:r>
            <a:r>
              <a:rPr sz="2400" b="1" dirty="0">
                <a:solidFill>
                  <a:srgbClr val="595959"/>
                </a:solidFill>
                <a:latin typeface="微软雅黑" panose="020B0503020204020204" pitchFamily="34" charset="-122"/>
                <a:ea typeface="微软雅黑" panose="020B0503020204020204" pitchFamily="34" charset="-122"/>
                <a:cs typeface="+mn-ea"/>
                <a:sym typeface="+mn-lt"/>
              </a:rPr>
              <a:t>SqlSessionFactory接口</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782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sym typeface="+mn-ea"/>
              </a:rPr>
              <a:t>熟悉</a:t>
            </a:r>
            <a:r>
              <a:rPr lang="zh-CN" altLang="en-US" dirty="0">
                <a:solidFill>
                  <a:srgbClr val="1369B2"/>
                </a:solidFill>
                <a:latin typeface="微软雅黑" panose="020B0503020204020204" pitchFamily="34" charset="-122"/>
                <a:ea typeface="微软雅黑" panose="020B0503020204020204" pitchFamily="34" charset="-122"/>
                <a:sym typeface="+mn-ea"/>
              </a:rPr>
              <a:t>SqlSessionFactory接口</a:t>
            </a:r>
            <a:r>
              <a:rPr lang="zh-CN" altLang="en-US" dirty="0">
                <a:solidFill>
                  <a:srgbClr val="595959"/>
                </a:solidFill>
                <a:latin typeface="微软雅黑" panose="020B0503020204020204" pitchFamily="34" charset="-122"/>
                <a:ea typeface="微软雅黑" panose="020B0503020204020204" pitchFamily="34" charset="-122"/>
                <a:sym typeface="+mn-ea"/>
              </a:rPr>
              <a:t>，能够简述SqlSessionFactory接口的作用和常用的openSession()方法</a:t>
            </a:r>
            <a:endParaRPr lang="zh-CN" altLang="en-US" dirty="0">
              <a:solidFill>
                <a:srgbClr val="595959"/>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.2 </a:t>
            </a:r>
            <a:r>
              <a:rPr sz="2400" b="1" dirty="0">
                <a:solidFill>
                  <a:srgbClr val="595959"/>
                </a:solidFill>
                <a:latin typeface="微软雅黑" panose="020B0503020204020204" pitchFamily="34" charset="-122"/>
                <a:ea typeface="微软雅黑" panose="020B0503020204020204" pitchFamily="34" charset="-122"/>
                <a:cs typeface="+mn-ea"/>
                <a:sym typeface="+mn-lt"/>
              </a:rPr>
              <a:t>SqlSessionFactory接口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2"/>
            </p:custDataLst>
          </p:nvPr>
        </p:nvSpPr>
        <p:spPr bwMode="auto">
          <a:xfrm>
            <a:off x="1054735" y="1461770"/>
            <a:ext cx="10335895" cy="3813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SqlSessionFactory接口</a:t>
            </a:r>
            <a:r>
              <a:rPr lang="zh-CN" altLang="zh-CN" sz="2000" dirty="0">
                <a:solidFill>
                  <a:srgbClr val="595959"/>
                </a:solidFill>
                <a:latin typeface="微软雅黑" panose="020B0503020204020204" pitchFamily="34" charset="-122"/>
                <a:ea typeface="微软雅黑" panose="020B0503020204020204" pitchFamily="34" charset="-122"/>
              </a:rPr>
              <a:t>是MyBatis框架中的核心接口之一，主要负责</a:t>
            </a:r>
            <a:r>
              <a:rPr lang="zh-CN" altLang="en-US" sz="2000" dirty="0">
                <a:solidFill>
                  <a:srgbClr val="1369B2"/>
                </a:solidFill>
                <a:latin typeface="微软雅黑" panose="020B0503020204020204" pitchFamily="34" charset="-122"/>
                <a:ea typeface="微软雅黑" panose="020B0503020204020204" pitchFamily="34" charset="-122"/>
                <a:cs typeface="+mn-ea"/>
              </a:rPr>
              <a:t>创建SqlSession对象</a:t>
            </a:r>
            <a:r>
              <a:rPr lang="zh-CN" altLang="zh-CN" sz="2000" dirty="0">
                <a:solidFill>
                  <a:srgbClr val="595959"/>
                </a:solidFill>
                <a:latin typeface="微软雅黑" panose="020B0503020204020204" pitchFamily="34" charset="-122"/>
                <a:ea typeface="微软雅黑" panose="020B0503020204020204" pitchFamily="34" charset="-122"/>
              </a:rPr>
              <a:t>。MyBatis提供了SqlSessionFactory接口的</a:t>
            </a:r>
            <a:r>
              <a:rPr lang="zh-CN" altLang="en-US" sz="2000" dirty="0">
                <a:solidFill>
                  <a:srgbClr val="1369B2"/>
                </a:solidFill>
                <a:latin typeface="微软雅黑" panose="020B0503020204020204" pitchFamily="34" charset="-122"/>
                <a:ea typeface="微软雅黑" panose="020B0503020204020204" pitchFamily="34" charset="-122"/>
                <a:cs typeface="+mn-ea"/>
              </a:rPr>
              <a:t>默认实现类DefaultSqlSessionFactory</a:t>
            </a:r>
            <a:r>
              <a:rPr lang="zh-CN" altLang="zh-CN" sz="2000" dirty="0">
                <a:solidFill>
                  <a:srgbClr val="595959"/>
                </a:solidFill>
                <a:latin typeface="微软雅黑" panose="020B0503020204020204" pitchFamily="34" charset="-122"/>
                <a:ea typeface="微软雅黑" panose="020B0503020204020204" pitchFamily="34" charset="-122"/>
              </a:rPr>
              <a:t>，通常情况下，SqlSessionFactoryBuilder的build()方法会基于这个默认实现类创建SqlSessionFactory实例。DefaultSqlSessionFactory主要负责</a:t>
            </a:r>
            <a:r>
              <a:rPr lang="zh-CN" altLang="en-US" sz="2000" dirty="0">
                <a:solidFill>
                  <a:srgbClr val="1369B2"/>
                </a:solidFill>
                <a:latin typeface="微软雅黑" panose="020B0503020204020204" pitchFamily="34" charset="-122"/>
                <a:ea typeface="微软雅黑" panose="020B0503020204020204" pitchFamily="34" charset="-122"/>
                <a:cs typeface="+mn-ea"/>
              </a:rPr>
              <a:t>SqlSession实例的创建和管理</a:t>
            </a:r>
            <a:r>
              <a:rPr lang="zh-CN" altLang="zh-CN" sz="2000" dirty="0">
                <a:solidFill>
                  <a:srgbClr val="595959"/>
                </a:solidFill>
                <a:latin typeface="微软雅黑" panose="020B0503020204020204" pitchFamily="34" charset="-122"/>
                <a:ea typeface="微软雅黑" panose="020B0503020204020204" pitchFamily="34" charset="-122"/>
              </a:rPr>
              <a:t>。它采用工厂模式，并根据MyBatis的配置信息来创建SqlSession对象。</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SqlSessionFactory提供了多个</a:t>
            </a:r>
            <a:r>
              <a:rPr lang="zh-CN" altLang="en-US" sz="2000" dirty="0">
                <a:solidFill>
                  <a:srgbClr val="1369B2"/>
                </a:solidFill>
                <a:latin typeface="微软雅黑" panose="020B0503020204020204" pitchFamily="34" charset="-122"/>
                <a:ea typeface="微软雅黑" panose="020B0503020204020204" pitchFamily="34" charset="-122"/>
                <a:cs typeface="+mn-ea"/>
              </a:rPr>
              <a:t>重载的openSession()方法</a:t>
            </a:r>
            <a:r>
              <a:rPr lang="zh-CN" altLang="zh-CN" sz="2000" dirty="0">
                <a:solidFill>
                  <a:srgbClr val="595959"/>
                </a:solidFill>
                <a:latin typeface="微软雅黑" panose="020B0503020204020204" pitchFamily="34" charset="-122"/>
                <a:ea typeface="微软雅黑" panose="020B0503020204020204" pitchFamily="34" charset="-122"/>
              </a:rPr>
              <a:t>，这些方法旨在满足不同的需求场景，灵活创建SqlSession对象。通过这些重载方法，开发者可以</a:t>
            </a:r>
            <a:r>
              <a:rPr lang="zh-CN" altLang="en-US" sz="2000" dirty="0">
                <a:solidFill>
                  <a:srgbClr val="1369B2"/>
                </a:solidFill>
                <a:latin typeface="微软雅黑" panose="020B0503020204020204" pitchFamily="34" charset="-122"/>
                <a:ea typeface="微软雅黑" panose="020B0503020204020204" pitchFamily="34" charset="-122"/>
                <a:cs typeface="+mn-ea"/>
              </a:rPr>
              <a:t>精确控制SqlSession的行为</a:t>
            </a:r>
            <a:r>
              <a:rPr lang="zh-CN" altLang="zh-CN" sz="2000" dirty="0">
                <a:solidFill>
                  <a:srgbClr val="595959"/>
                </a:solidFill>
                <a:latin typeface="微软雅黑" panose="020B0503020204020204" pitchFamily="34" charset="-122"/>
                <a:ea typeface="微软雅黑" panose="020B0503020204020204" pitchFamily="34" charset="-122"/>
              </a:rPr>
              <a:t>，如是否自动提交事务、选择特定的执行器类型以及设定事务的隔离级别等。</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.2 </a:t>
            </a:r>
            <a:r>
              <a:rPr sz="2400" b="1" dirty="0">
                <a:solidFill>
                  <a:srgbClr val="595959"/>
                </a:solidFill>
                <a:latin typeface="微软雅黑" panose="020B0503020204020204" pitchFamily="34" charset="-122"/>
                <a:ea typeface="微软雅黑" panose="020B0503020204020204" pitchFamily="34" charset="-122"/>
                <a:cs typeface="+mn-ea"/>
                <a:sym typeface="+mn-lt"/>
              </a:rPr>
              <a:t>SqlSessionFactory接口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2"/>
            </p:custDataLst>
          </p:nvPr>
        </p:nvSpPr>
        <p:spPr bwMode="auto">
          <a:xfrm>
            <a:off x="3070860" y="909955"/>
            <a:ext cx="5996305" cy="53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1800" dirty="0">
                <a:solidFill>
                  <a:srgbClr val="595959"/>
                </a:solidFill>
                <a:latin typeface="微软雅黑" panose="020B0503020204020204" pitchFamily="34" charset="-122"/>
                <a:ea typeface="微软雅黑" panose="020B0503020204020204" pitchFamily="34" charset="-122"/>
              </a:rPr>
              <a:t>SqlSessionFactory接口提供的openSession()方法</a:t>
            </a:r>
            <a:endParaRPr lang="zh-CN" altLang="zh-CN" sz="180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3"/>
            </p:custDataLst>
          </p:nvPr>
        </p:nvGraphicFramePr>
        <p:xfrm>
          <a:off x="964565" y="1486535"/>
          <a:ext cx="10466705" cy="5212080"/>
        </p:xfrm>
        <a:graphic>
          <a:graphicData uri="http://schemas.openxmlformats.org/drawingml/2006/table">
            <a:tbl>
              <a:tblPr/>
              <a:tblGrid>
                <a:gridCol w="4295775"/>
                <a:gridCol w="6170930"/>
              </a:tblGrid>
              <a:tr h="0">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方法</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说明</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SqlSession</a:t>
                      </a: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zh-CN" sz="1800" b="0" dirty="0">
                          <a:solidFill>
                            <a:srgbClr val="595959"/>
                          </a:solidFill>
                          <a:latin typeface="微软雅黑" panose="020B0503020204020204" pitchFamily="34" charset="-122"/>
                          <a:ea typeface="微软雅黑" panose="020B0503020204020204" pitchFamily="34" charset="-122"/>
                        </a:rPr>
                        <a:t>openSession()</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使用 SqlSessionFactory 的默认配置创建一个 SqlSession 对象。默认情况下，该 SqlSession 对象的事务不会自动提交，需要手动进行提交或回滚</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SqlSession</a:t>
                      </a: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zh-CN" sz="1800" b="0" dirty="0">
                          <a:solidFill>
                            <a:srgbClr val="595959"/>
                          </a:solidFill>
                          <a:latin typeface="微软雅黑" panose="020B0503020204020204" pitchFamily="34" charset="-122"/>
                          <a:ea typeface="微软雅黑" panose="020B0503020204020204" pitchFamily="34" charset="-122"/>
                        </a:rPr>
                        <a:t>openSession(</a:t>
                      </a:r>
                      <a:endParaRPr lang="zh-CN" altLang="zh-CN" sz="1800" b="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 </a:t>
                      </a: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zh-CN" sz="1800" b="0" dirty="0">
                          <a:solidFill>
                            <a:srgbClr val="595959"/>
                          </a:solidFill>
                          <a:latin typeface="微软雅黑" panose="020B0503020204020204" pitchFamily="34" charset="-122"/>
                          <a:ea typeface="微软雅黑" panose="020B0503020204020204" pitchFamily="34" charset="-122"/>
                        </a:rPr>
                        <a:t>Boolean</a:t>
                      </a: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zh-CN" sz="1800" b="0" dirty="0">
                          <a:solidFill>
                            <a:srgbClr val="595959"/>
                          </a:solidFill>
                          <a:latin typeface="微软雅黑" panose="020B0503020204020204" pitchFamily="34" charset="-122"/>
                          <a:ea typeface="微软雅黑" panose="020B0503020204020204" pitchFamily="34" charset="-122"/>
                        </a:rPr>
                        <a:t>autoCommit)</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使用 SqlSessionFactory 的默认配置创建一个 SqlSession 对象，并指定是否自动提交事务。其中autoCommit参数设置为true，那么事务将会自动提交；如果设置为false，则事务不会自动提交，需要手动调用commit()或rollback()方法来提交或回滚事务</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SqlSession</a:t>
                      </a: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zh-CN" sz="1800" b="0" dirty="0">
                          <a:solidFill>
                            <a:srgbClr val="595959"/>
                          </a:solidFill>
                          <a:latin typeface="微软雅黑" panose="020B0503020204020204" pitchFamily="34" charset="-122"/>
                          <a:ea typeface="微软雅黑" panose="020B0503020204020204" pitchFamily="34" charset="-122"/>
                        </a:rPr>
                        <a:t>openSession(</a:t>
                      </a:r>
                      <a:endParaRPr lang="zh-CN" altLang="zh-CN" sz="1800" b="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 </a:t>
                      </a: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zh-CN" sz="1800" b="0" dirty="0">
                          <a:solidFill>
                            <a:srgbClr val="595959"/>
                          </a:solidFill>
                          <a:latin typeface="微软雅黑" panose="020B0503020204020204" pitchFamily="34" charset="-122"/>
                          <a:ea typeface="微软雅黑" panose="020B0503020204020204" pitchFamily="34" charset="-122"/>
                        </a:rPr>
                        <a:t>Connection</a:t>
                      </a: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zh-CN" sz="1800" b="0" dirty="0">
                          <a:solidFill>
                            <a:srgbClr val="595959"/>
                          </a:solidFill>
                          <a:latin typeface="微软雅黑" panose="020B0503020204020204" pitchFamily="34" charset="-122"/>
                          <a:ea typeface="微软雅黑" panose="020B0503020204020204" pitchFamily="34" charset="-122"/>
                        </a:rPr>
                        <a:t>connection)</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使用传入的Connection对象创建SqlSession对象，而不是使用SqlSessionFactory 的默认配置</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75285">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SqlSession</a:t>
                      </a: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zh-CN" sz="1800" b="0" dirty="0">
                          <a:solidFill>
                            <a:srgbClr val="595959"/>
                          </a:solidFill>
                          <a:latin typeface="微软雅黑" panose="020B0503020204020204" pitchFamily="34" charset="-122"/>
                          <a:ea typeface="微软雅黑" panose="020B0503020204020204" pitchFamily="34" charset="-122"/>
                        </a:rPr>
                        <a:t>openSession(</a:t>
                      </a:r>
                      <a:endParaRPr lang="zh-CN" altLang="zh-CN" sz="1800" b="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 </a:t>
                      </a: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zh-CN" sz="1800" b="0" dirty="0">
                          <a:solidFill>
                            <a:srgbClr val="595959"/>
                          </a:solidFill>
                          <a:latin typeface="微软雅黑" panose="020B0503020204020204" pitchFamily="34" charset="-122"/>
                          <a:ea typeface="微软雅黑" panose="020B0503020204020204" pitchFamily="34" charset="-122"/>
                        </a:rPr>
                        <a:t>TransactionIsolationLevel</a:t>
                      </a: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zh-CN" sz="1800" b="0" dirty="0">
                          <a:solidFill>
                            <a:srgbClr val="595959"/>
                          </a:solidFill>
                          <a:latin typeface="微软雅黑" panose="020B0503020204020204" pitchFamily="34" charset="-122"/>
                          <a:ea typeface="微软雅黑" panose="020B0503020204020204" pitchFamily="34" charset="-122"/>
                        </a:rPr>
                        <a:t>level)</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根据指定的事务隔离级别level创建 SqlSession 对象</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.2 </a:t>
            </a:r>
            <a:r>
              <a:rPr sz="2400" b="1" dirty="0">
                <a:solidFill>
                  <a:srgbClr val="595959"/>
                </a:solidFill>
                <a:latin typeface="微软雅黑" panose="020B0503020204020204" pitchFamily="34" charset="-122"/>
                <a:ea typeface="微软雅黑" panose="020B0503020204020204" pitchFamily="34" charset="-122"/>
                <a:cs typeface="+mn-ea"/>
                <a:sym typeface="+mn-lt"/>
              </a:rPr>
              <a:t>SqlSessionFactory接口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3" name="表格 2"/>
          <p:cNvGraphicFramePr/>
          <p:nvPr>
            <p:custDataLst>
              <p:tags r:id="rId2"/>
            </p:custDataLst>
          </p:nvPr>
        </p:nvGraphicFramePr>
        <p:xfrm>
          <a:off x="953770" y="1228725"/>
          <a:ext cx="10593705" cy="5212080"/>
        </p:xfrm>
        <a:graphic>
          <a:graphicData uri="http://schemas.openxmlformats.org/drawingml/2006/table">
            <a:tbl>
              <a:tblPr/>
              <a:tblGrid>
                <a:gridCol w="4846320"/>
                <a:gridCol w="5747385"/>
              </a:tblGrid>
              <a:tr h="0">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方法</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说明</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SqlSessionopenSession(</a:t>
                      </a:r>
                      <a:endParaRPr lang="zh-CN" altLang="zh-CN" sz="1800" b="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buNone/>
                      </a:pP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zh-CN" sz="1800" b="0" dirty="0">
                          <a:solidFill>
                            <a:srgbClr val="595959"/>
                          </a:solidFill>
                          <a:latin typeface="微软雅黑" panose="020B0503020204020204" pitchFamily="34" charset="-122"/>
                          <a:ea typeface="微软雅黑" panose="020B0503020204020204" pitchFamily="34" charset="-122"/>
                        </a:rPr>
                        <a:t>ExecutorType</a:t>
                      </a: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zh-CN" sz="1800" b="0" dirty="0">
                          <a:solidFill>
                            <a:srgbClr val="595959"/>
                          </a:solidFill>
                          <a:latin typeface="微软雅黑" panose="020B0503020204020204" pitchFamily="34" charset="-122"/>
                          <a:ea typeface="微软雅黑" panose="020B0503020204020204" pitchFamily="34" charset="-122"/>
                        </a:rPr>
                        <a:t>execType)</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根据指定执行器类型execType创建SqlSession，执行器类型决定了MyBatis在执行SQL语句时的行为，包括是否复用预处理语句和是否批处理等。ExecutorType是一个枚举类型，有三个可选值：SIMPLE：默认的执行器，为每一个语句的执行创建一个新的预处理语句。REUSE：执行器会复用预处理语句。BATCH：执行器会重复使用语句和批量更新，主要用于批量操作，以减少预处理语句的创建和销毁的开销</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SqlSessionopenSession(ExecutorType</a:t>
                      </a:r>
                      <a:endParaRPr lang="zh-CN" altLang="zh-CN" sz="1800" b="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execType，Boolean</a:t>
                      </a: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zh-CN" sz="1800" b="0" dirty="0">
                          <a:solidFill>
                            <a:srgbClr val="595959"/>
                          </a:solidFill>
                          <a:latin typeface="微软雅黑" panose="020B0503020204020204" pitchFamily="34" charset="-122"/>
                          <a:ea typeface="微软雅黑" panose="020B0503020204020204" pitchFamily="34" charset="-122"/>
                        </a:rPr>
                        <a:t>autoCommit)</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根据指定执行器类型execType和是否自动提交事务创建SqlSession</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SqlSessionopenSession(ExecutorType</a:t>
                      </a:r>
                      <a:endParaRPr lang="zh-CN" altLang="zh-CN" sz="1800" b="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 </a:t>
                      </a: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zh-CN" sz="1800" b="0" dirty="0">
                          <a:solidFill>
                            <a:srgbClr val="595959"/>
                          </a:solidFill>
                          <a:latin typeface="微软雅黑" panose="020B0503020204020204" pitchFamily="34" charset="-122"/>
                          <a:ea typeface="微软雅黑" panose="020B0503020204020204" pitchFamily="34" charset="-122"/>
                        </a:rPr>
                        <a:t>execType，Connection</a:t>
                      </a: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zh-CN" sz="1800" b="0" dirty="0">
                          <a:solidFill>
                            <a:srgbClr val="595959"/>
                          </a:solidFill>
                          <a:latin typeface="微软雅黑" panose="020B0503020204020204" pitchFamily="34" charset="-122"/>
                          <a:ea typeface="微软雅黑" panose="020B0503020204020204" pitchFamily="34" charset="-122"/>
                        </a:rPr>
                        <a:t>connection)</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根据指定执行器类型execType和Connection对象创建SqlSession对象</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.3 </a:t>
            </a:r>
            <a:r>
              <a:rPr sz="2400" b="1" dirty="0">
                <a:solidFill>
                  <a:srgbClr val="595959"/>
                </a:solidFill>
                <a:latin typeface="微软雅黑" panose="020B0503020204020204" pitchFamily="34" charset="-122"/>
                <a:ea typeface="微软雅黑" panose="020B0503020204020204" pitchFamily="34" charset="-122"/>
                <a:cs typeface="+mn-ea"/>
                <a:sym typeface="+mn-lt"/>
              </a:rPr>
              <a:t>SqlSession接口</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927985"/>
            <a:ext cx="5445760" cy="1782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sym typeface="+mn-ea"/>
              </a:rPr>
              <a:t>熟悉</a:t>
            </a:r>
            <a:r>
              <a:rPr lang="zh-CN" altLang="en-US" dirty="0">
                <a:solidFill>
                  <a:srgbClr val="1369B2"/>
                </a:solidFill>
                <a:latin typeface="微软雅黑" panose="020B0503020204020204" pitchFamily="34" charset="-122"/>
                <a:ea typeface="微软雅黑" panose="020B0503020204020204" pitchFamily="34" charset="-122"/>
                <a:sym typeface="+mn-ea"/>
              </a:rPr>
              <a:t>SqlSession接口</a:t>
            </a:r>
            <a:r>
              <a:rPr lang="zh-CN" altLang="en-US" dirty="0">
                <a:solidFill>
                  <a:srgbClr val="595959"/>
                </a:solidFill>
                <a:latin typeface="微软雅黑" panose="020B0503020204020204" pitchFamily="34" charset="-122"/>
                <a:ea typeface="微软雅黑" panose="020B0503020204020204" pitchFamily="34" charset="-122"/>
                <a:sym typeface="+mn-ea"/>
              </a:rPr>
              <a:t>，能够简述SqlSession接口的作用和SqlSession接口的常用方法</a:t>
            </a:r>
            <a:endParaRPr lang="zh-CN" altLang="en-US" dirty="0">
              <a:solidFill>
                <a:srgbClr val="595959"/>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.3 </a:t>
            </a:r>
            <a:r>
              <a:rPr sz="2400" b="1" dirty="0">
                <a:solidFill>
                  <a:srgbClr val="595959"/>
                </a:solidFill>
                <a:latin typeface="微软雅黑" panose="020B0503020204020204" pitchFamily="34" charset="-122"/>
                <a:ea typeface="微软雅黑" panose="020B0503020204020204" pitchFamily="34" charset="-122"/>
                <a:cs typeface="+mn-ea"/>
                <a:sym typeface="+mn-lt"/>
              </a:rPr>
              <a:t>SqlSession接口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2"/>
            </p:custDataLst>
          </p:nvPr>
        </p:nvSpPr>
        <p:spPr bwMode="auto">
          <a:xfrm>
            <a:off x="1054735" y="1461770"/>
            <a:ext cx="10335895" cy="4275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SqlSession接口</a:t>
            </a:r>
            <a:r>
              <a:rPr lang="zh-CN" altLang="zh-CN" sz="2000" dirty="0">
                <a:solidFill>
                  <a:srgbClr val="595959"/>
                </a:solidFill>
                <a:latin typeface="微软雅黑" panose="020B0503020204020204" pitchFamily="34" charset="-122"/>
                <a:ea typeface="微软雅黑" panose="020B0503020204020204" pitchFamily="34" charset="-122"/>
              </a:rPr>
              <a:t>是MyBatis中用于执行SQL命令并与数据库进行交互的主要接口之一，其实例用于表示</a:t>
            </a:r>
            <a:r>
              <a:rPr lang="zh-CN" altLang="en-US" sz="2000" dirty="0">
                <a:solidFill>
                  <a:srgbClr val="1369B2"/>
                </a:solidFill>
                <a:latin typeface="微软雅黑" panose="020B0503020204020204" pitchFamily="34" charset="-122"/>
                <a:ea typeface="微软雅黑" panose="020B0503020204020204" pitchFamily="34" charset="-122"/>
                <a:cs typeface="+mn-ea"/>
              </a:rPr>
              <a:t>应用程序与数据库的一次会话</a:t>
            </a:r>
            <a:r>
              <a:rPr lang="zh-CN" altLang="zh-CN" sz="2000" dirty="0">
                <a:solidFill>
                  <a:srgbClr val="595959"/>
                </a:solidFill>
                <a:latin typeface="微软雅黑" panose="020B0503020204020204" pitchFamily="34" charset="-122"/>
                <a:ea typeface="微软雅黑" panose="020B0503020204020204" pitchFamily="34" charset="-122"/>
              </a:rPr>
              <a:t>，它提供了一系列方法来执行</a:t>
            </a:r>
            <a:r>
              <a:rPr lang="zh-CN" altLang="en-US" sz="2000" dirty="0">
                <a:solidFill>
                  <a:srgbClr val="1369B2"/>
                </a:solidFill>
                <a:latin typeface="微软雅黑" panose="020B0503020204020204" pitchFamily="34" charset="-122"/>
                <a:ea typeface="微软雅黑" panose="020B0503020204020204" pitchFamily="34" charset="-122"/>
                <a:cs typeface="+mn-ea"/>
              </a:rPr>
              <a:t>SQL查询、更新、插入和删除操作</a:t>
            </a:r>
            <a:r>
              <a:rPr lang="zh-CN" altLang="zh-CN" sz="2000" dirty="0">
                <a:solidFill>
                  <a:srgbClr val="595959"/>
                </a:solidFill>
                <a:latin typeface="微软雅黑" panose="020B0503020204020204" pitchFamily="34" charset="-122"/>
                <a:ea typeface="微软雅黑" panose="020B0503020204020204" pitchFamily="34" charset="-122"/>
              </a:rPr>
              <a:t>，以及管理事务和资源的方法。</a:t>
            </a:r>
            <a:r>
              <a:rPr lang="zh-CN" altLang="en-US" sz="2000" dirty="0">
                <a:solidFill>
                  <a:srgbClr val="1369B2"/>
                </a:solidFill>
                <a:latin typeface="微软雅黑" panose="020B0503020204020204" pitchFamily="34" charset="-122"/>
                <a:ea typeface="微软雅黑" panose="020B0503020204020204" pitchFamily="34" charset="-122"/>
                <a:cs typeface="+mn-ea"/>
              </a:rPr>
              <a:t>DefaultSqlSession</a:t>
            </a:r>
            <a:r>
              <a:rPr lang="zh-CN" altLang="zh-CN" sz="2000" dirty="0">
                <a:solidFill>
                  <a:srgbClr val="595959"/>
                </a:solidFill>
                <a:latin typeface="微软雅黑" panose="020B0503020204020204" pitchFamily="34" charset="-122"/>
                <a:ea typeface="微软雅黑" panose="020B0503020204020204" pitchFamily="34" charset="-122"/>
              </a:rPr>
              <a:t>是MyBatis提供的</a:t>
            </a:r>
            <a:r>
              <a:rPr lang="zh-CN" altLang="en-US" sz="2000" dirty="0">
                <a:solidFill>
                  <a:srgbClr val="1369B2"/>
                </a:solidFill>
                <a:latin typeface="微软雅黑" panose="020B0503020204020204" pitchFamily="34" charset="-122"/>
                <a:ea typeface="微软雅黑" panose="020B0503020204020204" pitchFamily="34" charset="-122"/>
                <a:cs typeface="+mn-ea"/>
              </a:rPr>
              <a:t>SqlSession接口默认实现类</a:t>
            </a:r>
            <a:r>
              <a:rPr lang="zh-CN" altLang="zh-CN" sz="2000" dirty="0">
                <a:solidFill>
                  <a:srgbClr val="595959"/>
                </a:solidFill>
                <a:latin typeface="微软雅黑" panose="020B0503020204020204" pitchFamily="34" charset="-122"/>
                <a:ea typeface="微软雅黑" panose="020B0503020204020204" pitchFamily="34" charset="-122"/>
              </a:rPr>
              <a:t>，当SqlSessionFactory实例调用</a:t>
            </a:r>
            <a:r>
              <a:rPr lang="zh-CN" altLang="en-US" sz="2000" dirty="0">
                <a:solidFill>
                  <a:srgbClr val="1369B2"/>
                </a:solidFill>
                <a:latin typeface="微软雅黑" panose="020B0503020204020204" pitchFamily="34" charset="-122"/>
                <a:ea typeface="微软雅黑" panose="020B0503020204020204" pitchFamily="34" charset="-122"/>
                <a:cs typeface="+mn-ea"/>
              </a:rPr>
              <a:t>openSession()方法</a:t>
            </a:r>
            <a:r>
              <a:rPr lang="zh-CN" altLang="zh-CN" sz="2000" dirty="0">
                <a:solidFill>
                  <a:srgbClr val="595959"/>
                </a:solidFill>
                <a:latin typeface="微软雅黑" panose="020B0503020204020204" pitchFamily="34" charset="-122"/>
                <a:ea typeface="微软雅黑" panose="020B0503020204020204" pitchFamily="34" charset="-122"/>
              </a:rPr>
              <a:t>时，MyBatis会根据配置和上下文信息来创建并返回DefaultSqlSession的一个实例，开发者可以使用这个实例来执行数据库操作，例如查询、插入、更新和删除等。</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通常开发者不需要关心SqlSession的具体实现细节。只需要通过</a:t>
            </a:r>
            <a:r>
              <a:rPr lang="zh-CN" altLang="en-US" sz="2000" dirty="0">
                <a:solidFill>
                  <a:srgbClr val="1369B2"/>
                </a:solidFill>
                <a:latin typeface="微软雅黑" panose="020B0503020204020204" pitchFamily="34" charset="-122"/>
                <a:ea typeface="微软雅黑" panose="020B0503020204020204" pitchFamily="34" charset="-122"/>
                <a:cs typeface="+mn-ea"/>
              </a:rPr>
              <a:t>SqlSession实例</a:t>
            </a:r>
            <a:r>
              <a:rPr lang="zh-CN" altLang="zh-CN" sz="2000" dirty="0">
                <a:solidFill>
                  <a:srgbClr val="595959"/>
                </a:solidFill>
                <a:latin typeface="微软雅黑" panose="020B0503020204020204" pitchFamily="34" charset="-122"/>
                <a:ea typeface="微软雅黑" panose="020B0503020204020204" pitchFamily="34" charset="-122"/>
              </a:rPr>
              <a:t>调用对应的方法执行SQL语句、获取映射器等。</a:t>
            </a:r>
            <a:r>
              <a:rPr lang="zh-CN" altLang="en-US" sz="2000" dirty="0">
                <a:solidFill>
                  <a:srgbClr val="1369B2"/>
                </a:solidFill>
                <a:latin typeface="微软雅黑" panose="020B0503020204020204" pitchFamily="34" charset="-122"/>
                <a:ea typeface="微软雅黑" panose="020B0503020204020204" pitchFamily="34" charset="-122"/>
                <a:cs typeface="+mn-ea"/>
              </a:rPr>
              <a:t>MyBatis</a:t>
            </a:r>
            <a:r>
              <a:rPr lang="zh-CN" altLang="zh-CN" sz="2000" dirty="0">
                <a:solidFill>
                  <a:srgbClr val="595959"/>
                </a:solidFill>
                <a:latin typeface="微软雅黑" panose="020B0503020204020204" pitchFamily="34" charset="-122"/>
                <a:ea typeface="微软雅黑" panose="020B0503020204020204" pitchFamily="34" charset="-122"/>
              </a:rPr>
              <a:t>会负责</a:t>
            </a:r>
            <a:r>
              <a:rPr lang="zh-CN" altLang="en-US" sz="2000" dirty="0">
                <a:solidFill>
                  <a:srgbClr val="1369B2"/>
                </a:solidFill>
                <a:latin typeface="微软雅黑" panose="020B0503020204020204" pitchFamily="34" charset="-122"/>
                <a:ea typeface="微软雅黑" panose="020B0503020204020204" pitchFamily="34" charset="-122"/>
                <a:cs typeface="+mn-ea"/>
              </a:rPr>
              <a:t>处理底层的数据库连接、SQL执行、结果集映射</a:t>
            </a:r>
            <a:r>
              <a:rPr lang="zh-CN" altLang="zh-CN" sz="2000" dirty="0">
                <a:solidFill>
                  <a:srgbClr val="595959"/>
                </a:solidFill>
                <a:latin typeface="微软雅黑" panose="020B0503020204020204" pitchFamily="34" charset="-122"/>
                <a:ea typeface="微软雅黑" panose="020B0503020204020204" pitchFamily="34" charset="-122"/>
              </a:rPr>
              <a:t>等细节。</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.3 </a:t>
            </a:r>
            <a:r>
              <a:rPr sz="2400" b="1" dirty="0">
                <a:solidFill>
                  <a:srgbClr val="595959"/>
                </a:solidFill>
                <a:latin typeface="微软雅黑" panose="020B0503020204020204" pitchFamily="34" charset="-122"/>
                <a:ea typeface="微软雅黑" panose="020B0503020204020204" pitchFamily="34" charset="-122"/>
                <a:cs typeface="+mn-ea"/>
                <a:sym typeface="+mn-lt"/>
              </a:rPr>
              <a:t>SqlSession接口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4511040" y="1053465"/>
            <a:ext cx="3376295" cy="553085"/>
          </a:xfrm>
          <a:prstGeom prst="rect">
            <a:avLst/>
          </a:prstGeom>
          <a:noFill/>
          <a:ln w="9525">
            <a:noFill/>
          </a:ln>
        </p:spPr>
        <p:txBody>
          <a:bodyPr wrap="square">
            <a:spAutoFit/>
          </a:bodyPr>
          <a:p>
            <a:pPr algn="just">
              <a:lnSpc>
                <a:spcPct val="150000"/>
              </a:lnSpc>
              <a:buClrTx/>
              <a:buSzTx/>
              <a:buFontTx/>
            </a:pPr>
            <a:r>
              <a:rPr lang="zh-CN" altLang="zh-CN" sz="2000" b="0" dirty="0">
                <a:solidFill>
                  <a:srgbClr val="595959"/>
                </a:solidFill>
                <a:latin typeface="微软雅黑" panose="020B0503020204020204" pitchFamily="34" charset="-122"/>
                <a:ea typeface="微软雅黑" panose="020B0503020204020204" pitchFamily="34" charset="-122"/>
              </a:rPr>
              <a:t>SqlSession接口的常用方法</a:t>
            </a:r>
            <a:endParaRPr lang="zh-CN" altLang="zh-CN" sz="2000" b="0" dirty="0">
              <a:solidFill>
                <a:srgbClr val="595959"/>
              </a:solidFill>
              <a:latin typeface="微软雅黑" panose="020B0503020204020204" pitchFamily="34" charset="-122"/>
              <a:ea typeface="微软雅黑" panose="020B0503020204020204" pitchFamily="34" charset="-122"/>
            </a:endParaRPr>
          </a:p>
        </p:txBody>
      </p:sp>
      <p:graphicFrame>
        <p:nvGraphicFramePr>
          <p:cNvPr id="2" name="表格 1"/>
          <p:cNvGraphicFramePr/>
          <p:nvPr>
            <p:custDataLst>
              <p:tags r:id="rId2"/>
            </p:custDataLst>
          </p:nvPr>
        </p:nvGraphicFramePr>
        <p:xfrm>
          <a:off x="1070610" y="1701165"/>
          <a:ext cx="10462260" cy="4351020"/>
        </p:xfrm>
        <a:graphic>
          <a:graphicData uri="http://schemas.openxmlformats.org/drawingml/2006/table">
            <a:tbl>
              <a:tblPr/>
              <a:tblGrid>
                <a:gridCol w="3884930"/>
                <a:gridCol w="6577330"/>
              </a:tblGrid>
              <a:tr h="544830">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方法名称</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描述</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1370330">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&lt;T&gt; T selectOne(</a:t>
                      </a:r>
                      <a:endParaRPr lang="zh-CN" altLang="zh-CN" sz="1800" b="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 </a:t>
                      </a: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zh-CN" sz="1800" b="0" dirty="0">
                          <a:solidFill>
                            <a:srgbClr val="595959"/>
                          </a:solidFill>
                          <a:latin typeface="微软雅黑" panose="020B0503020204020204" pitchFamily="34" charset="-122"/>
                          <a:ea typeface="微软雅黑" panose="020B0503020204020204" pitchFamily="34" charset="-122"/>
                        </a:rPr>
                        <a:t>String statement)</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根据参数statement执行查询操作，返回单个结果，statement是配置信息中SQL语句的唯一标识符，通常由映射器（Mapper）的命名空间和该SQL语句在映射器中的id属性组成</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1522095">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&lt;T&gt; T selectOne(String statement, Object parameter)</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根据参数statement和parameter执行查询操作，返回单个结果。其中，statement是SQL语句的唯一标识符，parameter是传递给SQL语句的参数</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913765">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&lt;E&gt; List&lt;E&gt; selectList(</a:t>
                      </a:r>
                      <a:endParaRPr lang="zh-CN" altLang="zh-CN" sz="1800" b="0" dirty="0">
                        <a:solidFill>
                          <a:srgbClr val="595959"/>
                        </a:solidFill>
                        <a:latin typeface="微软雅黑" panose="020B0503020204020204" pitchFamily="34" charset="-122"/>
                        <a:ea typeface="微软雅黑" panose="020B0503020204020204" pitchFamily="34" charset="-122"/>
                      </a:endParaRPr>
                    </a:p>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 </a:t>
                      </a:r>
                      <a:r>
                        <a:rPr lang="en-US" altLang="zh-CN" sz="1800" b="0" dirty="0">
                          <a:solidFill>
                            <a:srgbClr val="595959"/>
                          </a:solidFill>
                          <a:latin typeface="微软雅黑" panose="020B0503020204020204" pitchFamily="34" charset="-122"/>
                          <a:ea typeface="微软雅黑" panose="020B0503020204020204" pitchFamily="34" charset="-122"/>
                        </a:rPr>
                        <a:t>  </a:t>
                      </a:r>
                      <a:r>
                        <a:rPr lang="zh-CN" altLang="zh-CN" sz="1800" b="0" dirty="0">
                          <a:solidFill>
                            <a:srgbClr val="595959"/>
                          </a:solidFill>
                          <a:latin typeface="微软雅黑" panose="020B0503020204020204" pitchFamily="34" charset="-122"/>
                          <a:ea typeface="微软雅黑" panose="020B0503020204020204" pitchFamily="34" charset="-122"/>
                        </a:rPr>
                        <a:t>String statement)</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just">
                        <a:lnSpc>
                          <a:spcPct val="150000"/>
                        </a:lnSpc>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根据参数statement执行查询操作，返回结果封装在集合中，statement是配置信息中SQL语句的唯一标识符</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.3 </a:t>
            </a:r>
            <a:r>
              <a:rPr sz="2400" b="1" dirty="0">
                <a:solidFill>
                  <a:srgbClr val="595959"/>
                </a:solidFill>
                <a:latin typeface="微软雅黑" panose="020B0503020204020204" pitchFamily="34" charset="-122"/>
                <a:ea typeface="微软雅黑" panose="020B0503020204020204" pitchFamily="34" charset="-122"/>
                <a:cs typeface="+mn-ea"/>
                <a:sym typeface="+mn-lt"/>
              </a:rPr>
              <a:t>SqlSession接口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2" name="表格 1"/>
          <p:cNvGraphicFramePr/>
          <p:nvPr>
            <p:custDataLst>
              <p:tags r:id="rId2"/>
            </p:custDataLst>
          </p:nvPr>
        </p:nvGraphicFramePr>
        <p:xfrm>
          <a:off x="1070927" y="1517650"/>
          <a:ext cx="10462260" cy="4023995"/>
        </p:xfrm>
        <a:graphic>
          <a:graphicData uri="http://schemas.openxmlformats.org/drawingml/2006/table">
            <a:tbl>
              <a:tblPr/>
              <a:tblGrid>
                <a:gridCol w="3884930"/>
                <a:gridCol w="6577330"/>
              </a:tblGrid>
              <a:tr h="457835">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方法名称</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描述</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indent="0">
                        <a:buNone/>
                      </a:pPr>
                      <a:r>
                        <a:rPr lang="zh-CN" altLang="zh-CN" sz="1800" b="0" dirty="0">
                          <a:solidFill>
                            <a:srgbClr val="595959"/>
                          </a:solidFill>
                          <a:latin typeface="微软雅黑" panose="020B0503020204020204" pitchFamily="34" charset="-122"/>
                          <a:ea typeface="微软雅黑" panose="020B0503020204020204" pitchFamily="34" charset="-122"/>
                        </a:rPr>
                        <a:t>&lt;E&gt; List&lt;E&gt; selectList(String statement, Object parameter)</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buNone/>
                      </a:pPr>
                      <a:r>
                        <a:rPr lang="zh-CN" altLang="zh-CN" sz="1800" b="0" dirty="0">
                          <a:solidFill>
                            <a:srgbClr val="595959"/>
                          </a:solidFill>
                          <a:latin typeface="微软雅黑" panose="020B0503020204020204" pitchFamily="34" charset="-122"/>
                          <a:ea typeface="微软雅黑" panose="020B0503020204020204" pitchFamily="34" charset="-122"/>
                        </a:rPr>
                        <a:t>根据参数statement和parameter执行查询操作，返回结果封装在集合中，其中，statement是SQL语句的唯一标识符，parameter是传递给SQL语句的参数</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1371600">
                <a:tc>
                  <a:txBody>
                    <a:bodyPr/>
                    <a:p>
                      <a:pPr indent="0">
                        <a:buNone/>
                      </a:pPr>
                      <a:r>
                        <a:rPr lang="zh-CN" altLang="zh-CN" sz="1800" b="0" dirty="0">
                          <a:solidFill>
                            <a:srgbClr val="595959"/>
                          </a:solidFill>
                          <a:latin typeface="微软雅黑" panose="020B0503020204020204" pitchFamily="34" charset="-122"/>
                          <a:ea typeface="微软雅黑" panose="020B0503020204020204" pitchFamily="34" charset="-122"/>
                        </a:rPr>
                        <a:t>int insert(String statement)</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buNone/>
                      </a:pPr>
                      <a:r>
                        <a:rPr lang="zh-CN" altLang="zh-CN" sz="1800" b="0" dirty="0">
                          <a:solidFill>
                            <a:srgbClr val="595959"/>
                          </a:solidFill>
                          <a:latin typeface="微软雅黑" panose="020B0503020204020204" pitchFamily="34" charset="-122"/>
                          <a:ea typeface="微软雅黑" panose="020B0503020204020204" pitchFamily="34" charset="-122"/>
                        </a:rPr>
                        <a:t>根据参数statemen执行插入操作，statement是配置信息中SQL语句的唯一标识符</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indent="0">
                        <a:buNone/>
                      </a:pPr>
                      <a:r>
                        <a:rPr lang="zh-CN" altLang="zh-CN" sz="1800" b="0" dirty="0">
                          <a:solidFill>
                            <a:srgbClr val="595959"/>
                          </a:solidFill>
                          <a:latin typeface="微软雅黑" panose="020B0503020204020204" pitchFamily="34" charset="-122"/>
                          <a:ea typeface="微软雅黑" panose="020B0503020204020204" pitchFamily="34" charset="-122"/>
                        </a:rPr>
                        <a:t>int insert(String statement, Object parameter)</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buNone/>
                      </a:pPr>
                      <a:r>
                        <a:rPr lang="zh-CN" altLang="zh-CN" sz="1800" b="0" dirty="0">
                          <a:solidFill>
                            <a:srgbClr val="595959"/>
                          </a:solidFill>
                          <a:latin typeface="微软雅黑" panose="020B0503020204020204" pitchFamily="34" charset="-122"/>
                          <a:ea typeface="微软雅黑" panose="020B0503020204020204" pitchFamily="34" charset="-122"/>
                        </a:rPr>
                        <a:t>根据参数statement和parameter执行插入操作，其中，statement是SQL语句的唯一标识符，parameter是传递给SQL语句的参数</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0">
                <a:tc>
                  <a:txBody>
                    <a:bodyPr/>
                    <a:p>
                      <a:pPr indent="0">
                        <a:buNone/>
                      </a:pPr>
                      <a:r>
                        <a:rPr lang="zh-CN" altLang="zh-CN" sz="1800" b="0" dirty="0">
                          <a:solidFill>
                            <a:srgbClr val="595959"/>
                          </a:solidFill>
                          <a:latin typeface="微软雅黑" panose="020B0503020204020204" pitchFamily="34" charset="-122"/>
                          <a:ea typeface="微软雅黑" panose="020B0503020204020204" pitchFamily="34" charset="-122"/>
                        </a:rPr>
                        <a:t>int update(String statement)</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buNone/>
                      </a:pPr>
                      <a:r>
                        <a:rPr lang="zh-CN" altLang="zh-CN" sz="1800" b="0" dirty="0">
                          <a:solidFill>
                            <a:srgbClr val="595959"/>
                          </a:solidFill>
                          <a:latin typeface="微软雅黑" panose="020B0503020204020204" pitchFamily="34" charset="-122"/>
                          <a:ea typeface="微软雅黑" panose="020B0503020204020204" pitchFamily="34" charset="-122"/>
                        </a:rPr>
                        <a:t>根据参数statemen执行更新操作，statement是配置信息中SQL语句的唯一标识符</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.3 </a:t>
            </a:r>
            <a:r>
              <a:rPr sz="2400" b="1" dirty="0">
                <a:solidFill>
                  <a:srgbClr val="595959"/>
                </a:solidFill>
                <a:latin typeface="微软雅黑" panose="020B0503020204020204" pitchFamily="34" charset="-122"/>
                <a:ea typeface="微软雅黑" panose="020B0503020204020204" pitchFamily="34" charset="-122"/>
                <a:cs typeface="+mn-ea"/>
                <a:sym typeface="+mn-lt"/>
              </a:rPr>
              <a:t>SqlSession接口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2" name="表格 1"/>
          <p:cNvGraphicFramePr/>
          <p:nvPr>
            <p:custDataLst>
              <p:tags r:id="rId2"/>
            </p:custDataLst>
          </p:nvPr>
        </p:nvGraphicFramePr>
        <p:xfrm>
          <a:off x="1070610" y="1517650"/>
          <a:ext cx="10462260" cy="4371340"/>
        </p:xfrm>
        <a:graphic>
          <a:graphicData uri="http://schemas.openxmlformats.org/drawingml/2006/table">
            <a:tbl>
              <a:tblPr/>
              <a:tblGrid>
                <a:gridCol w="3884930"/>
                <a:gridCol w="6577330"/>
              </a:tblGrid>
              <a:tr h="478155">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方法名称</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描述</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859155">
                <a:tc>
                  <a:txBody>
                    <a:bodyPr/>
                    <a:p>
                      <a:pPr algn="l">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int update(String statement, Object parameter)</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根据参数statement和parameter执行更新操作，其中，statement是SQL语句的唯一标识符，parameter是传递给SQL语句的参数</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1431925">
                <a:tc>
                  <a:txBody>
                    <a:bodyPr/>
                    <a:p>
                      <a:pPr algn="l">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int delete(String statement)</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根据参数statemen执行删除操作，statement是配置信息中SQL语句的唯一标识符</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859155">
                <a:tc>
                  <a:txBody>
                    <a:bodyPr/>
                    <a:p>
                      <a:pPr algn="l">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int delete(String statement, Object parameter)</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根据参数statement和parameter执行删除操作，其中，statement是SQL语句的唯一标识符，parameter是传递给SQL语句的参数</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742950">
                <a:tc>
                  <a:txBody>
                    <a:bodyPr/>
                    <a:p>
                      <a:pPr algn="l">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void commit()</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提交当前事务</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8.4</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.3 </a:t>
            </a:r>
            <a:r>
              <a:rPr sz="2400" b="1" dirty="0">
                <a:solidFill>
                  <a:srgbClr val="595959"/>
                </a:solidFill>
                <a:latin typeface="微软雅黑" panose="020B0503020204020204" pitchFamily="34" charset="-122"/>
                <a:ea typeface="微软雅黑" panose="020B0503020204020204" pitchFamily="34" charset="-122"/>
                <a:cs typeface="+mn-ea"/>
                <a:sym typeface="+mn-lt"/>
              </a:rPr>
              <a:t>SqlSession接口</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2" name="表格 1"/>
          <p:cNvGraphicFramePr/>
          <p:nvPr>
            <p:custDataLst>
              <p:tags r:id="rId2"/>
            </p:custDataLst>
          </p:nvPr>
        </p:nvGraphicFramePr>
        <p:xfrm>
          <a:off x="1070610" y="1517650"/>
          <a:ext cx="10462260" cy="4371340"/>
        </p:xfrm>
        <a:graphic>
          <a:graphicData uri="http://schemas.openxmlformats.org/drawingml/2006/table">
            <a:tbl>
              <a:tblPr/>
              <a:tblGrid>
                <a:gridCol w="3884930"/>
                <a:gridCol w="6577330"/>
              </a:tblGrid>
              <a:tr h="478155">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方法名称</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描述</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859155">
                <a:tc>
                  <a:txBody>
                    <a:bodyPr/>
                    <a:p>
                      <a:pPr algn="l">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void rollback()</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回滚当前事务</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1431925">
                <a:tc>
                  <a:txBody>
                    <a:bodyPr/>
                    <a:p>
                      <a:pPr algn="l">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void close()</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关闭 SqlSession 对象，释放数据库连接和其他资源</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859155">
                <a:tc>
                  <a:txBody>
                    <a:bodyPr/>
                    <a:p>
                      <a:pPr algn="l">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&lt;T&gt; T getMapper(Class&lt;T&gt; type)</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获取指定类型的映射器（Mapper）实例</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742950">
                <a:tc>
                  <a:txBody>
                    <a:bodyPr/>
                    <a:p>
                      <a:pPr algn="l">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Connection getConnection()</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l">
                        <a:buClrTx/>
                        <a:buSzTx/>
                        <a:buFontTx/>
                        <a:buNone/>
                      </a:pPr>
                      <a:r>
                        <a:rPr lang="zh-CN" altLang="zh-CN" sz="1800" b="0" dirty="0">
                          <a:solidFill>
                            <a:srgbClr val="595959"/>
                          </a:solidFill>
                          <a:latin typeface="微软雅黑" panose="020B0503020204020204" pitchFamily="34" charset="-122"/>
                          <a:ea typeface="微软雅黑" panose="020B0503020204020204" pitchFamily="34" charset="-122"/>
                        </a:rPr>
                        <a:t>获取当前SqlSession使用的数据库连接</a:t>
                      </a:r>
                      <a:endParaRPr lang="zh-CN" altLang="zh-CN" sz="1800" b="0" dirty="0">
                        <a:solidFill>
                          <a:srgbClr val="595959"/>
                        </a:solidFill>
                        <a:latin typeface="微软雅黑" panose="020B0503020204020204" pitchFamily="34" charset="-122"/>
                        <a:ea typeface="微软雅黑" panose="020B0503020204020204" pitchFamily="34"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spAutoFit/>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MyBatis核心配置文件</a:t>
            </a:r>
            <a:endPar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8.5</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425700"/>
            <a:ext cx="5445760" cy="2336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sym typeface="+mn-ea"/>
              </a:rPr>
              <a:t>掌握</a:t>
            </a:r>
            <a:r>
              <a:rPr lang="zh-CN" altLang="en-US" dirty="0">
                <a:solidFill>
                  <a:srgbClr val="1369B2"/>
                </a:solidFill>
                <a:latin typeface="微软雅黑" panose="020B0503020204020204" pitchFamily="34" charset="-122"/>
                <a:ea typeface="微软雅黑" panose="020B0503020204020204" pitchFamily="34" charset="-122"/>
                <a:sym typeface="+mn-ea"/>
              </a:rPr>
              <a:t>MyBatis核心配置文件</a:t>
            </a:r>
            <a:r>
              <a:rPr lang="zh-CN" altLang="en-US" dirty="0">
                <a:solidFill>
                  <a:srgbClr val="595959"/>
                </a:solidFill>
                <a:latin typeface="微软雅黑" panose="020B0503020204020204" pitchFamily="34" charset="-122"/>
                <a:ea typeface="微软雅黑" panose="020B0503020204020204" pitchFamily="34" charset="-122"/>
                <a:sym typeface="+mn-ea"/>
              </a:rPr>
              <a:t>的编写，能够在MyBatis核心配置文件中</a:t>
            </a:r>
            <a:r>
              <a:rPr lang="zh-CN" altLang="en-US" dirty="0">
                <a:solidFill>
                  <a:srgbClr val="1369B2"/>
                </a:solidFill>
                <a:latin typeface="微软雅黑" panose="020B0503020204020204" pitchFamily="34" charset="-122"/>
                <a:ea typeface="微软雅黑" panose="020B0503020204020204" pitchFamily="34" charset="-122"/>
                <a:sym typeface="+mn-ea"/>
              </a:rPr>
              <a:t>定义属性、全局设置、类型别名、插件、环境配置和映射器</a:t>
            </a:r>
            <a:r>
              <a:rPr lang="zh-CN" altLang="en-US" dirty="0">
                <a:solidFill>
                  <a:srgbClr val="595959"/>
                </a:solidFill>
                <a:latin typeface="微软雅黑" panose="020B0503020204020204" pitchFamily="34" charset="-122"/>
                <a:ea typeface="微软雅黑" panose="020B0503020204020204" pitchFamily="34" charset="-122"/>
                <a:sym typeface="+mn-ea"/>
              </a:rPr>
              <a:t>的信息</a:t>
            </a:r>
            <a:endParaRPr lang="zh-CN" altLang="en-US" dirty="0">
              <a:solidFill>
                <a:srgbClr val="595959"/>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054735" y="915035"/>
            <a:ext cx="10338435" cy="922020"/>
          </a:xfrm>
          <a:prstGeom prst="rect">
            <a:avLst/>
          </a:prstGeom>
          <a:noFill/>
          <a:ln w="9525">
            <a:noFill/>
          </a:ln>
        </p:spPr>
        <p:txBody>
          <a:bodyPr wrap="square">
            <a:spAutoFit/>
          </a:bodyPr>
          <a:p>
            <a:pPr algn="just">
              <a:lnSpc>
                <a:spcPct val="150000"/>
              </a:lnSpc>
              <a:buClrTx/>
              <a:buSzTx/>
              <a:buFontTx/>
            </a:pPr>
            <a:r>
              <a:rPr lang="zh-CN" altLang="zh-CN" sz="1800" b="0" dirty="0">
                <a:solidFill>
                  <a:srgbClr val="595959"/>
                </a:solidFill>
                <a:latin typeface="微软雅黑" panose="020B0503020204020204" pitchFamily="34" charset="-122"/>
                <a:ea typeface="微软雅黑" panose="020B0503020204020204" pitchFamily="34" charset="-122"/>
              </a:rPr>
              <a:t>MyBatis的配置信息可以以多种方式定义，其中最常见的是使用</a:t>
            </a:r>
            <a:r>
              <a:rPr lang="zh-CN" altLang="en-US" sz="1800" b="0" dirty="0">
                <a:solidFill>
                  <a:srgbClr val="1369B2"/>
                </a:solidFill>
                <a:latin typeface="微软雅黑" panose="020B0503020204020204" pitchFamily="34" charset="-122"/>
                <a:ea typeface="微软雅黑" panose="020B0503020204020204" pitchFamily="34" charset="-122"/>
                <a:cs typeface="+mn-ea"/>
              </a:rPr>
              <a:t>XML格式的配置文件</a:t>
            </a:r>
            <a:r>
              <a:rPr lang="zh-CN" altLang="zh-CN" sz="1800" b="0" dirty="0">
                <a:solidFill>
                  <a:srgbClr val="595959"/>
                </a:solidFill>
                <a:latin typeface="微软雅黑" panose="020B0503020204020204" pitchFamily="34" charset="-122"/>
                <a:ea typeface="微软雅黑" panose="020B0503020204020204" pitchFamily="34" charset="-122"/>
              </a:rPr>
              <a:t>，这种方式能够清晰地组织配置信息，并且易于阅读和维护，MyBatis</a:t>
            </a:r>
            <a:r>
              <a:rPr lang="zh-CN" altLang="en-US" sz="1800" b="0" dirty="0">
                <a:solidFill>
                  <a:srgbClr val="1369B2"/>
                </a:solidFill>
                <a:latin typeface="微软雅黑" panose="020B0503020204020204" pitchFamily="34" charset="-122"/>
                <a:ea typeface="微软雅黑" panose="020B0503020204020204" pitchFamily="34" charset="-122"/>
                <a:cs typeface="+mn-ea"/>
              </a:rPr>
              <a:t>核心配置文件</a:t>
            </a:r>
            <a:r>
              <a:rPr lang="zh-CN" altLang="zh-CN" sz="1800" b="0" dirty="0">
                <a:solidFill>
                  <a:srgbClr val="595959"/>
                </a:solidFill>
                <a:latin typeface="微软雅黑" panose="020B0503020204020204" pitchFamily="34" charset="-122"/>
                <a:ea typeface="微软雅黑" panose="020B0503020204020204" pitchFamily="34" charset="-122"/>
              </a:rPr>
              <a:t>的主要</a:t>
            </a:r>
            <a:r>
              <a:rPr lang="zh-CN" altLang="en-US" sz="1800" b="0" dirty="0">
                <a:solidFill>
                  <a:srgbClr val="1369B2"/>
                </a:solidFill>
                <a:latin typeface="微软雅黑" panose="020B0503020204020204" pitchFamily="34" charset="-122"/>
                <a:ea typeface="微软雅黑" panose="020B0503020204020204" pitchFamily="34" charset="-122"/>
                <a:cs typeface="+mn-ea"/>
              </a:rPr>
              <a:t>标签</a:t>
            </a:r>
            <a:r>
              <a:rPr lang="zh-CN" altLang="zh-CN" sz="1800" b="0" dirty="0">
                <a:solidFill>
                  <a:srgbClr val="595959"/>
                </a:solidFill>
                <a:latin typeface="微软雅黑" panose="020B0503020204020204" pitchFamily="34" charset="-122"/>
                <a:ea typeface="微软雅黑" panose="020B0503020204020204" pitchFamily="34" charset="-122"/>
              </a:rPr>
              <a:t>如下所示。</a:t>
            </a:r>
            <a:endParaRPr lang="zh-CN" altLang="zh-CN" sz="1800" b="0" dirty="0">
              <a:solidFill>
                <a:srgbClr val="595959"/>
              </a:solidFill>
              <a:latin typeface="微软雅黑" panose="020B0503020204020204" pitchFamily="34" charset="-122"/>
              <a:ea typeface="微软雅黑" panose="020B0503020204020204" pitchFamily="34" charset="-122"/>
            </a:endParaRPr>
          </a:p>
        </p:txBody>
      </p:sp>
      <p:pic>
        <p:nvPicPr>
          <p:cNvPr id="2" name="图片 -2147482295"/>
          <p:cNvPicPr>
            <a:picLocks noChangeAspect="1"/>
          </p:cNvPicPr>
          <p:nvPr/>
        </p:nvPicPr>
        <p:blipFill>
          <a:blip r:embed="rId1"/>
          <a:stretch>
            <a:fillRect/>
          </a:stretch>
        </p:blipFill>
        <p:spPr>
          <a:xfrm>
            <a:off x="2206625" y="1989455"/>
            <a:ext cx="7643495" cy="459613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1054735" y="1489075"/>
            <a:ext cx="10338435" cy="1938020"/>
          </a:xfrm>
          <a:prstGeom prst="rect">
            <a:avLst/>
          </a:prstGeom>
          <a:noFill/>
          <a:ln w="9525">
            <a:noFill/>
          </a:ln>
        </p:spPr>
        <p:txBody>
          <a:bodyPr wrap="square">
            <a:spAutoFit/>
          </a:bodyPr>
          <a:p>
            <a:pPr algn="just">
              <a:lnSpc>
                <a:spcPct val="150000"/>
              </a:lnSpc>
              <a:buClrTx/>
              <a:buSzTx/>
              <a:buFontTx/>
            </a:pPr>
            <a:r>
              <a:rPr lang="zh-CN" altLang="en-US" sz="2000" b="0" dirty="0">
                <a:solidFill>
                  <a:srgbClr val="1369B2"/>
                </a:solidFill>
                <a:latin typeface="微软雅黑" panose="020B0503020204020204" pitchFamily="34" charset="-122"/>
                <a:ea typeface="微软雅黑" panose="020B0503020204020204" pitchFamily="34" charset="-122"/>
                <a:cs typeface="+mn-ea"/>
              </a:rPr>
              <a:t>&lt;configuration&gt;标签</a:t>
            </a:r>
            <a:r>
              <a:rPr lang="zh-CN" altLang="zh-CN" sz="2000" b="0" dirty="0">
                <a:solidFill>
                  <a:srgbClr val="595959"/>
                </a:solidFill>
                <a:latin typeface="微软雅黑" panose="020B0503020204020204" pitchFamily="34" charset="-122"/>
                <a:ea typeface="微软雅黑" panose="020B0503020204020204" pitchFamily="34" charset="-122"/>
              </a:rPr>
              <a:t>是MyBatis</a:t>
            </a:r>
            <a:r>
              <a:rPr lang="zh-CN" altLang="en-US" sz="2000" b="0" dirty="0">
                <a:solidFill>
                  <a:srgbClr val="1369B2"/>
                </a:solidFill>
                <a:latin typeface="微软雅黑" panose="020B0503020204020204" pitchFamily="34" charset="-122"/>
                <a:ea typeface="微软雅黑" panose="020B0503020204020204" pitchFamily="34" charset="-122"/>
                <a:cs typeface="+mn-ea"/>
              </a:rPr>
              <a:t>核心配置文件的根标签</a:t>
            </a:r>
            <a:r>
              <a:rPr lang="zh-CN" altLang="zh-CN" sz="2000" b="0" dirty="0">
                <a:solidFill>
                  <a:srgbClr val="595959"/>
                </a:solidFill>
                <a:latin typeface="微软雅黑" panose="020B0503020204020204" pitchFamily="34" charset="-122"/>
                <a:ea typeface="微软雅黑" panose="020B0503020204020204" pitchFamily="34" charset="-122"/>
              </a:rPr>
              <a:t>，MyBatis核心配置文件通过&lt;configuration&gt;标签将所有的配置信息组织起来，在这个</a:t>
            </a:r>
            <a:r>
              <a:rPr lang="zh-CN" altLang="en-US" sz="2000" b="0" dirty="0">
                <a:solidFill>
                  <a:srgbClr val="1369B2"/>
                </a:solidFill>
                <a:latin typeface="微软雅黑" panose="020B0503020204020204" pitchFamily="34" charset="-122"/>
                <a:ea typeface="微软雅黑" panose="020B0503020204020204" pitchFamily="34" charset="-122"/>
                <a:cs typeface="+mn-ea"/>
              </a:rPr>
              <a:t>标签内部</a:t>
            </a:r>
            <a:r>
              <a:rPr lang="zh-CN" altLang="zh-CN" sz="2000" b="0" dirty="0">
                <a:solidFill>
                  <a:srgbClr val="595959"/>
                </a:solidFill>
                <a:latin typeface="微软雅黑" panose="020B0503020204020204" pitchFamily="34" charset="-122"/>
                <a:ea typeface="微软雅黑" panose="020B0503020204020204" pitchFamily="34" charset="-122"/>
              </a:rPr>
              <a:t>，可以定义各种</a:t>
            </a:r>
            <a:r>
              <a:rPr lang="zh-CN" altLang="en-US" sz="2000" b="0" dirty="0">
                <a:solidFill>
                  <a:srgbClr val="1369B2"/>
                </a:solidFill>
                <a:latin typeface="微软雅黑" panose="020B0503020204020204" pitchFamily="34" charset="-122"/>
                <a:ea typeface="微软雅黑" panose="020B0503020204020204" pitchFamily="34" charset="-122"/>
                <a:cs typeface="+mn-ea"/>
              </a:rPr>
              <a:t>配置项</a:t>
            </a:r>
            <a:r>
              <a:rPr lang="zh-CN" altLang="zh-CN" sz="2000" b="0" dirty="0">
                <a:solidFill>
                  <a:srgbClr val="595959"/>
                </a:solidFill>
                <a:latin typeface="微软雅黑" panose="020B0503020204020204" pitchFamily="34" charset="-122"/>
                <a:ea typeface="微软雅黑" panose="020B0503020204020204" pitchFamily="34" charset="-122"/>
              </a:rPr>
              <a:t>，包括</a:t>
            </a:r>
            <a:r>
              <a:rPr lang="zh-CN" altLang="en-US" sz="2000" b="0" dirty="0">
                <a:solidFill>
                  <a:srgbClr val="1369B2"/>
                </a:solidFill>
                <a:latin typeface="微软雅黑" panose="020B0503020204020204" pitchFamily="34" charset="-122"/>
                <a:ea typeface="微软雅黑" panose="020B0503020204020204" pitchFamily="34" charset="-122"/>
                <a:cs typeface="+mn-ea"/>
              </a:rPr>
              <a:t>属性、全局设置、类型别名、插件、环境配置和映射器</a:t>
            </a:r>
            <a:r>
              <a:rPr lang="zh-CN" altLang="zh-CN" sz="2000" b="0" dirty="0">
                <a:solidFill>
                  <a:srgbClr val="595959"/>
                </a:solidFill>
                <a:latin typeface="微软雅黑" panose="020B0503020204020204" pitchFamily="34" charset="-122"/>
                <a:ea typeface="微软雅黑" panose="020B0503020204020204" pitchFamily="34" charset="-122"/>
              </a:rPr>
              <a:t>等。下面对MyBatis核心配置文件中其他的主要标签进行说明。</a:t>
            </a:r>
            <a:endParaRPr lang="zh-CN" altLang="zh-CN" sz="2000" b="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1.&lt;properties&gt;标签</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2098675"/>
            <a:ext cx="10295890" cy="1476375"/>
          </a:xfrm>
          <a:prstGeom prst="rect">
            <a:avLst/>
          </a:prstGeom>
          <a:noFill/>
          <a:ln w="9525">
            <a:noFill/>
          </a:ln>
        </p:spPr>
        <p:txBody>
          <a:bodyPr wrap="square">
            <a:spAutoFit/>
          </a:bodyPr>
          <a:p>
            <a:pPr algn="l">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&lt;properties&gt;标签</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定义属性</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，在该标签中定义的属性可以在核心配置文件中的其他地方通过</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${属性名}</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的方式引用这些属性，定义属性的方式有</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读取外部属性文件</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直接定义属性键值对</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两种方式。</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993775" y="1165860"/>
            <a:ext cx="10295890" cy="92202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（1）读取外部属性文件</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例如在config文件夹下有属性文件db.properties ，文件中的内容如下。</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矩形 6"/>
          <p:cNvSpPr/>
          <p:nvPr>
            <p:custDataLst>
              <p:tags r:id="rId3"/>
            </p:custDataLst>
          </p:nvPr>
        </p:nvSpPr>
        <p:spPr>
          <a:xfrm>
            <a:off x="967740" y="2118995"/>
            <a:ext cx="10191750" cy="18370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8" name="矩形 7"/>
          <p:cNvSpPr/>
          <p:nvPr>
            <p:custDataLst>
              <p:tags r:id="rId4"/>
            </p:custDataLst>
          </p:nvPr>
        </p:nvSpPr>
        <p:spPr>
          <a:xfrm>
            <a:off x="1489710" y="2151380"/>
            <a:ext cx="9897745" cy="1848485"/>
          </a:xfrm>
          <a:prstGeom prst="rect">
            <a:avLst/>
          </a:prstGeom>
        </p:spPr>
        <p:txBody>
          <a:bodyPr wrap="square">
            <a:noAutofit/>
          </a:bodyPr>
          <a:p>
            <a:pPr algn="l">
              <a:lnSpc>
                <a:spcPct val="150000"/>
              </a:lnSpc>
              <a:defRPr/>
            </a:pPr>
            <a:r>
              <a:rPr sz="1800">
                <a:latin typeface="Courier New" panose="02070409020205090404" pitchFamily="49" charset="0"/>
                <a:sym typeface="+mn-ea"/>
              </a:rPr>
              <a:t>db.driver=com.mysql.cj.jdbc.Driver  </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db.url=jdbc:mysql://localhost:3306/mydatabase  </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db.username=root  </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db.password=secret</a:t>
            </a:r>
            <a:endParaRPr sz="1800">
              <a:latin typeface="Courier New" panose="02070409020205090404" pitchFamily="49" charset="0"/>
              <a:sym typeface="+mn-ea"/>
            </a:endParaRPr>
          </a:p>
        </p:txBody>
      </p:sp>
      <p:sp>
        <p:nvSpPr>
          <p:cNvPr id="5" name="文本框 4"/>
          <p:cNvSpPr txBox="1"/>
          <p:nvPr>
            <p:custDataLst>
              <p:tags r:id="rId5"/>
            </p:custDataLst>
          </p:nvPr>
        </p:nvSpPr>
        <p:spPr>
          <a:xfrm>
            <a:off x="977265" y="4019550"/>
            <a:ext cx="10295890" cy="922020"/>
          </a:xfrm>
          <a:prstGeom prst="rect">
            <a:avLst/>
          </a:prstGeom>
          <a:noFill/>
          <a:ln w="9525">
            <a:noFill/>
          </a:ln>
        </p:spPr>
        <p:txBody>
          <a:bodyPr wrap="square">
            <a:spAutoFit/>
          </a:bodyPr>
          <a:p>
            <a:pPr algn="l">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&lt;properties&gt;标签</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可以通过</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resource或 url属性</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读取指定位置的外部属性文件，MyBatis启动时会加载该文件，并将其中的属性作为配置的一部分。示例如下。</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custDataLst>
              <p:tags r:id="rId6"/>
            </p:custDataLst>
          </p:nvPr>
        </p:nvSpPr>
        <p:spPr>
          <a:xfrm>
            <a:off x="951230" y="5044440"/>
            <a:ext cx="10191750" cy="721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10" name="矩形 9"/>
          <p:cNvSpPr/>
          <p:nvPr>
            <p:custDataLst>
              <p:tags r:id="rId7"/>
            </p:custDataLst>
          </p:nvPr>
        </p:nvSpPr>
        <p:spPr>
          <a:xfrm>
            <a:off x="1473200" y="5076825"/>
            <a:ext cx="9897745" cy="691515"/>
          </a:xfrm>
          <a:prstGeom prst="rect">
            <a:avLst/>
          </a:prstGeom>
        </p:spPr>
        <p:txBody>
          <a:bodyPr wrap="square">
            <a:noAutofit/>
          </a:bodyPr>
          <a:p>
            <a:pPr algn="l">
              <a:lnSpc>
                <a:spcPct val="150000"/>
              </a:lnSpc>
              <a:defRPr/>
            </a:pPr>
            <a:r>
              <a:rPr sz="1800">
                <a:latin typeface="Courier New" panose="02070409020205090404" pitchFamily="49" charset="0"/>
                <a:sym typeface="+mn-ea"/>
              </a:rPr>
              <a:t>&lt;properties resource="config/db.properties"/&gt;</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993775" y="950595"/>
            <a:ext cx="10295890" cy="92202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（2）直接在 &lt;properties&gt; 标签内定义</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&lt;properties&gt; 标签</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内使用 </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&lt;property&gt; 子标签</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可以定义对应的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属性</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。示例如下。</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矩形 6"/>
          <p:cNvSpPr/>
          <p:nvPr>
            <p:custDataLst>
              <p:tags r:id="rId3"/>
            </p:custDataLst>
          </p:nvPr>
        </p:nvSpPr>
        <p:spPr>
          <a:xfrm>
            <a:off x="967740" y="1903730"/>
            <a:ext cx="10191750" cy="18370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8" name="矩形 7"/>
          <p:cNvSpPr/>
          <p:nvPr>
            <p:custDataLst>
              <p:tags r:id="rId4"/>
            </p:custDataLst>
          </p:nvPr>
        </p:nvSpPr>
        <p:spPr>
          <a:xfrm>
            <a:off x="987425" y="1936115"/>
            <a:ext cx="10380980" cy="1848485"/>
          </a:xfrm>
          <a:prstGeom prst="rect">
            <a:avLst/>
          </a:prstGeom>
        </p:spPr>
        <p:txBody>
          <a:bodyPr wrap="square">
            <a:noAutofit/>
          </a:bodyPr>
          <a:p>
            <a:pPr algn="l">
              <a:lnSpc>
                <a:spcPct val="100000"/>
              </a:lnSpc>
              <a:defRPr/>
            </a:pPr>
            <a:r>
              <a:rPr sz="1800">
                <a:latin typeface="Courier New" panose="02070409020205090404" pitchFamily="49" charset="0"/>
                <a:sym typeface="+mn-ea"/>
              </a:rPr>
              <a:t>&lt;properties&gt;  </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&lt;property name="db.driver" value="com.mysql.cj.jdbc.Driver"/&gt;  </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&lt;property name="db.url" value="jdbc:mysql://localhost:3306/mybatis"/&gt;  </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&lt;property name="db.username" value="root"/&gt;  </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&lt;property name="db.password" value="root"/&gt;  </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&lt;/properties&gt;</a:t>
            </a:r>
            <a:endParaRPr sz="1800">
              <a:latin typeface="Courier New" panose="02070409020205090404" pitchFamily="49" charset="0"/>
              <a:sym typeface="+mn-ea"/>
            </a:endParaRPr>
          </a:p>
        </p:txBody>
      </p:sp>
      <p:sp>
        <p:nvSpPr>
          <p:cNvPr id="5" name="文本框 4"/>
          <p:cNvSpPr txBox="1"/>
          <p:nvPr>
            <p:custDataLst>
              <p:tags r:id="rId5"/>
            </p:custDataLst>
          </p:nvPr>
        </p:nvSpPr>
        <p:spPr>
          <a:xfrm>
            <a:off x="977265" y="3732530"/>
            <a:ext cx="10295890" cy="1337945"/>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直接在 &lt;properties&gt; </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标签内</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定义的属性</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优先</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级</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高于</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外部属性文件中读取到的属性</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。如果两者都存在相同的属性名，那么在核心配置文件中直接定义的属性会覆盖外部属性文件中的属性。</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 MyBatis 的核心配置文件中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引用定义的属性</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示例如下。</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custDataLst>
              <p:tags r:id="rId6"/>
            </p:custDataLst>
          </p:nvPr>
        </p:nvSpPr>
        <p:spPr>
          <a:xfrm>
            <a:off x="951230" y="5044440"/>
            <a:ext cx="10191750" cy="175641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10" name="矩形 9"/>
          <p:cNvSpPr/>
          <p:nvPr>
            <p:custDataLst>
              <p:tags r:id="rId7"/>
            </p:custDataLst>
          </p:nvPr>
        </p:nvSpPr>
        <p:spPr>
          <a:xfrm>
            <a:off x="1186180" y="5076825"/>
            <a:ext cx="9897745" cy="1848485"/>
          </a:xfrm>
          <a:prstGeom prst="rect">
            <a:avLst/>
          </a:prstGeom>
        </p:spPr>
        <p:txBody>
          <a:bodyPr wrap="square">
            <a:noAutofit/>
          </a:bodyPr>
          <a:p>
            <a:pPr algn="l">
              <a:lnSpc>
                <a:spcPct val="100000"/>
              </a:lnSpc>
              <a:defRPr/>
            </a:pPr>
            <a:r>
              <a:rPr sz="1800">
                <a:latin typeface="Courier New" panose="02070409020205090404" pitchFamily="49" charset="0"/>
                <a:sym typeface="+mn-ea"/>
              </a:rPr>
              <a:t>&lt;dataSource type="POOLED"&gt;  </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&lt;property name="driver" value="${db.driver}"/&gt;  </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&lt;property name="url" value="${db.url}"/&gt;  </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&lt;property name="username" value="${db.username}"/&gt;  </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&lt;property name="password" value="${db.password}"/&gt;  </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&lt;/dataSource&gt;</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2.&lt;settings&gt;标签</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4246245"/>
          </a:xfrm>
          <a:prstGeom prst="rect">
            <a:avLst/>
          </a:prstGeom>
          <a:noFill/>
          <a:ln w="9525">
            <a:noFill/>
          </a:ln>
        </p:spPr>
        <p:txBody>
          <a:bodyPr wrap="square">
            <a:spAutoFit/>
          </a:bodyPr>
          <a:p>
            <a:pPr algn="l">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&lt;settings&gt;标签</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用于配置MyBatis的</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运行时行为</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，通常用于设置</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全局性的参数</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，例如缓存设置、日志实现、延迟加载等。</a:t>
            </a:r>
            <a:r>
              <a:rPr lang="en-US" alt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&lt;settings&gt;</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标签内可以包含多个</a:t>
            </a:r>
            <a:r>
              <a:rPr lang="en-US" alt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&lt;setting&gt;</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标签，每个</a:t>
            </a:r>
            <a:r>
              <a:rPr lang="en-US" alt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&lt;setting&gt;</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标签用于定义了一个具体的配置项，</a:t>
            </a:r>
            <a:r>
              <a:rPr lang="en-US" alt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&lt;setting&gt;</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标签中常见的配置项如下</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（1）cacheEnabled</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cacheEnabled</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用于设置</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是否启用MyBatis的二级缓存</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。当设置为true时，MyBatis会启用二级缓存，这有助于提高查询性能，尤其是在重复查询相同数据时。默认为true</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（2）lazyLoadingEnabled</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lazyLoadingEnabled</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用于设置</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是否启用延迟加载</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。当设置为true时，关联对象的数据加载会被延迟，直到实际使用时才进行加载。这有助于减少不必要的数据库访问，提高性能。</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993775" y="1165860"/>
            <a:ext cx="10295890" cy="3784600"/>
          </a:xfrm>
          <a:prstGeom prst="rect">
            <a:avLst/>
          </a:prstGeom>
          <a:noFill/>
          <a:ln w="9525">
            <a:noFill/>
          </a:ln>
        </p:spPr>
        <p:txBody>
          <a:bodyPr wrap="square">
            <a:spAutoFit/>
          </a:bodyPr>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（3）multipleResultSetsEnabled</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multipleResultSetsEnabled</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用于设置</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是否允许从单一的语句返回多个结果集</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，其默认值为true。当设置为true时，MyBatis支持从单个SQL语句中返回多个结果集。</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（4）useColumnLabel</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useColumnLabel</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用于设置</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是否</a:t>
            </a:r>
            <a:r>
              <a:rPr lang="zh-CN" altLang="en-US"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使用列标签代替列名</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，其默认值为true。</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（5）useGeneratedKeys</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useGeneratedKeys</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用于设置</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是否要在插入操作后返回生成的主键</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，需要注意的是，useGeneratedKeys只针对insert语句生效。</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993775" y="1165860"/>
            <a:ext cx="10295890" cy="5631180"/>
          </a:xfrm>
          <a:prstGeom prst="rect">
            <a:avLst/>
          </a:prstGeom>
          <a:noFill/>
          <a:ln w="9525">
            <a:noFill/>
          </a:ln>
        </p:spPr>
        <p:txBody>
          <a:bodyPr wrap="square">
            <a:spAutoFit/>
          </a:bodyPr>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（6）autoMappingBehavior</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autoMappingBehavior</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用于设置MyBatis</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如何自动映射列到字段或属性</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，其可选值有NONE、PARTIAL和FULL，分别表示不自动映射、仅自动映射没有定义嵌套结果集映射的列，以及自动映射所有列。</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（7）mapUnderscoreToCamelCase</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mapUnderscoreToCamelCase</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用于设置</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是否将数据库中的下划线命名自动映射为Java中的驼峰命名</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。例如，当值设置为</a:t>
            </a:r>
            <a:r>
              <a:rPr lang="en-US" alt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true</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时，数据库中的user_name列将被映射为Java对象中的userName属性。</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（8）logImpl</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logImpl</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用于指定MyBatis使用的</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日志记录实现</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，根据项目所使用的日志框架选择合适的值，其常见的值有</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SLF4J、LOG4J、JDK_LOGGING、STDOUT_LOGGING</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，前三者依次表示通过Log4j框架、SLF4J框架、JDK自带的日志框架作为日志记录实现。</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993775" y="1309370"/>
            <a:ext cx="10295890" cy="553085"/>
          </a:xfrm>
          <a:prstGeom prst="rect">
            <a:avLst/>
          </a:prstGeom>
          <a:noFill/>
          <a:ln w="9525">
            <a:noFill/>
          </a:ln>
        </p:spPr>
        <p:txBody>
          <a:bodyPr wrap="square">
            <a:spAutoFit/>
          </a:bodyPr>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下面通过示例演示</a:t>
            </a:r>
            <a:r>
              <a:rPr lang="en-US" altLang="zh-CN"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MyBatis</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核心配置文件中的配置。</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图片 11" descr="图片包含 形状&#10;&#10;描述已自动生成"/>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1884980" y="3192603"/>
            <a:ext cx="2232248" cy="2232248"/>
          </a:xfrm>
          <a:prstGeom prst="rect">
            <a:avLst/>
          </a:prstGeom>
        </p:spPr>
      </p:pic>
      <p:grpSp>
        <p:nvGrpSpPr>
          <p:cNvPr id="10" name="组合 9"/>
          <p:cNvGrpSpPr/>
          <p:nvPr/>
        </p:nvGrpSpPr>
        <p:grpSpPr>
          <a:xfrm>
            <a:off x="5388978" y="330147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827203" y="4317477"/>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lang="zh-CN" sz="1800">
                    <a:sym typeface="+mn-ea"/>
                    <a:hlinkClick r:id="rId6"/>
                  </a:rPr>
                  <a:t>核心配置文件的</a:t>
                </a:r>
                <a:r>
                  <a:rPr sz="1800">
                    <a:sym typeface="+mn-ea"/>
                    <a:hlinkClick r:id="rId6"/>
                  </a:rPr>
                  <a:t>配置</a:t>
                </a:r>
                <a:r>
                  <a:rPr lang="zh-CN" sz="1800">
                    <a:sym typeface="+mn-ea"/>
                    <a:hlinkClick r:id="rId6"/>
                  </a:rPr>
                  <a:t>示例</a:t>
                </a:r>
                <a:endParaRPr lang="zh-CN" sz="1800">
                  <a:sym typeface="+mn-ea"/>
                </a:endParaRPr>
              </a:p>
            </p:txBody>
          </p:sp>
          <p:sp>
            <p:nvSpPr>
              <p:cNvPr id="17" name="圆角矩形 16"/>
              <p:cNvSpPr/>
              <p:nvPr>
                <p:custDataLst>
                  <p:tags r:id="rId7"/>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8"/>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3.&lt;typeAliases&gt;标签</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2861310"/>
          </a:xfrm>
          <a:prstGeom prst="rect">
            <a:avLst/>
          </a:prstGeom>
          <a:noFill/>
          <a:ln w="9525">
            <a:noFill/>
          </a:ln>
        </p:spPr>
        <p:txBody>
          <a:bodyPr wrap="square">
            <a:spAutoFit/>
          </a:bodyPr>
          <a:p>
            <a:pPr algn="l">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&lt;typeAliases&gt;标签</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用于定义</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类型的别名</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，以简化XML映射文件中类型的引用。类型别名通常用于</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代替</a:t>
            </a:r>
            <a:r>
              <a:rPr lang="zh-CN" altLang="it-IT"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类的</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全限定名</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，以便在映射文件中使用这些别名代替类的全限定名，使得映射文件中的</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配置</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更加</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简洁易读</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。在MyBatis的核心配置文件中，可以在&lt;typeAliases&gt;标签通过</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&lt;typeAlias&gt;标签和&lt;package&gt;标签</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两种方式</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定义类型的别名</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（1）使用&lt;typeAlias&gt;标签定义别名</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通过</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&lt;typeAlias&gt;标签</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，开发者可以为</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指定</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Java类型定义别名</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，示例如下。</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custDataLst>
              <p:tags r:id="rId5"/>
            </p:custDataLst>
          </p:nvPr>
        </p:nvSpPr>
        <p:spPr>
          <a:xfrm>
            <a:off x="951230" y="4829175"/>
            <a:ext cx="10191750" cy="1752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10" name="矩形 9"/>
          <p:cNvSpPr/>
          <p:nvPr>
            <p:custDataLst>
              <p:tags r:id="rId6"/>
            </p:custDataLst>
          </p:nvPr>
        </p:nvSpPr>
        <p:spPr>
          <a:xfrm>
            <a:off x="1473200" y="4861560"/>
            <a:ext cx="9897745" cy="1751965"/>
          </a:xfrm>
          <a:prstGeom prst="rect">
            <a:avLst/>
          </a:prstGeom>
        </p:spPr>
        <p:txBody>
          <a:bodyPr wrap="square">
            <a:noAutofit/>
          </a:bodyPr>
          <a:p>
            <a:pPr algn="l">
              <a:lnSpc>
                <a:spcPct val="150000"/>
              </a:lnSpc>
              <a:defRPr/>
            </a:pPr>
            <a:r>
              <a:rPr sz="1800">
                <a:latin typeface="Courier New" panose="02070409020205090404" pitchFamily="49" charset="0"/>
                <a:sym typeface="+mn-ea"/>
              </a:rPr>
              <a:t>&lt;typeAliases&gt;  </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&lt;typeAlias alias="User" type="com.itheima.domain.User"/&gt;  </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&lt;typeAlias alias="Order" type="com.itheima.domain.Order"/&gt;  </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&lt;/typeAliases&gt;</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993775" y="1237615"/>
            <a:ext cx="10295890" cy="1938020"/>
          </a:xfrm>
          <a:prstGeom prst="rect">
            <a:avLst/>
          </a:prstGeom>
          <a:noFill/>
          <a:ln w="9525">
            <a:noFill/>
          </a:ln>
        </p:spPr>
        <p:txBody>
          <a:bodyPr wrap="square">
            <a:spAutoFit/>
          </a:bodyPr>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（2）使用&lt;package&gt;标签定义别名</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在&lt;typeAliases&gt;标签下使用</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&lt;package&gt;标签</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可以</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指定一个包</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，MyBatis会自动扫描这个</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包下的所有类</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，并为它们</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创建别名</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。默认情况下，会将这些</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类名首字母小写</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后的名称作为别名，示例如下。</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custDataLst>
              <p:tags r:id="rId3"/>
            </p:custDataLst>
          </p:nvPr>
        </p:nvSpPr>
        <p:spPr>
          <a:xfrm>
            <a:off x="951230" y="3250565"/>
            <a:ext cx="10191750" cy="1752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10" name="矩形 9"/>
          <p:cNvSpPr/>
          <p:nvPr>
            <p:custDataLst>
              <p:tags r:id="rId4"/>
            </p:custDataLst>
          </p:nvPr>
        </p:nvSpPr>
        <p:spPr>
          <a:xfrm>
            <a:off x="1473200" y="3282950"/>
            <a:ext cx="9897745" cy="1751965"/>
          </a:xfrm>
          <a:prstGeom prst="rect">
            <a:avLst/>
          </a:prstGeom>
        </p:spPr>
        <p:txBody>
          <a:bodyPr wrap="square">
            <a:noAutofit/>
          </a:bodyPr>
          <a:p>
            <a:pPr algn="l">
              <a:lnSpc>
                <a:spcPct val="150000"/>
              </a:lnSpc>
              <a:defRPr/>
            </a:pPr>
            <a:r>
              <a:rPr sz="1800">
                <a:latin typeface="Courier New" panose="02070409020205090404" pitchFamily="49" charset="0"/>
                <a:sym typeface="+mn-ea"/>
              </a:rPr>
              <a:t>&lt;typeAliases&gt;  </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&lt;package name="com.itheima.domain"/&gt;  </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&lt;/typeAliases&gt;</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993775" y="1022350"/>
            <a:ext cx="10295890" cy="1014730"/>
          </a:xfrm>
          <a:prstGeom prst="rect">
            <a:avLst/>
          </a:prstGeom>
          <a:noFill/>
          <a:ln w="9525">
            <a:noFill/>
          </a:ln>
        </p:spPr>
        <p:txBody>
          <a:bodyPr wrap="square">
            <a:spAutoFit/>
          </a:bodyPr>
          <a:p>
            <a:pPr>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除了可以使用&lt;typeAliases&gt;标签为实体类定义别名外，</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MyBatis框架</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还为常见的Java类型提供了相应的</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默认别名</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，MyBatis默认的常见Java类型的别名如下所示。</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表格 4"/>
          <p:cNvGraphicFramePr/>
          <p:nvPr>
            <p:custDataLst>
              <p:tags r:id="rId3"/>
            </p:custDataLst>
          </p:nvPr>
        </p:nvGraphicFramePr>
        <p:xfrm>
          <a:off x="3482975" y="2169795"/>
          <a:ext cx="5234305" cy="4191000"/>
        </p:xfrm>
        <a:graphic>
          <a:graphicData uri="http://schemas.openxmlformats.org/drawingml/2006/table">
            <a:tbl>
              <a:tblPr/>
              <a:tblGrid>
                <a:gridCol w="2761615"/>
                <a:gridCol w="2472690"/>
              </a:tblGrid>
              <a:tr h="419100">
                <a:tc>
                  <a:txBody>
                    <a:bodyPr/>
                    <a:p>
                      <a:pPr indent="0" algn="ctr">
                        <a:buNone/>
                      </a:pPr>
                      <a:r>
                        <a:rPr lang="en-US" sz="1800" b="1">
                          <a:latin typeface="微软雅黑" panose="020B0503020204020204" pitchFamily="34" charset="-122"/>
                          <a:ea typeface="微软雅黑" panose="020B0503020204020204" pitchFamily="34" charset="-122"/>
                          <a:cs typeface="微软雅黑" panose="020B0503020204020204" pitchFamily="34" charset="-122"/>
                        </a:rPr>
                        <a:t>Java类型</a:t>
                      </a:r>
                      <a:endParaRPr lang="en-US" altLang="en-US" sz="1800" b="1">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默认别名</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19100">
                <a:tc>
                  <a:txBody>
                    <a:bodyPr/>
                    <a:p>
                      <a:pPr indent="0" algn="ctr">
                        <a:buNone/>
                      </a:pPr>
                      <a:r>
                        <a:rPr lang="en-US" sz="1800" b="0">
                          <a:latin typeface="微软雅黑" panose="020B0503020204020204" pitchFamily="34" charset="-122"/>
                          <a:ea typeface="微软雅黑" panose="020B0503020204020204" pitchFamily="34" charset="-122"/>
                          <a:cs typeface="宋体" pitchFamily="2" charset="-122"/>
                        </a:rPr>
                        <a:t>byte</a:t>
                      </a:r>
                      <a:endParaRPr lang="en-US" alt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0">
                          <a:latin typeface="微软雅黑" panose="020B0503020204020204" pitchFamily="34" charset="-122"/>
                          <a:ea typeface="微软雅黑" panose="020B0503020204020204" pitchFamily="34" charset="-122"/>
                          <a:cs typeface="宋体" pitchFamily="2" charset="-122"/>
                        </a:rPr>
                        <a:t>_byte</a:t>
                      </a:r>
                      <a:endParaRPr lang="en-US" alt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19100">
                <a:tc>
                  <a:txBody>
                    <a:bodyPr/>
                    <a:p>
                      <a:pPr indent="0" algn="ctr">
                        <a:buNone/>
                      </a:pPr>
                      <a:r>
                        <a:rPr lang="en-US" sz="1800" b="0">
                          <a:latin typeface="微软雅黑" panose="020B0503020204020204" pitchFamily="34" charset="-122"/>
                          <a:ea typeface="微软雅黑" panose="020B0503020204020204" pitchFamily="34" charset="-122"/>
                          <a:cs typeface="宋体" pitchFamily="2" charset="-122"/>
                        </a:rPr>
                        <a:t>long</a:t>
                      </a:r>
                      <a:endParaRPr lang="en-US" alt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0">
                          <a:latin typeface="微软雅黑" panose="020B0503020204020204" pitchFamily="34" charset="-122"/>
                          <a:ea typeface="微软雅黑" panose="020B0503020204020204" pitchFamily="34" charset="-122"/>
                          <a:cs typeface="宋体" pitchFamily="2" charset="-122"/>
                        </a:rPr>
                        <a:t>_long</a:t>
                      </a:r>
                      <a:endParaRPr lang="en-US" alt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19100">
                <a:tc>
                  <a:txBody>
                    <a:bodyPr/>
                    <a:p>
                      <a:pPr indent="0" algn="ctr">
                        <a:buNone/>
                      </a:pPr>
                      <a:r>
                        <a:rPr lang="en-US" sz="1800" b="0">
                          <a:latin typeface="微软雅黑" panose="020B0503020204020204" pitchFamily="34" charset="-122"/>
                          <a:ea typeface="微软雅黑" panose="020B0503020204020204" pitchFamily="34" charset="-122"/>
                          <a:cs typeface="宋体" pitchFamily="2" charset="-122"/>
                        </a:rPr>
                        <a:t>short</a:t>
                      </a:r>
                      <a:endParaRPr lang="en-US" alt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0">
                          <a:latin typeface="微软雅黑" panose="020B0503020204020204" pitchFamily="34" charset="-122"/>
                          <a:ea typeface="微软雅黑" panose="020B0503020204020204" pitchFamily="34" charset="-122"/>
                          <a:cs typeface="宋体" pitchFamily="2" charset="-122"/>
                        </a:rPr>
                        <a:t>_short</a:t>
                      </a:r>
                      <a:endParaRPr lang="en-US" alt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19100">
                <a:tc>
                  <a:txBody>
                    <a:bodyPr/>
                    <a:p>
                      <a:pPr indent="0" algn="ctr">
                        <a:buNone/>
                      </a:pPr>
                      <a:r>
                        <a:rPr lang="en-US" sz="1800" b="0">
                          <a:latin typeface="微软雅黑" panose="020B0503020204020204" pitchFamily="34" charset="-122"/>
                          <a:ea typeface="微软雅黑" panose="020B0503020204020204" pitchFamily="34" charset="-122"/>
                          <a:cs typeface="宋体" pitchFamily="2" charset="-122"/>
                        </a:rPr>
                        <a:t>int</a:t>
                      </a:r>
                      <a:endParaRPr lang="en-US" alt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0">
                          <a:latin typeface="微软雅黑" panose="020B0503020204020204" pitchFamily="34" charset="-122"/>
                          <a:ea typeface="微软雅黑" panose="020B0503020204020204" pitchFamily="34" charset="-122"/>
                          <a:cs typeface="宋体" pitchFamily="2" charset="-122"/>
                        </a:rPr>
                        <a:t>_int</a:t>
                      </a:r>
                      <a:endParaRPr lang="en-US" alt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19100">
                <a:tc>
                  <a:txBody>
                    <a:bodyPr/>
                    <a:p>
                      <a:pPr indent="0" algn="ctr">
                        <a:buNone/>
                      </a:pPr>
                      <a:r>
                        <a:rPr lang="en-US" sz="1800" b="0">
                          <a:latin typeface="微软雅黑" panose="020B0503020204020204" pitchFamily="34" charset="-122"/>
                          <a:ea typeface="微软雅黑" panose="020B0503020204020204" pitchFamily="34" charset="-122"/>
                          <a:cs typeface="宋体" pitchFamily="2" charset="-122"/>
                        </a:rPr>
                        <a:t>double</a:t>
                      </a:r>
                      <a:endParaRPr lang="en-US" alt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0">
                          <a:latin typeface="微软雅黑" panose="020B0503020204020204" pitchFamily="34" charset="-122"/>
                          <a:ea typeface="微软雅黑" panose="020B0503020204020204" pitchFamily="34" charset="-122"/>
                          <a:cs typeface="宋体" pitchFamily="2" charset="-122"/>
                        </a:rPr>
                        <a:t>_double</a:t>
                      </a:r>
                      <a:endParaRPr lang="en-US" alt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19100">
                <a:tc>
                  <a:txBody>
                    <a:bodyPr/>
                    <a:p>
                      <a:pPr indent="0" algn="ctr">
                        <a:buNone/>
                      </a:pPr>
                      <a:r>
                        <a:rPr lang="en-US" sz="1800" b="0">
                          <a:latin typeface="微软雅黑" panose="020B0503020204020204" pitchFamily="34" charset="-122"/>
                          <a:ea typeface="微软雅黑" panose="020B0503020204020204" pitchFamily="34" charset="-122"/>
                          <a:cs typeface="宋体" pitchFamily="2" charset="-122"/>
                        </a:rPr>
                        <a:t>float</a:t>
                      </a:r>
                      <a:endParaRPr lang="en-US" alt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0">
                          <a:latin typeface="微软雅黑" panose="020B0503020204020204" pitchFamily="34" charset="-122"/>
                          <a:ea typeface="微软雅黑" panose="020B0503020204020204" pitchFamily="34" charset="-122"/>
                          <a:cs typeface="宋体" pitchFamily="2" charset="-122"/>
                        </a:rPr>
                        <a:t>_float</a:t>
                      </a:r>
                      <a:endParaRPr lang="en-US" alt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19100">
                <a:tc>
                  <a:txBody>
                    <a:bodyPr/>
                    <a:p>
                      <a:pPr indent="0" algn="ctr">
                        <a:buNone/>
                      </a:pPr>
                      <a:r>
                        <a:rPr lang="en-US" sz="1800" b="0">
                          <a:latin typeface="微软雅黑" panose="020B0503020204020204" pitchFamily="34" charset="-122"/>
                          <a:ea typeface="微软雅黑" panose="020B0503020204020204" pitchFamily="34" charset="-122"/>
                          <a:cs typeface="宋体" pitchFamily="2" charset="-122"/>
                        </a:rPr>
                        <a:t>boolean</a:t>
                      </a:r>
                      <a:endParaRPr lang="en-US" alt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0">
                          <a:latin typeface="微软雅黑" panose="020B0503020204020204" pitchFamily="34" charset="-122"/>
                          <a:ea typeface="微软雅黑" panose="020B0503020204020204" pitchFamily="34" charset="-122"/>
                          <a:cs typeface="宋体" pitchFamily="2" charset="-122"/>
                        </a:rPr>
                        <a:t>_boolean</a:t>
                      </a:r>
                      <a:endParaRPr lang="en-US" alt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19100">
                <a:tc>
                  <a:txBody>
                    <a:bodyPr/>
                    <a:p>
                      <a:pPr indent="0" algn="ctr">
                        <a:buNone/>
                      </a:pPr>
                      <a:r>
                        <a:rPr lang="en-US" sz="1800" b="0">
                          <a:latin typeface="微软雅黑" panose="020B0503020204020204" pitchFamily="34" charset="-122"/>
                          <a:ea typeface="微软雅黑" panose="020B0503020204020204" pitchFamily="34" charset="-122"/>
                          <a:cs typeface="宋体" pitchFamily="2" charset="-122"/>
                        </a:rPr>
                        <a:t>String</a:t>
                      </a:r>
                      <a:endParaRPr lang="en-US" alt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0">
                          <a:latin typeface="微软雅黑" panose="020B0503020204020204" pitchFamily="34" charset="-122"/>
                          <a:ea typeface="微软雅黑" panose="020B0503020204020204" pitchFamily="34" charset="-122"/>
                          <a:cs typeface="宋体" pitchFamily="2" charset="-122"/>
                        </a:rPr>
                        <a:t>string</a:t>
                      </a:r>
                      <a:endParaRPr lang="en-US" alt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419100">
                <a:tc>
                  <a:txBody>
                    <a:bodyPr/>
                    <a:p>
                      <a:pPr indent="0" algn="ctr">
                        <a:buNone/>
                      </a:pPr>
                      <a:r>
                        <a:rPr lang="en-US" sz="1800" b="0">
                          <a:latin typeface="微软雅黑" panose="020B0503020204020204" pitchFamily="34" charset="-122"/>
                          <a:ea typeface="微软雅黑" panose="020B0503020204020204" pitchFamily="34" charset="-122"/>
                          <a:cs typeface="宋体" pitchFamily="2" charset="-122"/>
                        </a:rPr>
                        <a:t>Byte</a:t>
                      </a:r>
                      <a:endParaRPr lang="en-US" alt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0">
                          <a:latin typeface="微软雅黑" panose="020B0503020204020204" pitchFamily="34" charset="-122"/>
                          <a:ea typeface="微软雅黑" panose="020B0503020204020204" pitchFamily="34" charset="-122"/>
                          <a:cs typeface="宋体" pitchFamily="2" charset="-122"/>
                        </a:rPr>
                        <a:t>byte</a:t>
                      </a:r>
                      <a:endParaRPr lang="en-US" alt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aphicFrame>
        <p:nvGraphicFramePr>
          <p:cNvPr id="3" name="表格 2"/>
          <p:cNvGraphicFramePr/>
          <p:nvPr>
            <p:custDataLst>
              <p:tags r:id="rId1"/>
            </p:custDataLst>
          </p:nvPr>
        </p:nvGraphicFramePr>
        <p:xfrm>
          <a:off x="3161665" y="1314450"/>
          <a:ext cx="5951855" cy="4752975"/>
        </p:xfrm>
        <a:graphic>
          <a:graphicData uri="http://schemas.openxmlformats.org/drawingml/2006/table">
            <a:tbl>
              <a:tblPr/>
              <a:tblGrid>
                <a:gridCol w="3058795"/>
                <a:gridCol w="2893060"/>
              </a:tblGrid>
              <a:tr h="316865">
                <a:tc>
                  <a:txBody>
                    <a:bodyPr/>
                    <a:p>
                      <a:pPr indent="0" algn="ctr">
                        <a:buNone/>
                      </a:pPr>
                      <a:r>
                        <a:rPr lang="en-US" sz="1800" b="1">
                          <a:latin typeface="微软雅黑" panose="020B0503020204020204" pitchFamily="34" charset="-122"/>
                          <a:ea typeface="微软雅黑" panose="020B0503020204020204" pitchFamily="34" charset="-122"/>
                          <a:cs typeface="微软雅黑" panose="020B0503020204020204" pitchFamily="34" charset="-122"/>
                        </a:rPr>
                        <a:t>Java类型</a:t>
                      </a:r>
                      <a:endParaRPr lang="en-US" altLang="en-US" sz="1800" b="1">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indent="0" algn="ctr">
                        <a:buNone/>
                      </a:pPr>
                      <a:r>
                        <a:rPr lang="en-US" sz="1800" b="1">
                          <a:latin typeface="微软雅黑" panose="020B0503020204020204" pitchFamily="34" charset="-122"/>
                          <a:ea typeface="微软雅黑" panose="020B0503020204020204" pitchFamily="34" charset="-122"/>
                          <a:cs typeface="宋体" pitchFamily="2" charset="-122"/>
                        </a:rPr>
                        <a:t>默认别名</a:t>
                      </a:r>
                      <a:endParaRPr lang="en-US" altLang="en-US" sz="1800" b="1">
                        <a:latin typeface="微软雅黑" panose="020B0503020204020204" pitchFamily="34" charset="-122"/>
                        <a:ea typeface="微软雅黑" panose="020B0503020204020204" pitchFamily="34" charset="-122"/>
                        <a:cs typeface="宋体" pitchFamily="2" charset="-122"/>
                      </a:endParaRPr>
                    </a:p>
                  </a:txBody>
                  <a:tcPr marL="68580" marR="68580" marT="0" marB="0" vert="horz" anchor="t"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16865">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Long</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long</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16865">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Short</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short</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16865">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Integer</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integer</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16865">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Double</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double</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16865">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Float</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float</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16865">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Boolean</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boolean</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16865">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Date</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date</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16865">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Object</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object</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16865">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Map</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map</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16865">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HashMap</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hashmap</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16865">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List</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list</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16865">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ArrayList</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arraylist</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16865">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Collection</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collection</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r h="316865">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Iterator</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c>
                  <a:txBody>
                    <a:bodyPr/>
                    <a:p>
                      <a:pPr algn="ctr">
                        <a:buClrTx/>
                        <a:buSzTx/>
                        <a:buFontTx/>
                        <a:buNone/>
                      </a:pPr>
                      <a:r>
                        <a:rPr lang="en-US" sz="1800" b="0">
                          <a:latin typeface="微软雅黑" panose="020B0503020204020204" pitchFamily="34" charset="-122"/>
                          <a:ea typeface="微软雅黑" panose="020B0503020204020204" pitchFamily="34" charset="-122"/>
                          <a:cs typeface="宋体" pitchFamily="2" charset="-122"/>
                        </a:rPr>
                        <a:t>iterator</a:t>
                      </a:r>
                      <a:endParaRPr lang="en-US" sz="1800" b="0">
                        <a:latin typeface="微软雅黑" panose="020B0503020204020204" pitchFamily="34" charset="-122"/>
                        <a:ea typeface="微软雅黑" panose="020B0503020204020204" pitchFamily="34" charset="-122"/>
                        <a:cs typeface="宋体" pitchFamily="2" charset="-122"/>
                      </a:endParaRPr>
                    </a:p>
                  </a:txBody>
                  <a:tcPr marL="68580" marR="68580" marT="0" marB="0" vert="horz"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chemeClr val="bg1">
                        <a:lumMod val="95000"/>
                      </a:scheme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4.&lt;plugins&gt;标签</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3322955"/>
          </a:xfrm>
          <a:prstGeom prst="rect">
            <a:avLst/>
          </a:prstGeom>
          <a:noFill/>
          <a:ln w="9525">
            <a:noFill/>
          </a:ln>
        </p:spPr>
        <p:txBody>
          <a:bodyPr wrap="square">
            <a:spAutoFit/>
          </a:bodyPr>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在MyBatis中，</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&lt;plugins&gt;标签</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定义插件</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，定义的插件可以理解为拦截器，用于</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拦截MyBatis的某些方法调用</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，并在拦截后执行一些自定义的处理逻辑。插件机制为MyBatis提供了强大的扩展性，使得开发者可以在不修改MyBatis核心代码的情况下，对其功能进行</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增强或修改</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在&lt;plugins&gt;标签中，可以配置</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一个或多个&lt;plugin&gt;子标签</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，每个&lt;plugin&gt;子标签代表一个插件。每个插件都需要指定其</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interceptor属性</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，该属性值为插件类的全限定名。此外，还可以在&lt;plugin&gt;标签</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内部配置&lt;property&gt;子标签</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，用于为插件提供</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额外的配置参数</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993775" y="1094105"/>
            <a:ext cx="10295890" cy="553085"/>
          </a:xfrm>
          <a:prstGeom prst="rect">
            <a:avLst/>
          </a:prstGeom>
          <a:noFill/>
          <a:ln w="9525">
            <a:noFill/>
          </a:ln>
        </p:spPr>
        <p:txBody>
          <a:bodyPr wrap="square">
            <a:spAutoFit/>
          </a:bodyPr>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&lt;plugins&gt;标签的使用示例。</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custDataLst>
              <p:tags r:id="rId3"/>
            </p:custDataLst>
          </p:nvPr>
        </p:nvSpPr>
        <p:spPr>
          <a:xfrm>
            <a:off x="951230" y="1958975"/>
            <a:ext cx="10191750" cy="37382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10" name="矩形 9"/>
          <p:cNvSpPr/>
          <p:nvPr>
            <p:custDataLst>
              <p:tags r:id="rId4"/>
            </p:custDataLst>
          </p:nvPr>
        </p:nvSpPr>
        <p:spPr>
          <a:xfrm>
            <a:off x="1473200" y="1991360"/>
            <a:ext cx="9897745" cy="1751965"/>
          </a:xfrm>
          <a:prstGeom prst="rect">
            <a:avLst/>
          </a:prstGeom>
        </p:spPr>
        <p:txBody>
          <a:bodyPr wrap="square">
            <a:noAutofit/>
          </a:bodyPr>
          <a:p>
            <a:pPr algn="l">
              <a:lnSpc>
                <a:spcPct val="150000"/>
              </a:lnSpc>
              <a:defRPr/>
            </a:pPr>
            <a:r>
              <a:rPr sz="1800">
                <a:latin typeface="Courier New" panose="02070409020205090404" pitchFamily="49" charset="0"/>
                <a:sym typeface="+mn-ea"/>
              </a:rPr>
              <a:t>&lt;plugins&gt;  </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&lt;!-- PageHelper分页插件 --&gt;  </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&lt;plugin interceptor="com.github.pagehelper.PageInterceptor"&gt;  </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&lt;!-- 设置分页插件的参数 --&gt;  </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&lt;property name="helperDialect" value="mysql"/&gt;  </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&lt;property name="reasonable" value="true"/&gt;  </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&lt;/plugin&gt;  </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&lt;/plugins&gt; </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5.&lt;environments&gt;标签</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3322955"/>
          </a:xfrm>
          <a:prstGeom prst="rect">
            <a:avLst/>
          </a:prstGeom>
          <a:noFill/>
          <a:ln w="9525">
            <a:noFill/>
          </a:ln>
        </p:spPr>
        <p:txBody>
          <a:bodyPr wrap="square">
            <a:spAutoFit/>
          </a:bodyPr>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在MyBatis的核心配置文件中，</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&lt;environments&gt;标签</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配置数据库环境</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，该标签可以包含多个&lt;environment&gt;子标签，每个</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&lt;environment&gt;子标签</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代表一个</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数据库环境配置</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。通过配置不同的环境，MyBatis可以根据运行时的需求切换到不同的数据库环境，其中&lt;environments&gt;标签使用</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default 属性</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指定</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默认使用的环境</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。当MyBatis启动时，它会查找default属性指定的环境配置作为默认配置。</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每个&lt;environment&gt;标签通过</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id属性</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指定当前</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环境配置的唯一标识</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，而default属性用于指定默认的环境配置。</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993775" y="1094105"/>
            <a:ext cx="10295890" cy="299974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（1）&lt;transactionManager&gt;标签</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&lt;transactionManager&gt;标签</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配置事务管理器</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，MyBatis支持两种类型的事务管理器：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JDBC</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（由JDBC连接来管理事务）和</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MANAGED</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（由容器来管理事务）。</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（2）&lt;dataSource&gt;标签</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&lt;dataSource&gt;标签</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配置数据源</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。数据源是MyBatis用于连接数据库的对象。MyBatis支持多种数据源类型，如</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POOLED</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（使用连接池的数据源）、</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UNPOOLED</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（不使用连接池的数据源）和</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JNDI</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（从Java命名和目录接口查找的数据源）。</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图片 11" descr="图片包含 形状&#10;&#10;描述已自动生成"/>
          <p:cNvPicPr>
            <a:picLocks noChangeAspect="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1884980" y="4053663"/>
            <a:ext cx="2232248" cy="2232248"/>
          </a:xfrm>
          <a:prstGeom prst="rect">
            <a:avLst/>
          </a:prstGeom>
        </p:spPr>
      </p:pic>
      <p:grpSp>
        <p:nvGrpSpPr>
          <p:cNvPr id="10" name="组合 9"/>
          <p:cNvGrpSpPr/>
          <p:nvPr/>
        </p:nvGrpSpPr>
        <p:grpSpPr>
          <a:xfrm>
            <a:off x="5388978" y="416253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5"/>
                </p:custDataLst>
              </p:nvPr>
            </p:nvSpPr>
            <p:spPr>
              <a:xfrm>
                <a:off x="5651308" y="4317477"/>
                <a:ext cx="3740785"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hlinkClick r:id="rId6"/>
                  </a:rPr>
                  <a:t>&lt;environments&gt;标签的使用</a:t>
                </a:r>
                <a:r>
                  <a:rPr lang="zh-CN" sz="1800">
                    <a:sym typeface="+mn-ea"/>
                    <a:hlinkClick r:id="rId6"/>
                  </a:rPr>
                  <a:t>示例</a:t>
                </a:r>
                <a:endParaRPr lang="zh-CN" sz="1800">
                  <a:sym typeface="+mn-ea"/>
                </a:endParaRPr>
              </a:p>
            </p:txBody>
          </p:sp>
          <p:sp>
            <p:nvSpPr>
              <p:cNvPr id="17" name="圆角矩形 16"/>
              <p:cNvSpPr/>
              <p:nvPr>
                <p:custDataLst>
                  <p:tags r:id="rId7"/>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8"/>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662438" y="5126050"/>
              <a:ext cx="914400" cy="914400"/>
            </a:xfrm>
            <a:prstGeom prst="rect">
              <a:avLst/>
            </a:prstGeom>
          </p:spPr>
        </p:pic>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6.&lt;mappers&gt;标签</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1938020"/>
          </a:xfrm>
          <a:prstGeom prst="rect">
            <a:avLst/>
          </a:prstGeom>
          <a:noFill/>
          <a:ln w="9525">
            <a:noFill/>
          </a:ln>
        </p:spPr>
        <p:txBody>
          <a:bodyPr wrap="square">
            <a:spAutoFit/>
          </a:bodyPr>
          <a:p>
            <a:pPr algn="l">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&lt;mappers&gt;标签</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确实用于配置</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需要加载的映射器</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（Mapper）</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信息</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，其中加载的映射器信息可以是</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映射文件</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，也可以是</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映射器接口</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。&lt;mappers&gt;标签中可以通过</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&lt;mapper&gt;子标签和&lt;package&gt;子标签</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实现映射器信息的指定。</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cxnSp>
        <p:nvCxnSpPr>
          <p:cNvPr id="3" name="直接连接符 41"/>
          <p:cNvCxnSpPr/>
          <p:nvPr>
            <p:custDataLst>
              <p:tags r:id="rId1"/>
            </p:custDataLst>
          </p:nvPr>
        </p:nvCxnSpPr>
        <p:spPr>
          <a:xfrm flipH="1">
            <a:off x="3689671" y="2784575"/>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5" name="直接连接符 43"/>
          <p:cNvCxnSpPr/>
          <p:nvPr>
            <p:custDataLst>
              <p:tags r:id="rId2"/>
            </p:custDataLst>
          </p:nvPr>
        </p:nvCxnSpPr>
        <p:spPr>
          <a:xfrm flipH="1">
            <a:off x="3689671" y="4875084"/>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6" name="直接连接符 44"/>
          <p:cNvCxnSpPr/>
          <p:nvPr>
            <p:custDataLst>
              <p:tags r:id="rId3"/>
            </p:custDataLst>
          </p:nvPr>
        </p:nvCxnSpPr>
        <p:spPr>
          <a:xfrm>
            <a:off x="3689671" y="2784574"/>
            <a:ext cx="0" cy="2099945"/>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7" name="椭圆 6"/>
          <p:cNvSpPr/>
          <p:nvPr>
            <p:custDataLst>
              <p:tags r:id="rId4"/>
            </p:custDataLst>
          </p:nvPr>
        </p:nvSpPr>
        <p:spPr>
          <a:xfrm>
            <a:off x="4883204" y="2252892"/>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9" name="椭圆 8"/>
          <p:cNvSpPr/>
          <p:nvPr>
            <p:custDataLst>
              <p:tags r:id="rId5"/>
            </p:custDataLst>
          </p:nvPr>
        </p:nvSpPr>
        <p:spPr>
          <a:xfrm>
            <a:off x="4883204" y="4301550"/>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2" name="椭圆 11"/>
          <p:cNvSpPr/>
          <p:nvPr>
            <p:custDataLst>
              <p:tags r:id="rId6"/>
            </p:custDataLst>
          </p:nvPr>
        </p:nvSpPr>
        <p:spPr>
          <a:xfrm>
            <a:off x="4975178" y="2344866"/>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3" name="椭圆 12"/>
          <p:cNvSpPr/>
          <p:nvPr>
            <p:custDataLst>
              <p:tags r:id="rId7"/>
            </p:custDataLst>
          </p:nvPr>
        </p:nvSpPr>
        <p:spPr>
          <a:xfrm>
            <a:off x="4965816" y="4413185"/>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4" name="Freeform 175"/>
          <p:cNvSpPr>
            <a:spLocks noEditPoints="1"/>
          </p:cNvSpPr>
          <p:nvPr>
            <p:custDataLst>
              <p:tags r:id="rId8"/>
            </p:custDataLst>
          </p:nvPr>
        </p:nvSpPr>
        <p:spPr bwMode="auto">
          <a:xfrm>
            <a:off x="5190486" y="4540040"/>
            <a:ext cx="575733" cy="630767"/>
          </a:xfrm>
          <a:custGeom>
            <a:avLst/>
            <a:gdLst>
              <a:gd name="T0" fmla="*/ 165 w 272"/>
              <a:gd name="T1" fmla="*/ 0 h 298"/>
              <a:gd name="T2" fmla="*/ 246 w 272"/>
              <a:gd name="T3" fmla="*/ 47 h 298"/>
              <a:gd name="T4" fmla="*/ 153 w 272"/>
              <a:gd name="T5" fmla="*/ 201 h 298"/>
              <a:gd name="T6" fmla="*/ 108 w 272"/>
              <a:gd name="T7" fmla="*/ 229 h 298"/>
              <a:gd name="T8" fmla="*/ 66 w 272"/>
              <a:gd name="T9" fmla="*/ 232 h 298"/>
              <a:gd name="T10" fmla="*/ 71 w 272"/>
              <a:gd name="T11" fmla="*/ 153 h 298"/>
              <a:gd name="T12" fmla="*/ 165 w 272"/>
              <a:gd name="T13" fmla="*/ 0 h 298"/>
              <a:gd name="T14" fmla="*/ 165 w 272"/>
              <a:gd name="T15" fmla="*/ 0 h 298"/>
              <a:gd name="T16" fmla="*/ 243 w 272"/>
              <a:gd name="T17" fmla="*/ 293 h 298"/>
              <a:gd name="T18" fmla="*/ 248 w 272"/>
              <a:gd name="T19" fmla="*/ 262 h 298"/>
              <a:gd name="T20" fmla="*/ 158 w 272"/>
              <a:gd name="T21" fmla="*/ 260 h 298"/>
              <a:gd name="T22" fmla="*/ 272 w 272"/>
              <a:gd name="T23" fmla="*/ 253 h 298"/>
              <a:gd name="T24" fmla="*/ 272 w 272"/>
              <a:gd name="T25" fmla="*/ 241 h 298"/>
              <a:gd name="T26" fmla="*/ 239 w 272"/>
              <a:gd name="T27" fmla="*/ 239 h 298"/>
              <a:gd name="T28" fmla="*/ 269 w 272"/>
              <a:gd name="T29" fmla="*/ 234 h 298"/>
              <a:gd name="T30" fmla="*/ 257 w 272"/>
              <a:gd name="T31" fmla="*/ 210 h 298"/>
              <a:gd name="T32" fmla="*/ 175 w 272"/>
              <a:gd name="T33" fmla="*/ 201 h 298"/>
              <a:gd name="T34" fmla="*/ 172 w 272"/>
              <a:gd name="T35" fmla="*/ 224 h 298"/>
              <a:gd name="T36" fmla="*/ 208 w 272"/>
              <a:gd name="T37" fmla="*/ 232 h 298"/>
              <a:gd name="T38" fmla="*/ 0 w 272"/>
              <a:gd name="T39" fmla="*/ 243 h 298"/>
              <a:gd name="T40" fmla="*/ 2 w 272"/>
              <a:gd name="T41" fmla="*/ 265 h 298"/>
              <a:gd name="T42" fmla="*/ 137 w 272"/>
              <a:gd name="T43" fmla="*/ 279 h 298"/>
              <a:gd name="T44" fmla="*/ 85 w 272"/>
              <a:gd name="T45" fmla="*/ 281 h 298"/>
              <a:gd name="T46" fmla="*/ 87 w 272"/>
              <a:gd name="T47" fmla="*/ 298 h 298"/>
              <a:gd name="T48" fmla="*/ 243 w 272"/>
              <a:gd name="T49" fmla="*/ 293 h 298"/>
              <a:gd name="T50" fmla="*/ 243 w 272"/>
              <a:gd name="T51" fmla="*/ 293 h 298"/>
              <a:gd name="T52" fmla="*/ 106 w 272"/>
              <a:gd name="T53" fmla="*/ 213 h 298"/>
              <a:gd name="T54" fmla="*/ 137 w 272"/>
              <a:gd name="T55" fmla="*/ 191 h 298"/>
              <a:gd name="T56" fmla="*/ 87 w 272"/>
              <a:gd name="T57" fmla="*/ 163 h 298"/>
              <a:gd name="T58" fmla="*/ 85 w 272"/>
              <a:gd name="T59" fmla="*/ 198 h 298"/>
              <a:gd name="T60" fmla="*/ 106 w 272"/>
              <a:gd name="T61" fmla="*/ 213 h 298"/>
              <a:gd name="T62" fmla="*/ 106 w 272"/>
              <a:gd name="T63" fmla="*/ 213 h 298"/>
              <a:gd name="T64" fmla="*/ 217 w 272"/>
              <a:gd name="T65" fmla="*/ 47 h 298"/>
              <a:gd name="T66" fmla="*/ 142 w 272"/>
              <a:gd name="T67" fmla="*/ 172 h 298"/>
              <a:gd name="T68" fmla="*/ 151 w 272"/>
              <a:gd name="T69" fmla="*/ 177 h 298"/>
              <a:gd name="T70" fmla="*/ 224 w 272"/>
              <a:gd name="T71" fmla="*/ 52 h 298"/>
              <a:gd name="T72" fmla="*/ 217 w 272"/>
              <a:gd name="T73" fmla="*/ 47 h 298"/>
              <a:gd name="T74" fmla="*/ 217 w 272"/>
              <a:gd name="T75" fmla="*/ 47 h 298"/>
              <a:gd name="T76" fmla="*/ 170 w 272"/>
              <a:gd name="T77" fmla="*/ 19 h 298"/>
              <a:gd name="T78" fmla="*/ 97 w 272"/>
              <a:gd name="T79" fmla="*/ 144 h 298"/>
              <a:gd name="T80" fmla="*/ 111 w 272"/>
              <a:gd name="T81" fmla="*/ 153 h 298"/>
              <a:gd name="T82" fmla="*/ 186 w 272"/>
              <a:gd name="T83" fmla="*/ 28 h 298"/>
              <a:gd name="T84" fmla="*/ 170 w 272"/>
              <a:gd name="T85" fmla="*/ 1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2" h="298">
                <a:moveTo>
                  <a:pt x="165" y="0"/>
                </a:moveTo>
                <a:lnTo>
                  <a:pt x="246" y="47"/>
                </a:lnTo>
                <a:lnTo>
                  <a:pt x="153" y="201"/>
                </a:lnTo>
                <a:lnTo>
                  <a:pt x="108" y="229"/>
                </a:lnTo>
                <a:lnTo>
                  <a:pt x="66" y="232"/>
                </a:lnTo>
                <a:lnTo>
                  <a:pt x="71" y="153"/>
                </a:lnTo>
                <a:lnTo>
                  <a:pt x="165" y="0"/>
                </a:lnTo>
                <a:lnTo>
                  <a:pt x="165" y="0"/>
                </a:lnTo>
                <a:close/>
                <a:moveTo>
                  <a:pt x="243" y="293"/>
                </a:moveTo>
                <a:lnTo>
                  <a:pt x="248" y="262"/>
                </a:lnTo>
                <a:lnTo>
                  <a:pt x="158" y="260"/>
                </a:lnTo>
                <a:lnTo>
                  <a:pt x="272" y="253"/>
                </a:lnTo>
                <a:lnTo>
                  <a:pt x="272" y="241"/>
                </a:lnTo>
                <a:lnTo>
                  <a:pt x="239" y="239"/>
                </a:lnTo>
                <a:lnTo>
                  <a:pt x="269" y="234"/>
                </a:lnTo>
                <a:lnTo>
                  <a:pt x="257" y="210"/>
                </a:lnTo>
                <a:lnTo>
                  <a:pt x="175" y="201"/>
                </a:lnTo>
                <a:lnTo>
                  <a:pt x="172" y="224"/>
                </a:lnTo>
                <a:lnTo>
                  <a:pt x="208" y="232"/>
                </a:lnTo>
                <a:lnTo>
                  <a:pt x="0" y="243"/>
                </a:lnTo>
                <a:lnTo>
                  <a:pt x="2" y="265"/>
                </a:lnTo>
                <a:lnTo>
                  <a:pt x="137" y="279"/>
                </a:lnTo>
                <a:lnTo>
                  <a:pt x="85" y="281"/>
                </a:lnTo>
                <a:lnTo>
                  <a:pt x="87" y="298"/>
                </a:lnTo>
                <a:lnTo>
                  <a:pt x="243" y="293"/>
                </a:lnTo>
                <a:lnTo>
                  <a:pt x="243" y="293"/>
                </a:lnTo>
                <a:close/>
                <a:moveTo>
                  <a:pt x="106" y="213"/>
                </a:moveTo>
                <a:lnTo>
                  <a:pt x="137" y="191"/>
                </a:lnTo>
                <a:lnTo>
                  <a:pt x="87" y="163"/>
                </a:lnTo>
                <a:lnTo>
                  <a:pt x="85" y="198"/>
                </a:lnTo>
                <a:lnTo>
                  <a:pt x="106" y="213"/>
                </a:lnTo>
                <a:lnTo>
                  <a:pt x="106" y="213"/>
                </a:lnTo>
                <a:close/>
                <a:moveTo>
                  <a:pt x="217" y="47"/>
                </a:moveTo>
                <a:lnTo>
                  <a:pt x="142" y="172"/>
                </a:lnTo>
                <a:lnTo>
                  <a:pt x="151" y="177"/>
                </a:lnTo>
                <a:lnTo>
                  <a:pt x="224" y="52"/>
                </a:lnTo>
                <a:lnTo>
                  <a:pt x="217" y="47"/>
                </a:lnTo>
                <a:lnTo>
                  <a:pt x="217" y="47"/>
                </a:lnTo>
                <a:close/>
                <a:moveTo>
                  <a:pt x="170" y="19"/>
                </a:moveTo>
                <a:lnTo>
                  <a:pt x="97" y="144"/>
                </a:lnTo>
                <a:lnTo>
                  <a:pt x="111" y="153"/>
                </a:lnTo>
                <a:lnTo>
                  <a:pt x="186" y="28"/>
                </a:lnTo>
                <a:lnTo>
                  <a:pt x="170" y="1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15" name="Freeform 168"/>
          <p:cNvSpPr>
            <a:spLocks noEditPoints="1"/>
          </p:cNvSpPr>
          <p:nvPr>
            <p:custDataLst>
              <p:tags r:id="rId9"/>
            </p:custDataLst>
          </p:nvPr>
        </p:nvSpPr>
        <p:spPr bwMode="auto">
          <a:xfrm>
            <a:off x="5160852" y="2476599"/>
            <a:ext cx="552451" cy="615951"/>
          </a:xfrm>
          <a:custGeom>
            <a:avLst/>
            <a:gdLst>
              <a:gd name="T0" fmla="*/ 55 w 110"/>
              <a:gd name="T1" fmla="*/ 41 h 123"/>
              <a:gd name="T2" fmla="*/ 75 w 110"/>
              <a:gd name="T3" fmla="*/ 31 h 123"/>
              <a:gd name="T4" fmla="*/ 99 w 110"/>
              <a:gd name="T5" fmla="*/ 86 h 123"/>
              <a:gd name="T6" fmla="*/ 97 w 110"/>
              <a:gd name="T7" fmla="*/ 88 h 123"/>
              <a:gd name="T8" fmla="*/ 101 w 110"/>
              <a:gd name="T9" fmla="*/ 96 h 123"/>
              <a:gd name="T10" fmla="*/ 94 w 110"/>
              <a:gd name="T11" fmla="*/ 99 h 123"/>
              <a:gd name="T12" fmla="*/ 90 w 110"/>
              <a:gd name="T13" fmla="*/ 91 h 123"/>
              <a:gd name="T14" fmla="*/ 87 w 110"/>
              <a:gd name="T15" fmla="*/ 93 h 123"/>
              <a:gd name="T16" fmla="*/ 55 w 110"/>
              <a:gd name="T17" fmla="*/ 41 h 123"/>
              <a:gd name="T18" fmla="*/ 0 w 110"/>
              <a:gd name="T19" fmla="*/ 108 h 123"/>
              <a:gd name="T20" fmla="*/ 3 w 110"/>
              <a:gd name="T21" fmla="*/ 115 h 123"/>
              <a:gd name="T22" fmla="*/ 31 w 110"/>
              <a:gd name="T23" fmla="*/ 105 h 123"/>
              <a:gd name="T24" fmla="*/ 30 w 110"/>
              <a:gd name="T25" fmla="*/ 121 h 123"/>
              <a:gd name="T26" fmla="*/ 110 w 110"/>
              <a:gd name="T27" fmla="*/ 105 h 123"/>
              <a:gd name="T28" fmla="*/ 108 w 110"/>
              <a:gd name="T29" fmla="*/ 98 h 123"/>
              <a:gd name="T30" fmla="*/ 36 w 110"/>
              <a:gd name="T31" fmla="*/ 113 h 123"/>
              <a:gd name="T32" fmla="*/ 55 w 110"/>
              <a:gd name="T33" fmla="*/ 96 h 123"/>
              <a:gd name="T34" fmla="*/ 52 w 110"/>
              <a:gd name="T35" fmla="*/ 89 h 123"/>
              <a:gd name="T36" fmla="*/ 0 w 110"/>
              <a:gd name="T37" fmla="*/ 108 h 123"/>
              <a:gd name="T38" fmla="*/ 60 w 110"/>
              <a:gd name="T39" fmla="*/ 9 h 123"/>
              <a:gd name="T40" fmla="*/ 53 w 110"/>
              <a:gd name="T41" fmla="*/ 36 h 123"/>
              <a:gd name="T42" fmla="*/ 72 w 110"/>
              <a:gd name="T43" fmla="*/ 26 h 123"/>
              <a:gd name="T44" fmla="*/ 66 w 110"/>
              <a:gd name="T45" fmla="*/ 15 h 123"/>
              <a:gd name="T46" fmla="*/ 71 w 110"/>
              <a:gd name="T47" fmla="*/ 12 h 123"/>
              <a:gd name="T48" fmla="*/ 86 w 110"/>
              <a:gd name="T49" fmla="*/ 51 h 123"/>
              <a:gd name="T50" fmla="*/ 93 w 110"/>
              <a:gd name="T51" fmla="*/ 48 h 123"/>
              <a:gd name="T52" fmla="*/ 77 w 110"/>
              <a:gd name="T53" fmla="*/ 5 h 123"/>
              <a:gd name="T54" fmla="*/ 75 w 110"/>
              <a:gd name="T55" fmla="*/ 2 h 123"/>
              <a:gd name="T56" fmla="*/ 72 w 110"/>
              <a:gd name="T57" fmla="*/ 3 h 123"/>
              <a:gd name="T58" fmla="*/ 60 w 110"/>
              <a:gd name="T59" fmla="*/ 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0" h="123">
                <a:moveTo>
                  <a:pt x="55" y="41"/>
                </a:moveTo>
                <a:cubicBezTo>
                  <a:pt x="75" y="31"/>
                  <a:pt x="75" y="31"/>
                  <a:pt x="75" y="31"/>
                </a:cubicBezTo>
                <a:cubicBezTo>
                  <a:pt x="99" y="86"/>
                  <a:pt x="99" y="86"/>
                  <a:pt x="99" y="86"/>
                </a:cubicBezTo>
                <a:cubicBezTo>
                  <a:pt x="97" y="88"/>
                  <a:pt x="97" y="88"/>
                  <a:pt x="97" y="88"/>
                </a:cubicBezTo>
                <a:cubicBezTo>
                  <a:pt x="101" y="96"/>
                  <a:pt x="101" y="96"/>
                  <a:pt x="101" y="96"/>
                </a:cubicBezTo>
                <a:cubicBezTo>
                  <a:pt x="94" y="99"/>
                  <a:pt x="94" y="99"/>
                  <a:pt x="94" y="99"/>
                </a:cubicBezTo>
                <a:cubicBezTo>
                  <a:pt x="90" y="91"/>
                  <a:pt x="90" y="91"/>
                  <a:pt x="90" y="91"/>
                </a:cubicBezTo>
                <a:cubicBezTo>
                  <a:pt x="87" y="93"/>
                  <a:pt x="87" y="93"/>
                  <a:pt x="87" y="93"/>
                </a:cubicBezTo>
                <a:cubicBezTo>
                  <a:pt x="55" y="41"/>
                  <a:pt x="55" y="41"/>
                  <a:pt x="55" y="41"/>
                </a:cubicBezTo>
                <a:close/>
                <a:moveTo>
                  <a:pt x="0" y="108"/>
                </a:moveTo>
                <a:cubicBezTo>
                  <a:pt x="3" y="115"/>
                  <a:pt x="3" y="115"/>
                  <a:pt x="3" y="115"/>
                </a:cubicBezTo>
                <a:cubicBezTo>
                  <a:pt x="31" y="105"/>
                  <a:pt x="31" y="105"/>
                  <a:pt x="31" y="105"/>
                </a:cubicBezTo>
                <a:cubicBezTo>
                  <a:pt x="23" y="112"/>
                  <a:pt x="19" y="119"/>
                  <a:pt x="30" y="121"/>
                </a:cubicBezTo>
                <a:cubicBezTo>
                  <a:pt x="44" y="123"/>
                  <a:pt x="110" y="105"/>
                  <a:pt x="110" y="105"/>
                </a:cubicBezTo>
                <a:cubicBezTo>
                  <a:pt x="108" y="98"/>
                  <a:pt x="108" y="98"/>
                  <a:pt x="108" y="98"/>
                </a:cubicBezTo>
                <a:cubicBezTo>
                  <a:pt x="108" y="98"/>
                  <a:pt x="49" y="115"/>
                  <a:pt x="36" y="113"/>
                </a:cubicBezTo>
                <a:cubicBezTo>
                  <a:pt x="33" y="112"/>
                  <a:pt x="55" y="96"/>
                  <a:pt x="55" y="96"/>
                </a:cubicBezTo>
                <a:cubicBezTo>
                  <a:pt x="52" y="89"/>
                  <a:pt x="52" y="89"/>
                  <a:pt x="52" y="89"/>
                </a:cubicBezTo>
                <a:cubicBezTo>
                  <a:pt x="0" y="108"/>
                  <a:pt x="0" y="108"/>
                  <a:pt x="0" y="108"/>
                </a:cubicBezTo>
                <a:close/>
                <a:moveTo>
                  <a:pt x="60" y="9"/>
                </a:moveTo>
                <a:cubicBezTo>
                  <a:pt x="48" y="0"/>
                  <a:pt x="40" y="12"/>
                  <a:pt x="53" y="36"/>
                </a:cubicBezTo>
                <a:cubicBezTo>
                  <a:pt x="72" y="26"/>
                  <a:pt x="72" y="26"/>
                  <a:pt x="72" y="26"/>
                </a:cubicBezTo>
                <a:cubicBezTo>
                  <a:pt x="70" y="21"/>
                  <a:pt x="68" y="18"/>
                  <a:pt x="66" y="15"/>
                </a:cubicBezTo>
                <a:cubicBezTo>
                  <a:pt x="71" y="12"/>
                  <a:pt x="71" y="12"/>
                  <a:pt x="71" y="12"/>
                </a:cubicBezTo>
                <a:cubicBezTo>
                  <a:pt x="86" y="51"/>
                  <a:pt x="86" y="51"/>
                  <a:pt x="86" y="51"/>
                </a:cubicBezTo>
                <a:cubicBezTo>
                  <a:pt x="93" y="48"/>
                  <a:pt x="93" y="48"/>
                  <a:pt x="93" y="48"/>
                </a:cubicBezTo>
                <a:cubicBezTo>
                  <a:pt x="77" y="5"/>
                  <a:pt x="77" y="5"/>
                  <a:pt x="77" y="5"/>
                </a:cubicBezTo>
                <a:cubicBezTo>
                  <a:pt x="75" y="2"/>
                  <a:pt x="75" y="2"/>
                  <a:pt x="75" y="2"/>
                </a:cubicBezTo>
                <a:cubicBezTo>
                  <a:pt x="72" y="3"/>
                  <a:pt x="72" y="3"/>
                  <a:pt x="72" y="3"/>
                </a:cubicBezTo>
                <a:lnTo>
                  <a:pt x="60" y="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16" name="TextBox 33"/>
          <p:cNvSpPr txBox="1"/>
          <p:nvPr>
            <p:custDataLst>
              <p:tags r:id="rId10"/>
            </p:custDataLst>
          </p:nvPr>
        </p:nvSpPr>
        <p:spPr>
          <a:xfrm>
            <a:off x="6290945" y="2767330"/>
            <a:ext cx="4884420" cy="830580"/>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algn="just" defTabSz="1219200">
              <a:lnSpc>
                <a:spcPct val="150000"/>
              </a:lnSpc>
              <a:buClrTx/>
              <a:buSzTx/>
              <a:buFontTx/>
            </a:pPr>
            <a:r>
              <a:rPr lang="zh-CN" altLang="zh-CN" sz="1800" dirty="0">
                <a:solidFill>
                  <a:srgbClr val="595959"/>
                </a:solidFill>
                <a:latin typeface="微软雅黑" panose="020B0503020204020204" pitchFamily="34" charset="-122"/>
                <a:ea typeface="微软雅黑" panose="020B0503020204020204" pitchFamily="34" charset="-122"/>
              </a:rPr>
              <a:t>这种方式直接指定了映射文件的路径。MyBatis会根据这个路径加载XML映射文件</a:t>
            </a:r>
            <a:endParaRPr lang="zh-CN" altLang="zh-CN" sz="1800" dirty="0">
              <a:solidFill>
                <a:srgbClr val="595959"/>
              </a:solidFill>
              <a:latin typeface="微软雅黑" panose="020B0503020204020204" pitchFamily="34" charset="-122"/>
              <a:ea typeface="微软雅黑" panose="020B0503020204020204" pitchFamily="34" charset="-122"/>
            </a:endParaRPr>
          </a:p>
        </p:txBody>
      </p:sp>
      <p:sp>
        <p:nvSpPr>
          <p:cNvPr id="17" name="文本框 9"/>
          <p:cNvSpPr txBox="1"/>
          <p:nvPr>
            <p:custDataLst>
              <p:tags r:id="rId11"/>
            </p:custDataLst>
          </p:nvPr>
        </p:nvSpPr>
        <p:spPr>
          <a:xfrm>
            <a:off x="6302375" y="2345055"/>
            <a:ext cx="3681730" cy="3282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通过资源路径指定映射文件</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0" name="TextBox 33"/>
          <p:cNvSpPr txBox="1"/>
          <p:nvPr>
            <p:custDataLst>
              <p:tags r:id="rId12"/>
            </p:custDataLst>
          </p:nvPr>
        </p:nvSpPr>
        <p:spPr>
          <a:xfrm>
            <a:off x="6313805" y="4843780"/>
            <a:ext cx="4812030" cy="1661795"/>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0" algn="just" defTabSz="1219200">
              <a:lnSpc>
                <a:spcPct val="150000"/>
              </a:lnSpc>
              <a:buClrTx/>
              <a:buSzTx/>
              <a:buFontTx/>
            </a:pPr>
            <a:r>
              <a:rPr lang="zh-CN" altLang="zh-CN" sz="1800" dirty="0">
                <a:solidFill>
                  <a:srgbClr val="595959"/>
                </a:solidFill>
                <a:latin typeface="微软雅黑" panose="020B0503020204020204" pitchFamily="34" charset="-122"/>
                <a:ea typeface="微软雅黑" panose="020B0503020204020204" pitchFamily="34" charset="-122"/>
                <a:sym typeface="+mn-ea"/>
              </a:rPr>
              <a:t>这种方式需要指定映射器接口的全限定名，MyBatis会自动在映射器接口相同的包路径下，查找与这个接口同名的XML映射文件，并加载其中的映射信息</a:t>
            </a:r>
            <a:endParaRPr lang="zh-CN" altLang="zh-CN" sz="1800" dirty="0">
              <a:solidFill>
                <a:srgbClr val="595959"/>
              </a:solidFill>
              <a:latin typeface="微软雅黑" panose="020B0503020204020204" pitchFamily="34" charset="-122"/>
              <a:ea typeface="微软雅黑" panose="020B0503020204020204" pitchFamily="34" charset="-122"/>
              <a:sym typeface="+mn-ea"/>
            </a:endParaRPr>
          </a:p>
        </p:txBody>
      </p:sp>
      <p:sp>
        <p:nvSpPr>
          <p:cNvPr id="21" name="文本框 9"/>
          <p:cNvSpPr txBox="1"/>
          <p:nvPr>
            <p:custDataLst>
              <p:tags r:id="rId13"/>
            </p:custDataLst>
          </p:nvPr>
        </p:nvSpPr>
        <p:spPr>
          <a:xfrm>
            <a:off x="6325235" y="4421505"/>
            <a:ext cx="3755390" cy="3282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通过映射器接口指定映射器</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文本框 9"/>
          <p:cNvSpPr txBox="1"/>
          <p:nvPr>
            <p:custDataLst>
              <p:tags r:id="rId14"/>
            </p:custDataLst>
          </p:nvPr>
        </p:nvSpPr>
        <p:spPr>
          <a:xfrm>
            <a:off x="1031875" y="3232150"/>
            <a:ext cx="2356485" cy="132588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rPr>
              <a:t>&lt;mapper&gt;子标签配置映射器信息</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 name="文本框 3"/>
          <p:cNvSpPr txBox="1"/>
          <p:nvPr>
            <p:custDataLst>
              <p:tags r:id="rId15"/>
            </p:custDataLst>
          </p:nvPr>
        </p:nvSpPr>
        <p:spPr>
          <a:xfrm>
            <a:off x="993775" y="1022350"/>
            <a:ext cx="10295890" cy="1014730"/>
          </a:xfrm>
          <a:prstGeom prst="rect">
            <a:avLst/>
          </a:prstGeom>
          <a:noFill/>
          <a:ln w="9525">
            <a:noFill/>
          </a:ln>
        </p:spPr>
        <p:txBody>
          <a:bodyPr wrap="square">
            <a:spAutoFit/>
          </a:bodyPr>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（1）&lt;mapper&gt;子标签</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&lt;mapper&gt;</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子标签用于</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指定单个映射器的位置</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5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MyBatis核心配置文件</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6" name="文本框 5"/>
          <p:cNvSpPr txBox="1"/>
          <p:nvPr>
            <p:custDataLst>
              <p:tags r:id="rId2"/>
            </p:custDataLst>
          </p:nvPr>
        </p:nvSpPr>
        <p:spPr>
          <a:xfrm>
            <a:off x="993775" y="1237615"/>
            <a:ext cx="10295890" cy="1476375"/>
          </a:xfrm>
          <a:prstGeom prst="rect">
            <a:avLst/>
          </a:prstGeom>
          <a:noFill/>
          <a:ln w="9525">
            <a:noFill/>
          </a:ln>
        </p:spPr>
        <p:txBody>
          <a:bodyPr wrap="square">
            <a:spAutoFit/>
          </a:bodyPr>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（2）&lt;package&gt;子标签</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a:p>
            <a:pPr algn="l">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&lt;package&gt;子标签</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指定包含映射器接口的包名</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。当使用&lt;package&gt;子标签时，MyBatis会自动扫描指定包下的所有映射器接口，示例如下。</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custDataLst>
              <p:tags r:id="rId3"/>
            </p:custDataLst>
          </p:nvPr>
        </p:nvSpPr>
        <p:spPr>
          <a:xfrm>
            <a:off x="951230" y="2820035"/>
            <a:ext cx="10191750" cy="16281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10" name="矩形 9"/>
          <p:cNvSpPr/>
          <p:nvPr>
            <p:custDataLst>
              <p:tags r:id="rId4"/>
            </p:custDataLst>
          </p:nvPr>
        </p:nvSpPr>
        <p:spPr>
          <a:xfrm>
            <a:off x="1473200" y="2852420"/>
            <a:ext cx="9897745" cy="1751965"/>
          </a:xfrm>
          <a:prstGeom prst="rect">
            <a:avLst/>
          </a:prstGeom>
        </p:spPr>
        <p:txBody>
          <a:bodyPr wrap="square">
            <a:noAutofit/>
          </a:bodyPr>
          <a:p>
            <a:pPr algn="l">
              <a:lnSpc>
                <a:spcPct val="150000"/>
              </a:lnSpc>
              <a:defRPr/>
            </a:pPr>
            <a:r>
              <a:rPr sz="1800">
                <a:latin typeface="Courier New" panose="02070409020205090404" pitchFamily="49" charset="0"/>
                <a:sym typeface="+mn-ea"/>
              </a:rPr>
              <a:t>&lt;mappers&gt;</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&lt;package name="com.itheima.mapper"/&gt;</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&lt;/mappers&gt;</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TextBox 48"/>
          <p:cNvSpPr txBox="1"/>
          <p:nvPr/>
        </p:nvSpPr>
        <p:spPr>
          <a:xfrm>
            <a:off x="5031667" y="3014256"/>
            <a:ext cx="6013520" cy="768350"/>
          </a:xfrm>
          <a:prstGeom prst="rect">
            <a:avLst/>
          </a:prstGeom>
          <a:noFill/>
        </p:spPr>
        <p:txBody>
          <a:bodyPr wrap="square" lIns="91443" tIns="45720" rIns="91443" bIns="45720" rtlCol="0">
            <a:spAutoFit/>
          </a:bodyPr>
          <a:lstStyle/>
          <a:p>
            <a:r>
              <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MyBatis映射文件</a:t>
            </a:r>
            <a:endParaRPr sz="4400"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 name="TextBox 48"/>
          <p:cNvSpPr txBox="1"/>
          <p:nvPr/>
        </p:nvSpPr>
        <p:spPr>
          <a:xfrm>
            <a:off x="2134235" y="2997835"/>
            <a:ext cx="1398905" cy="768350"/>
          </a:xfrm>
          <a:prstGeom prst="rect">
            <a:avLst/>
          </a:prstGeom>
          <a:noFill/>
        </p:spPr>
        <p:txBody>
          <a:bodyPr wrap="square" lIns="91443" tIns="45720" rIns="91443" bIns="45720" rtlCol="0">
            <a:spAutoFit/>
          </a:bodyPr>
          <a:lstStyle/>
          <a:p>
            <a:r>
              <a:rPr lang="en-US" sz="4400" b="1" dirty="0">
                <a:solidFill>
                  <a:schemeClr val="bg1"/>
                </a:solidFill>
                <a:latin typeface="微软雅黑" panose="020B0503020204020204" pitchFamily="34" charset="-122"/>
                <a:ea typeface="微软雅黑" panose="020B0503020204020204" pitchFamily="34" charset="-122"/>
                <a:cs typeface="+mn-ea"/>
                <a:sym typeface="Source Han Sans K Bold" panose="020B0800000000000000" pitchFamily="34" charset="-128"/>
              </a:rPr>
              <a:t>8.6</a:t>
            </a:r>
            <a:endParaRPr lang="en-US" sz="4400" b="1" dirty="0">
              <a:solidFill>
                <a:schemeClr val="bg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MyBatis映射文件</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80" name="TextBox 35"/>
          <p:cNvSpPr txBox="1">
            <a:spLocks noChangeArrowheads="1"/>
          </p:cNvSpPr>
          <p:nvPr>
            <p:custDataLst>
              <p:tags r:id="rId1"/>
            </p:custDataLst>
          </p:nvPr>
        </p:nvSpPr>
        <p:spPr bwMode="auto">
          <a:xfrm>
            <a:off x="1054735" y="1892300"/>
            <a:ext cx="10335895" cy="3813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MyBatis的映射文件</a:t>
            </a:r>
            <a:r>
              <a:rPr lang="zh-CN" altLang="zh-CN" sz="2000" dirty="0">
                <a:solidFill>
                  <a:srgbClr val="595959"/>
                </a:solidFill>
                <a:latin typeface="微软雅黑" panose="020B0503020204020204" pitchFamily="34" charset="-122"/>
                <a:ea typeface="微软雅黑" panose="020B0503020204020204" pitchFamily="34" charset="-122"/>
              </a:rPr>
              <a:t>是指用于定义</a:t>
            </a:r>
            <a:r>
              <a:rPr lang="zh-CN" altLang="en-US" sz="2000" dirty="0">
                <a:solidFill>
                  <a:srgbClr val="1369B2"/>
                </a:solidFill>
                <a:latin typeface="微软雅黑" panose="020B0503020204020204" pitchFamily="34" charset="-122"/>
                <a:ea typeface="微软雅黑" panose="020B0503020204020204" pitchFamily="34" charset="-122"/>
                <a:cs typeface="+mn-ea"/>
              </a:rPr>
              <a:t>实体类</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数据库操作</a:t>
            </a:r>
            <a:r>
              <a:rPr lang="zh-CN" altLang="zh-CN" sz="2000" dirty="0">
                <a:solidFill>
                  <a:srgbClr val="595959"/>
                </a:solidFill>
                <a:latin typeface="微软雅黑" panose="020B0503020204020204" pitchFamily="34" charset="-122"/>
                <a:ea typeface="微软雅黑" panose="020B0503020204020204" pitchFamily="34" charset="-122"/>
              </a:rPr>
              <a:t>之间</a:t>
            </a:r>
            <a:r>
              <a:rPr lang="zh-CN" altLang="en-US" sz="2000" dirty="0">
                <a:solidFill>
                  <a:srgbClr val="1369B2"/>
                </a:solidFill>
                <a:latin typeface="微软雅黑" panose="020B0503020204020204" pitchFamily="34" charset="-122"/>
                <a:ea typeface="微软雅黑" panose="020B0503020204020204" pitchFamily="34" charset="-122"/>
                <a:cs typeface="+mn-ea"/>
              </a:rPr>
              <a:t>映射信息的XML文件</a:t>
            </a:r>
            <a:r>
              <a:rPr lang="zh-CN" altLang="zh-CN" sz="2000" dirty="0">
                <a:solidFill>
                  <a:srgbClr val="595959"/>
                </a:solidFill>
                <a:latin typeface="微软雅黑" panose="020B0503020204020204" pitchFamily="34" charset="-122"/>
                <a:ea typeface="微软雅黑" panose="020B0503020204020204" pitchFamily="34" charset="-122"/>
              </a:rPr>
              <a:t>，此类文件以</a:t>
            </a:r>
            <a:r>
              <a:rPr lang="zh-CN" altLang="en-US" sz="2000" dirty="0">
                <a:solidFill>
                  <a:srgbClr val="1369B2"/>
                </a:solidFill>
                <a:latin typeface="微软雅黑" panose="020B0503020204020204" pitchFamily="34" charset="-122"/>
                <a:ea typeface="微软雅黑" panose="020B0503020204020204" pitchFamily="34" charset="-122"/>
                <a:cs typeface="+mn-ea"/>
              </a:rPr>
              <a:t>&lt;mapper&gt;标签</a:t>
            </a:r>
            <a:r>
              <a:rPr lang="zh-CN" altLang="zh-CN" sz="2000" dirty="0">
                <a:solidFill>
                  <a:srgbClr val="595959"/>
                </a:solidFill>
                <a:latin typeface="微软雅黑" panose="020B0503020204020204" pitchFamily="34" charset="-122"/>
                <a:ea typeface="微软雅黑" panose="020B0503020204020204" pitchFamily="34" charset="-122"/>
              </a:rPr>
              <a:t>作为其</a:t>
            </a:r>
            <a:r>
              <a:rPr lang="zh-CN" altLang="en-US" sz="2000" dirty="0">
                <a:solidFill>
                  <a:srgbClr val="1369B2"/>
                </a:solidFill>
                <a:latin typeface="微软雅黑" panose="020B0503020204020204" pitchFamily="34" charset="-122"/>
                <a:ea typeface="微软雅黑" panose="020B0503020204020204" pitchFamily="34" charset="-122"/>
                <a:cs typeface="+mn-ea"/>
              </a:rPr>
              <a:t>根元素</a:t>
            </a:r>
            <a:r>
              <a:rPr lang="zh-CN" altLang="zh-CN" sz="2000" dirty="0">
                <a:solidFill>
                  <a:srgbClr val="595959"/>
                </a:solidFill>
                <a:latin typeface="微软雅黑" panose="020B0503020204020204" pitchFamily="34" charset="-122"/>
                <a:ea typeface="微软雅黑" panose="020B0503020204020204" pitchFamily="34" charset="-122"/>
              </a:rPr>
              <a:t>，用以标识一个独立的XML映射单元。其中，&lt;mapper&gt;标签的</a:t>
            </a:r>
            <a:r>
              <a:rPr lang="zh-CN" altLang="en-US" sz="2000" dirty="0">
                <a:solidFill>
                  <a:srgbClr val="1369B2"/>
                </a:solidFill>
                <a:latin typeface="微软雅黑" panose="020B0503020204020204" pitchFamily="34" charset="-122"/>
                <a:ea typeface="微软雅黑" panose="020B0503020204020204" pitchFamily="34" charset="-122"/>
                <a:cs typeface="+mn-ea"/>
              </a:rPr>
              <a:t>namespace属性</a:t>
            </a:r>
            <a:r>
              <a:rPr lang="zh-CN" altLang="zh-CN" sz="2000" dirty="0">
                <a:solidFill>
                  <a:srgbClr val="595959"/>
                </a:solidFill>
                <a:latin typeface="微软雅黑" panose="020B0503020204020204" pitchFamily="34" charset="-122"/>
                <a:ea typeface="微软雅黑" panose="020B0503020204020204" pitchFamily="34" charset="-122"/>
              </a:rPr>
              <a:t>为映射文件赋予了</a:t>
            </a:r>
            <a:r>
              <a:rPr lang="zh-CN" altLang="en-US" sz="2000" dirty="0">
                <a:solidFill>
                  <a:srgbClr val="1369B2"/>
                </a:solidFill>
                <a:latin typeface="微软雅黑" panose="020B0503020204020204" pitchFamily="34" charset="-122"/>
                <a:ea typeface="微软雅黑" panose="020B0503020204020204" pitchFamily="34" charset="-122"/>
                <a:cs typeface="+mn-ea"/>
              </a:rPr>
              <a:t>唯一的名称空间</a:t>
            </a:r>
            <a:r>
              <a:rPr lang="zh-CN" altLang="zh-CN" sz="2000" dirty="0">
                <a:solidFill>
                  <a:srgbClr val="595959"/>
                </a:solidFill>
                <a:latin typeface="微软雅黑" panose="020B0503020204020204" pitchFamily="34" charset="-122"/>
                <a:ea typeface="微软雅黑" panose="020B0503020204020204" pitchFamily="34" charset="-122"/>
              </a:rPr>
              <a:t>，使得MyBatis能够依据名称空间精准地</a:t>
            </a:r>
            <a:r>
              <a:rPr lang="zh-CN" altLang="en-US" sz="2000" dirty="0">
                <a:solidFill>
                  <a:srgbClr val="1369B2"/>
                </a:solidFill>
                <a:latin typeface="微软雅黑" panose="020B0503020204020204" pitchFamily="34" charset="-122"/>
                <a:ea typeface="微软雅黑" panose="020B0503020204020204" pitchFamily="34" charset="-122"/>
                <a:cs typeface="+mn-ea"/>
              </a:rPr>
              <a:t>区分</a:t>
            </a:r>
            <a:r>
              <a:rPr lang="zh-CN" altLang="zh-CN" sz="2000" dirty="0">
                <a:solidFill>
                  <a:srgbClr val="595959"/>
                </a:solidFill>
                <a:latin typeface="微软雅黑" panose="020B0503020204020204" pitchFamily="34" charset="-122"/>
                <a:ea typeface="微软雅黑" panose="020B0503020204020204" pitchFamily="34" charset="-122"/>
              </a:rPr>
              <a:t>并</a:t>
            </a:r>
            <a:r>
              <a:rPr lang="zh-CN" altLang="en-US" sz="2000" dirty="0">
                <a:solidFill>
                  <a:srgbClr val="1369B2"/>
                </a:solidFill>
                <a:latin typeface="微软雅黑" panose="020B0503020204020204" pitchFamily="34" charset="-122"/>
                <a:ea typeface="微软雅黑" panose="020B0503020204020204" pitchFamily="34" charset="-122"/>
                <a:cs typeface="+mn-ea"/>
              </a:rPr>
              <a:t>管理不同的映射文件</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映射文件中通常包含S</a:t>
            </a:r>
            <a:r>
              <a:rPr lang="zh-CN" altLang="en-US" sz="2000" dirty="0">
                <a:solidFill>
                  <a:srgbClr val="1369B2"/>
                </a:solidFill>
                <a:latin typeface="微软雅黑" panose="020B0503020204020204" pitchFamily="34" charset="-122"/>
                <a:ea typeface="微软雅黑" panose="020B0503020204020204" pitchFamily="34" charset="-122"/>
                <a:cs typeface="+mn-ea"/>
              </a:rPr>
              <a:t>QL语句</a:t>
            </a:r>
            <a:r>
              <a:rPr lang="zh-CN" altLang="zh-CN" sz="2000" dirty="0">
                <a:solidFill>
                  <a:srgbClr val="595959"/>
                </a:solidFill>
                <a:latin typeface="微软雅黑" panose="020B0503020204020204" pitchFamily="34" charset="-122"/>
                <a:ea typeface="微软雅黑" panose="020B0503020204020204" pitchFamily="34" charset="-122"/>
              </a:rPr>
              <a:t>、</a:t>
            </a:r>
            <a:r>
              <a:rPr lang="zh-CN" altLang="en-US" sz="2000" dirty="0">
                <a:solidFill>
                  <a:srgbClr val="1369B2"/>
                </a:solidFill>
                <a:latin typeface="微软雅黑" panose="020B0503020204020204" pitchFamily="34" charset="-122"/>
                <a:ea typeface="微软雅黑" panose="020B0503020204020204" pitchFamily="34" charset="-122"/>
                <a:cs typeface="+mn-ea"/>
              </a:rPr>
              <a:t>输入参数</a:t>
            </a:r>
            <a:r>
              <a:rPr lang="zh-CN" altLang="zh-CN" sz="2000" dirty="0">
                <a:solidFill>
                  <a:srgbClr val="595959"/>
                </a:solidFill>
                <a:latin typeface="微软雅黑" panose="020B0503020204020204" pitchFamily="34" charset="-122"/>
                <a:ea typeface="微软雅黑" panose="020B0503020204020204" pitchFamily="34" charset="-122"/>
              </a:rPr>
              <a:t>和</a:t>
            </a:r>
            <a:r>
              <a:rPr lang="zh-CN" altLang="en-US" sz="2000" dirty="0">
                <a:solidFill>
                  <a:srgbClr val="1369B2"/>
                </a:solidFill>
                <a:latin typeface="微软雅黑" panose="020B0503020204020204" pitchFamily="34" charset="-122"/>
                <a:ea typeface="微软雅黑" panose="020B0503020204020204" pitchFamily="34" charset="-122"/>
                <a:cs typeface="+mn-ea"/>
              </a:rPr>
              <a:t>结果集映射</a:t>
            </a:r>
            <a:r>
              <a:rPr lang="zh-CN" altLang="zh-CN" sz="2000" dirty="0">
                <a:solidFill>
                  <a:srgbClr val="595959"/>
                </a:solidFill>
                <a:latin typeface="微软雅黑" panose="020B0503020204020204" pitchFamily="34" charset="-122"/>
                <a:ea typeface="微软雅黑" panose="020B0503020204020204" pitchFamily="34" charset="-122"/>
              </a:rPr>
              <a:t>等映射信息，这些映射信息通过MyBatis提供的</a:t>
            </a:r>
            <a:r>
              <a:rPr lang="zh-CN" altLang="en-US" sz="2000" dirty="0">
                <a:solidFill>
                  <a:srgbClr val="1369B2"/>
                </a:solidFill>
                <a:latin typeface="微软雅黑" panose="020B0503020204020204" pitchFamily="34" charset="-122"/>
                <a:ea typeface="微软雅黑" panose="020B0503020204020204" pitchFamily="34" charset="-122"/>
                <a:cs typeface="+mn-ea"/>
              </a:rPr>
              <a:t>特定标签</a:t>
            </a:r>
            <a:r>
              <a:rPr lang="zh-CN" altLang="zh-CN" sz="2000" dirty="0">
                <a:solidFill>
                  <a:srgbClr val="595959"/>
                </a:solidFill>
                <a:latin typeface="微软雅黑" panose="020B0503020204020204" pitchFamily="34" charset="-122"/>
                <a:ea typeface="微软雅黑" panose="020B0503020204020204" pitchFamily="34" charset="-122"/>
              </a:rPr>
              <a:t>在&lt;mapper&gt;标签内进行定义，这些标签根据其作用可以分为</a:t>
            </a:r>
            <a:r>
              <a:rPr lang="zh-CN" altLang="en-US" sz="2000" dirty="0">
                <a:solidFill>
                  <a:srgbClr val="1369B2"/>
                </a:solidFill>
                <a:latin typeface="微软雅黑" panose="020B0503020204020204" pitchFamily="34" charset="-122"/>
                <a:ea typeface="微软雅黑" panose="020B0503020204020204" pitchFamily="34" charset="-122"/>
                <a:cs typeface="+mn-ea"/>
              </a:rPr>
              <a:t>定义增删查改语句的标签、定义结果集映射的标签、定义和引用SQL片段的标签</a:t>
            </a:r>
            <a:r>
              <a:rPr lang="zh-CN" altLang="zh-CN" sz="2000" dirty="0">
                <a:solidFill>
                  <a:srgbClr val="595959"/>
                </a:solidFill>
                <a:latin typeface="微软雅黑" panose="020B0503020204020204" pitchFamily="34" charset="-122"/>
                <a:ea typeface="微软雅黑" panose="020B0503020204020204" pitchFamily="34" charset="-122"/>
              </a:rPr>
              <a:t>。下对MyBatis映射文件中的常见标签进行讲解。</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9" name="圆角矩形 8"/>
          <p:cNvSpPr/>
          <p:nvPr>
            <p:custDataLst>
              <p:tags r:id="rId2"/>
            </p:custDataLst>
          </p:nvPr>
        </p:nvSpPr>
        <p:spPr>
          <a:xfrm>
            <a:off x="1031240" y="1736090"/>
            <a:ext cx="10427335" cy="4091940"/>
          </a:xfrm>
          <a:prstGeom prst="roundRect">
            <a:avLst>
              <a:gd name="adj" fmla="val 0"/>
            </a:avLst>
          </a:prstGeom>
          <a:noFill/>
          <a:ln w="3175">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0" name="矩形 93"/>
          <p:cNvSpPr/>
          <p:nvPr>
            <p:custDataLst>
              <p:tags r:id="rId3"/>
            </p:custDataLst>
          </p:nvPr>
        </p:nvSpPr>
        <p:spPr>
          <a:xfrm>
            <a:off x="998855" y="1676400"/>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
        <p:nvSpPr>
          <p:cNvPr id="41" name="矩形 93"/>
          <p:cNvSpPr/>
          <p:nvPr>
            <p:custDataLst>
              <p:tags r:id="rId4"/>
            </p:custDataLst>
          </p:nvPr>
        </p:nvSpPr>
        <p:spPr>
          <a:xfrm rot="10800000">
            <a:off x="11135360" y="5376545"/>
            <a:ext cx="408305" cy="524510"/>
          </a:xfrm>
          <a:custGeom>
            <a:avLst/>
            <a:gdLst/>
            <a:ahLst/>
            <a:cxnLst/>
            <a:rect l="l" t="t" r="r" b="b"/>
            <a:pathLst>
              <a:path w="504056" h="504056">
                <a:moveTo>
                  <a:pt x="0" y="0"/>
                </a:moveTo>
                <a:lnTo>
                  <a:pt x="504056" y="0"/>
                </a:lnTo>
                <a:lnTo>
                  <a:pt x="504056" y="144016"/>
                </a:lnTo>
                <a:lnTo>
                  <a:pt x="144016" y="144016"/>
                </a:lnTo>
                <a:lnTo>
                  <a:pt x="144016" y="504056"/>
                </a:lnTo>
                <a:lnTo>
                  <a:pt x="0" y="5040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2400">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282190"/>
            <a:ext cx="5445760" cy="2336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sym typeface="+mn-ea"/>
              </a:rPr>
              <a:t>掌握</a:t>
            </a:r>
            <a:r>
              <a:rPr lang="zh-CN" altLang="en-US" dirty="0">
                <a:solidFill>
                  <a:srgbClr val="1369B2"/>
                </a:solidFill>
                <a:latin typeface="微软雅黑" panose="020B0503020204020204" pitchFamily="34" charset="-122"/>
                <a:ea typeface="微软雅黑" panose="020B0503020204020204" pitchFamily="34" charset="-122"/>
                <a:sym typeface="+mn-ea"/>
              </a:rPr>
              <a:t>定义增删查改语句的标签</a:t>
            </a:r>
            <a:r>
              <a:rPr lang="zh-CN" altLang="en-US" dirty="0">
                <a:solidFill>
                  <a:srgbClr val="595959"/>
                </a:solidFill>
                <a:latin typeface="微软雅黑" panose="020B0503020204020204" pitchFamily="34" charset="-122"/>
                <a:ea typeface="微软雅黑" panose="020B0503020204020204" pitchFamily="34" charset="-122"/>
                <a:sym typeface="+mn-ea"/>
              </a:rPr>
              <a:t>，能够在MyBatis映射文件中使用</a:t>
            </a:r>
            <a:r>
              <a:rPr lang="zh-CN" altLang="en-US" dirty="0">
                <a:solidFill>
                  <a:srgbClr val="1369B2"/>
                </a:solidFill>
                <a:latin typeface="微软雅黑" panose="020B0503020204020204" pitchFamily="34" charset="-122"/>
                <a:ea typeface="微软雅黑" panose="020B0503020204020204" pitchFamily="34" charset="-122"/>
                <a:sym typeface="+mn-ea"/>
              </a:rPr>
              <a:t>&lt;select&gt;标签、&lt;insert&gt;标签、&lt;update&gt;标签、&lt;delete&gt;标签</a:t>
            </a:r>
            <a:r>
              <a:rPr lang="zh-CN" altLang="en-US" dirty="0">
                <a:solidFill>
                  <a:srgbClr val="595959"/>
                </a:solidFill>
                <a:latin typeface="微软雅黑" panose="020B0503020204020204" pitchFamily="34" charset="-122"/>
                <a:ea typeface="微软雅黑" panose="020B0503020204020204" pitchFamily="34" charset="-122"/>
                <a:sym typeface="+mn-ea"/>
              </a:rPr>
              <a:t>定义增删改查语句</a:t>
            </a:r>
            <a:endParaRPr lang="zh-CN" altLang="en-US" dirty="0">
              <a:solidFill>
                <a:srgbClr val="595959"/>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TextBox 35"/>
          <p:cNvSpPr txBox="1">
            <a:spLocks noChangeArrowheads="1"/>
          </p:cNvSpPr>
          <p:nvPr>
            <p:custDataLst>
              <p:tags r:id="rId1"/>
            </p:custDataLst>
          </p:nvPr>
        </p:nvSpPr>
        <p:spPr bwMode="auto">
          <a:xfrm>
            <a:off x="923925" y="1390015"/>
            <a:ext cx="1054544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在使用MyBatis进行持久层开发时，核心任务之一便是定义与</a:t>
            </a:r>
            <a:r>
              <a:rPr lang="zh-CN" altLang="en-US" sz="2000" dirty="0">
                <a:solidFill>
                  <a:srgbClr val="1369B2"/>
                </a:solidFill>
                <a:latin typeface="微软雅黑" panose="020B0503020204020204" pitchFamily="34" charset="-122"/>
                <a:ea typeface="微软雅黑" panose="020B0503020204020204" pitchFamily="34" charset="-122"/>
                <a:cs typeface="+mn-ea"/>
              </a:rPr>
              <a:t>数据库交互的SQL语句</a:t>
            </a:r>
            <a:r>
              <a:rPr lang="zh-CN" altLang="zh-CN" sz="2000" dirty="0">
                <a:solidFill>
                  <a:srgbClr val="595959"/>
                </a:solidFill>
                <a:latin typeface="微软雅黑" panose="020B0503020204020204" pitchFamily="34" charset="-122"/>
                <a:ea typeface="微软雅黑" panose="020B0503020204020204" pitchFamily="34" charset="-122"/>
              </a:rPr>
              <a:t>，以便</a:t>
            </a:r>
            <a:r>
              <a:rPr lang="zh-CN" altLang="en-US" sz="2000" dirty="0">
                <a:solidFill>
                  <a:srgbClr val="1369B2"/>
                </a:solidFill>
                <a:latin typeface="微软雅黑" panose="020B0503020204020204" pitchFamily="34" charset="-122"/>
                <a:ea typeface="微软雅黑" panose="020B0503020204020204" pitchFamily="34" charset="-122"/>
                <a:cs typeface="+mn-ea"/>
              </a:rPr>
              <a:t>实现数据的增删查改操作</a:t>
            </a:r>
            <a:r>
              <a:rPr lang="zh-CN" altLang="zh-CN" sz="2000" dirty="0">
                <a:solidFill>
                  <a:srgbClr val="595959"/>
                </a:solidFill>
                <a:latin typeface="微软雅黑" panose="020B0503020204020204" pitchFamily="34" charset="-122"/>
                <a:ea typeface="微软雅黑" panose="020B0503020204020204" pitchFamily="34" charset="-122"/>
              </a:rPr>
              <a:t>。这些操作的SQL指令并非直接硬编码在应用程序中，而是封装在易于管理和维护的</a:t>
            </a:r>
            <a:r>
              <a:rPr lang="zh-CN" altLang="en-US" sz="2000" dirty="0">
                <a:solidFill>
                  <a:srgbClr val="1369B2"/>
                </a:solidFill>
                <a:latin typeface="微软雅黑" panose="020B0503020204020204" pitchFamily="34" charset="-122"/>
                <a:ea typeface="微软雅黑" panose="020B0503020204020204" pitchFamily="34" charset="-122"/>
                <a:cs typeface="+mn-ea"/>
              </a:rPr>
              <a:t>XML映射文件中</a:t>
            </a:r>
            <a:r>
              <a:rPr lang="zh-CN" altLang="zh-CN" sz="2000" dirty="0">
                <a:solidFill>
                  <a:srgbClr val="595959"/>
                </a:solidFill>
                <a:latin typeface="微软雅黑" panose="020B0503020204020204" pitchFamily="34" charset="-122"/>
                <a:ea typeface="微软雅黑" panose="020B0503020204020204" pitchFamily="34" charset="-122"/>
              </a:rPr>
              <a:t>。通过这种方式，开发者可以将复杂的</a:t>
            </a:r>
            <a:r>
              <a:rPr lang="zh-CN" altLang="en-US" sz="2000" dirty="0">
                <a:solidFill>
                  <a:srgbClr val="1369B2"/>
                </a:solidFill>
                <a:latin typeface="微软雅黑" panose="020B0503020204020204" pitchFamily="34" charset="-122"/>
                <a:ea typeface="微软雅黑" panose="020B0503020204020204" pitchFamily="34" charset="-122"/>
                <a:cs typeface="+mn-ea"/>
              </a:rPr>
              <a:t>SQL语句</a:t>
            </a:r>
            <a:r>
              <a:rPr lang="zh-CN" altLang="zh-CN" sz="2000" dirty="0">
                <a:solidFill>
                  <a:srgbClr val="595959"/>
                </a:solidFill>
                <a:latin typeface="微软雅黑" panose="020B0503020204020204" pitchFamily="34" charset="-122"/>
                <a:ea typeface="微软雅黑" panose="020B0503020204020204" pitchFamily="34" charset="-122"/>
              </a:rPr>
              <a:t>与</a:t>
            </a:r>
            <a:r>
              <a:rPr lang="zh-CN" altLang="en-US" sz="2000" dirty="0">
                <a:solidFill>
                  <a:srgbClr val="1369B2"/>
                </a:solidFill>
                <a:latin typeface="微软雅黑" panose="020B0503020204020204" pitchFamily="34" charset="-122"/>
                <a:ea typeface="微软雅黑" panose="020B0503020204020204" pitchFamily="34" charset="-122"/>
                <a:cs typeface="+mn-ea"/>
              </a:rPr>
              <a:t>业务逻辑分离</a:t>
            </a:r>
            <a:r>
              <a:rPr lang="zh-CN" altLang="zh-CN" sz="2000" dirty="0">
                <a:solidFill>
                  <a:srgbClr val="595959"/>
                </a:solidFill>
                <a:latin typeface="微软雅黑" panose="020B0503020204020204" pitchFamily="34" charset="-122"/>
                <a:ea typeface="微软雅黑" panose="020B0503020204020204" pitchFamily="34" charset="-122"/>
              </a:rPr>
              <a:t>，提升代码的整洁度与可读性。下面对MyBatis映射文件中用于定义</a:t>
            </a:r>
            <a:r>
              <a:rPr lang="en-US" altLang="zh-CN" sz="2000" dirty="0">
                <a:solidFill>
                  <a:srgbClr val="595959"/>
                </a:solidFill>
                <a:latin typeface="微软雅黑" panose="020B0503020204020204" pitchFamily="34" charset="-122"/>
                <a:ea typeface="微软雅黑" panose="020B0503020204020204" pitchFamily="34" charset="-122"/>
              </a:rPr>
              <a:t>SQL</a:t>
            </a:r>
            <a:r>
              <a:rPr lang="zh-CN" altLang="zh-CN" sz="2000" dirty="0">
                <a:solidFill>
                  <a:srgbClr val="595959"/>
                </a:solidFill>
                <a:latin typeface="微软雅黑" panose="020B0503020204020204" pitchFamily="34" charset="-122"/>
                <a:ea typeface="微软雅黑" panose="020B0503020204020204" pitchFamily="34" charset="-122"/>
              </a:rPr>
              <a:t>语句的标签进行讲解。</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5" name="组合 4"/>
          <p:cNvGrpSpPr/>
          <p:nvPr/>
        </p:nvGrpSpPr>
        <p:grpSpPr>
          <a:xfrm>
            <a:off x="750739" y="2403001"/>
            <a:ext cx="10713355" cy="4570819"/>
            <a:chOff x="627123" y="2435096"/>
            <a:chExt cx="10756739" cy="3471772"/>
          </a:xfrm>
        </p:grpSpPr>
        <p:sp>
          <p:nvSpPr>
            <p:cNvPr id="7" name="MH_Other_1"/>
            <p:cNvSpPr/>
            <p:nvPr>
              <p:custDataLst>
                <p:tags r:id="rId2"/>
              </p:custDataLst>
            </p:nvPr>
          </p:nvSpPr>
          <p:spPr>
            <a:xfrm>
              <a:off x="7183722" y="2970901"/>
              <a:ext cx="1128476"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8" name="MH_SubTitle_4"/>
            <p:cNvSpPr txBox="1">
              <a:spLocks noChangeArrowheads="1"/>
            </p:cNvSpPr>
            <p:nvPr>
              <p:custDataLst>
                <p:tags r:id="rId3"/>
              </p:custDataLst>
            </p:nvPr>
          </p:nvSpPr>
          <p:spPr bwMode="auto">
            <a:xfrm>
              <a:off x="8500631" y="2435096"/>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resultMap属性</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9" name="MH_Text_4"/>
            <p:cNvSpPr txBox="1"/>
            <p:nvPr>
              <p:custDataLst>
                <p:tags r:id="rId4"/>
              </p:custDataLst>
            </p:nvPr>
          </p:nvSpPr>
          <p:spPr>
            <a:xfrm>
              <a:off x="8500631" y="3180500"/>
              <a:ext cx="2883231" cy="1005120"/>
            </a:xfrm>
            <a:prstGeom prst="rect">
              <a:avLst/>
            </a:prstGeom>
            <a:noFill/>
          </p:spPr>
          <p:txBody>
            <a:bodyPr lIns="0" tIns="0" rIns="0" bIns="0">
              <a:noAutofit/>
            </a:bodyPr>
            <a:lstStyle/>
            <a:p>
              <a:pPr lvl="0" algn="l" defTabSz="914400">
                <a:lnSpc>
                  <a:spcPct val="120000"/>
                </a:lnSpc>
                <a:spcBef>
                  <a:spcPts val="0"/>
                </a:spcBef>
                <a:spcAft>
                  <a:spcPts val="0"/>
                </a:spcAft>
                <a:buClrTx/>
                <a:buSzTx/>
                <a:buFontTx/>
                <a:defRPr/>
              </a:pPr>
              <a:r>
                <a:rPr lang="zh-CN" altLang="zh-CN" sz="1800" dirty="0">
                  <a:solidFill>
                    <a:srgbClr val="595959"/>
                  </a:solidFill>
                  <a:latin typeface="微软雅黑" panose="020B0503020204020204" pitchFamily="34" charset="-122"/>
                  <a:ea typeface="微软雅黑" panose="020B0503020204020204" pitchFamily="34" charset="-122"/>
                  <a:sym typeface="+mn-ea"/>
                </a:rPr>
                <a:t>用于指定一个结果集映射，可以使用这个属性来引用一个定义好的&lt;resultMap&gt;</a:t>
              </a:r>
              <a:endParaRPr lang="zh-CN" altLang="zh-CN" sz="1800" dirty="0">
                <a:solidFill>
                  <a:srgbClr val="595959"/>
                </a:solidFill>
                <a:latin typeface="微软雅黑" panose="020B0503020204020204" pitchFamily="34" charset="-122"/>
                <a:ea typeface="微软雅黑" panose="020B0503020204020204" pitchFamily="34" charset="-122"/>
                <a:sym typeface="+mn-ea"/>
              </a:endParaRPr>
            </a:p>
          </p:txBody>
        </p:sp>
        <p:sp>
          <p:nvSpPr>
            <p:cNvPr id="11" name="MH_Other_2"/>
            <p:cNvSpPr/>
            <p:nvPr>
              <p:custDataLst>
                <p:tags r:id="rId5"/>
              </p:custDataLst>
            </p:nvPr>
          </p:nvSpPr>
          <p:spPr>
            <a:xfrm flipH="1">
              <a:off x="3914736" y="2970901"/>
              <a:ext cx="1126360"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3" name="MH_SubTitle_1"/>
            <p:cNvSpPr txBox="1">
              <a:spLocks noChangeArrowheads="1"/>
            </p:cNvSpPr>
            <p:nvPr>
              <p:custDataLst>
                <p:tags r:id="rId6"/>
              </p:custDataLst>
            </p:nvPr>
          </p:nvSpPr>
          <p:spPr bwMode="auto">
            <a:xfrm flipH="1">
              <a:off x="1054375" y="2435097"/>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id属性</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19" name="MH_Text_1"/>
            <p:cNvSpPr txBox="1"/>
            <p:nvPr>
              <p:custDataLst>
                <p:tags r:id="rId7"/>
              </p:custDataLst>
            </p:nvPr>
          </p:nvSpPr>
          <p:spPr>
            <a:xfrm flipH="1">
              <a:off x="627126" y="3180500"/>
              <a:ext cx="3093356" cy="1005120"/>
            </a:xfrm>
            <a:prstGeom prst="rect">
              <a:avLst/>
            </a:prstGeom>
            <a:noFill/>
          </p:spPr>
          <p:txBody>
            <a:bodyPr lIns="0" tIns="0" rIns="0" bIns="0"/>
            <a:lstStyle/>
            <a:p>
              <a:pPr marL="0" marR="0" lvl="0" indent="0" algn="l" defTabSz="914400" rtl="0" fontAlgn="auto">
                <a:lnSpc>
                  <a:spcPct val="130000"/>
                </a:lnSpc>
                <a:spcBef>
                  <a:spcPts val="0"/>
                </a:spcBef>
                <a:spcAft>
                  <a:spcPts val="0"/>
                </a:spcAft>
                <a:buClrTx/>
                <a:buSzTx/>
                <a:buFontTx/>
                <a:buNone/>
                <a:defRPr/>
              </a:pPr>
              <a:r>
                <a:rPr lang="zh-CN" altLang="zh-CN" sz="1800" dirty="0">
                  <a:solidFill>
                    <a:srgbClr val="595959"/>
                  </a:solidFill>
                  <a:latin typeface="微软雅黑" panose="020B0503020204020204" pitchFamily="34" charset="-122"/>
                  <a:ea typeface="微软雅黑" panose="020B0503020204020204" pitchFamily="34" charset="-122"/>
                  <a:sym typeface="+mn-ea"/>
                </a:rPr>
                <a:t>用于定义当前查询的唯一标识，是必需的属性</a:t>
              </a: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sym typeface="+mn-ea"/>
              </a:endParaRPr>
            </a:p>
          </p:txBody>
        </p:sp>
        <p:sp>
          <p:nvSpPr>
            <p:cNvPr id="20" name="MH_Other_3"/>
            <p:cNvSpPr/>
            <p:nvPr>
              <p:custDataLst>
                <p:tags r:id="rId8"/>
              </p:custDataLst>
            </p:nvPr>
          </p:nvSpPr>
          <p:spPr>
            <a:xfrm flipV="1">
              <a:off x="7183722" y="4450794"/>
              <a:ext cx="1128476"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21" name="MH_Other_4"/>
            <p:cNvSpPr/>
            <p:nvPr>
              <p:custDataLst>
                <p:tags r:id="rId9"/>
              </p:custDataLst>
            </p:nvPr>
          </p:nvSpPr>
          <p:spPr>
            <a:xfrm flipH="1" flipV="1">
              <a:off x="3914736" y="4450794"/>
              <a:ext cx="1126360"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22" name="MH_Other_5"/>
            <p:cNvSpPr/>
            <p:nvPr>
              <p:custDataLst>
                <p:tags r:id="rId10"/>
              </p:custDataLst>
            </p:nvPr>
          </p:nvSpPr>
          <p:spPr>
            <a:xfrm>
              <a:off x="4763017" y="2801907"/>
              <a:ext cx="1162607" cy="871929"/>
            </a:xfrm>
            <a:custGeom>
              <a:avLst/>
              <a:gdLst>
                <a:gd name="connsiteX0" fmla="*/ 1090749 w 1090749"/>
                <a:gd name="connsiteY0" fmla="*/ 0 h 1090749"/>
                <a:gd name="connsiteX1" fmla="*/ 1090749 w 1090749"/>
                <a:gd name="connsiteY1" fmla="*/ 520353 h 1090749"/>
                <a:gd name="connsiteX2" fmla="*/ 1054097 w 1090749"/>
                <a:gd name="connsiteY2" fmla="*/ 529777 h 1090749"/>
                <a:gd name="connsiteX3" fmla="*/ 529777 w 1090749"/>
                <a:gd name="connsiteY3" fmla="*/ 1054097 h 1090749"/>
                <a:gd name="connsiteX4" fmla="*/ 520353 w 1090749"/>
                <a:gd name="connsiteY4" fmla="*/ 1090749 h 1090749"/>
                <a:gd name="connsiteX5" fmla="*/ 0 w 1090749"/>
                <a:gd name="connsiteY5" fmla="*/ 1090749 h 1090749"/>
                <a:gd name="connsiteX6" fmla="*/ 9646 w 1090749"/>
                <a:gd name="connsiteY6" fmla="*/ 1027542 h 1090749"/>
                <a:gd name="connsiteX7" fmla="*/ 1027542 w 1090749"/>
                <a:gd name="connsiteY7" fmla="*/ 9646 h 1090749"/>
                <a:gd name="connsiteX8" fmla="*/ 1090749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1090749" y="0"/>
                  </a:moveTo>
                  <a:lnTo>
                    <a:pt x="1090749" y="520353"/>
                  </a:lnTo>
                  <a:lnTo>
                    <a:pt x="1054097" y="529777"/>
                  </a:lnTo>
                  <a:cubicBezTo>
                    <a:pt x="804459" y="607423"/>
                    <a:pt x="607423" y="804459"/>
                    <a:pt x="529777" y="1054097"/>
                  </a:cubicBezTo>
                  <a:lnTo>
                    <a:pt x="520353" y="1090749"/>
                  </a:lnTo>
                  <a:lnTo>
                    <a:pt x="0" y="1090749"/>
                  </a:lnTo>
                  <a:lnTo>
                    <a:pt x="9646" y="1027542"/>
                  </a:lnTo>
                  <a:cubicBezTo>
                    <a:pt x="114196" y="516617"/>
                    <a:pt x="516617" y="114196"/>
                    <a:pt x="1027542" y="9646"/>
                  </a:cubicBezTo>
                  <a:lnTo>
                    <a:pt x="1090749"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23" name="MH_Other_6"/>
            <p:cNvSpPr/>
            <p:nvPr>
              <p:custDataLst>
                <p:tags r:id="rId11"/>
              </p:custDataLst>
            </p:nvPr>
          </p:nvSpPr>
          <p:spPr>
            <a:xfrm>
              <a:off x="6324182" y="2801907"/>
              <a:ext cx="1162607" cy="871929"/>
            </a:xfrm>
            <a:custGeom>
              <a:avLst/>
              <a:gdLst>
                <a:gd name="connsiteX0" fmla="*/ 0 w 1090749"/>
                <a:gd name="connsiteY0" fmla="*/ 0 h 1090749"/>
                <a:gd name="connsiteX1" fmla="*/ 63206 w 1090749"/>
                <a:gd name="connsiteY1" fmla="*/ 9646 h 1090749"/>
                <a:gd name="connsiteX2" fmla="*/ 1081102 w 1090749"/>
                <a:gd name="connsiteY2" fmla="*/ 1027542 h 1090749"/>
                <a:gd name="connsiteX3" fmla="*/ 1090749 w 1090749"/>
                <a:gd name="connsiteY3" fmla="*/ 1090749 h 1090749"/>
                <a:gd name="connsiteX4" fmla="*/ 570395 w 1090749"/>
                <a:gd name="connsiteY4" fmla="*/ 1090749 h 1090749"/>
                <a:gd name="connsiteX5" fmla="*/ 560971 w 1090749"/>
                <a:gd name="connsiteY5" fmla="*/ 1054097 h 1090749"/>
                <a:gd name="connsiteX6" fmla="*/ 36651 w 1090749"/>
                <a:gd name="connsiteY6" fmla="*/ 529777 h 1090749"/>
                <a:gd name="connsiteX7" fmla="*/ 0 w 1090749"/>
                <a:gd name="connsiteY7" fmla="*/ 520353 h 1090749"/>
                <a:gd name="connsiteX8" fmla="*/ 0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0" y="0"/>
                  </a:moveTo>
                  <a:lnTo>
                    <a:pt x="63206" y="9646"/>
                  </a:lnTo>
                  <a:cubicBezTo>
                    <a:pt x="574131" y="114196"/>
                    <a:pt x="976552" y="516617"/>
                    <a:pt x="1081102" y="1027542"/>
                  </a:cubicBezTo>
                  <a:lnTo>
                    <a:pt x="1090749" y="1090749"/>
                  </a:lnTo>
                  <a:lnTo>
                    <a:pt x="570395" y="1090749"/>
                  </a:lnTo>
                  <a:lnTo>
                    <a:pt x="560971" y="1054097"/>
                  </a:lnTo>
                  <a:cubicBezTo>
                    <a:pt x="483326" y="804459"/>
                    <a:pt x="286290" y="607423"/>
                    <a:pt x="36651" y="529777"/>
                  </a:cubicBezTo>
                  <a:lnTo>
                    <a:pt x="0" y="520353"/>
                  </a:lnTo>
                  <a:lnTo>
                    <a:pt x="0"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24" name="MH_Other_7"/>
            <p:cNvSpPr/>
            <p:nvPr>
              <p:custDataLst>
                <p:tags r:id="rId12"/>
              </p:custDataLst>
            </p:nvPr>
          </p:nvSpPr>
          <p:spPr>
            <a:xfrm>
              <a:off x="4734326" y="3994264"/>
              <a:ext cx="1162607" cy="871929"/>
            </a:xfrm>
            <a:custGeom>
              <a:avLst/>
              <a:gdLst>
                <a:gd name="connsiteX0" fmla="*/ 0 w 1090749"/>
                <a:gd name="connsiteY0" fmla="*/ 0 h 1090749"/>
                <a:gd name="connsiteX1" fmla="*/ 520353 w 1090749"/>
                <a:gd name="connsiteY1" fmla="*/ 0 h 1090749"/>
                <a:gd name="connsiteX2" fmla="*/ 529777 w 1090749"/>
                <a:gd name="connsiteY2" fmla="*/ 36651 h 1090749"/>
                <a:gd name="connsiteX3" fmla="*/ 1054097 w 1090749"/>
                <a:gd name="connsiteY3" fmla="*/ 560971 h 1090749"/>
                <a:gd name="connsiteX4" fmla="*/ 1090749 w 1090749"/>
                <a:gd name="connsiteY4" fmla="*/ 570395 h 1090749"/>
                <a:gd name="connsiteX5" fmla="*/ 1090749 w 1090749"/>
                <a:gd name="connsiteY5" fmla="*/ 1090749 h 1090749"/>
                <a:gd name="connsiteX6" fmla="*/ 1027542 w 1090749"/>
                <a:gd name="connsiteY6" fmla="*/ 1081102 h 1090749"/>
                <a:gd name="connsiteX7" fmla="*/ 9646 w 1090749"/>
                <a:gd name="connsiteY7" fmla="*/ 63206 h 1090749"/>
                <a:gd name="connsiteX8" fmla="*/ 0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0" y="0"/>
                  </a:moveTo>
                  <a:lnTo>
                    <a:pt x="520353" y="0"/>
                  </a:lnTo>
                  <a:lnTo>
                    <a:pt x="529777" y="36651"/>
                  </a:lnTo>
                  <a:cubicBezTo>
                    <a:pt x="607423" y="286290"/>
                    <a:pt x="804459" y="483326"/>
                    <a:pt x="1054097" y="560971"/>
                  </a:cubicBezTo>
                  <a:lnTo>
                    <a:pt x="1090749" y="570395"/>
                  </a:lnTo>
                  <a:lnTo>
                    <a:pt x="1090749" y="1090749"/>
                  </a:lnTo>
                  <a:lnTo>
                    <a:pt x="1027542" y="1081102"/>
                  </a:lnTo>
                  <a:cubicBezTo>
                    <a:pt x="516617" y="976552"/>
                    <a:pt x="114196" y="574131"/>
                    <a:pt x="9646" y="63206"/>
                  </a:cubicBezTo>
                  <a:lnTo>
                    <a:pt x="0"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25" name="MH_Other_8"/>
            <p:cNvSpPr/>
            <p:nvPr>
              <p:custDataLst>
                <p:tags r:id="rId13"/>
              </p:custDataLst>
            </p:nvPr>
          </p:nvSpPr>
          <p:spPr>
            <a:xfrm>
              <a:off x="6324182" y="3994263"/>
              <a:ext cx="1162605" cy="871928"/>
            </a:xfrm>
            <a:custGeom>
              <a:avLst/>
              <a:gdLst>
                <a:gd name="connsiteX0" fmla="*/ 570395 w 1090748"/>
                <a:gd name="connsiteY0" fmla="*/ 0 h 1090748"/>
                <a:gd name="connsiteX1" fmla="*/ 1090748 w 1090748"/>
                <a:gd name="connsiteY1" fmla="*/ 0 h 1090748"/>
                <a:gd name="connsiteX2" fmla="*/ 1081102 w 1090748"/>
                <a:gd name="connsiteY2" fmla="*/ 63206 h 1090748"/>
                <a:gd name="connsiteX3" fmla="*/ 63206 w 1090748"/>
                <a:gd name="connsiteY3" fmla="*/ 1081102 h 1090748"/>
                <a:gd name="connsiteX4" fmla="*/ 0 w 1090748"/>
                <a:gd name="connsiteY4" fmla="*/ 1090748 h 1090748"/>
                <a:gd name="connsiteX5" fmla="*/ 0 w 1090748"/>
                <a:gd name="connsiteY5" fmla="*/ 570395 h 1090748"/>
                <a:gd name="connsiteX6" fmla="*/ 36651 w 1090748"/>
                <a:gd name="connsiteY6" fmla="*/ 560971 h 1090748"/>
                <a:gd name="connsiteX7" fmla="*/ 560971 w 1090748"/>
                <a:gd name="connsiteY7" fmla="*/ 36651 h 1090748"/>
                <a:gd name="connsiteX8" fmla="*/ 570395 w 1090748"/>
                <a:gd name="connsiteY8" fmla="*/ 0 h 1090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8" h="1090748">
                  <a:moveTo>
                    <a:pt x="570395" y="0"/>
                  </a:moveTo>
                  <a:lnTo>
                    <a:pt x="1090748" y="0"/>
                  </a:lnTo>
                  <a:lnTo>
                    <a:pt x="1081102" y="63206"/>
                  </a:lnTo>
                  <a:cubicBezTo>
                    <a:pt x="976552" y="574131"/>
                    <a:pt x="574131" y="976552"/>
                    <a:pt x="63206" y="1081102"/>
                  </a:cubicBezTo>
                  <a:lnTo>
                    <a:pt x="0" y="1090748"/>
                  </a:lnTo>
                  <a:lnTo>
                    <a:pt x="0" y="570395"/>
                  </a:lnTo>
                  <a:lnTo>
                    <a:pt x="36651" y="560971"/>
                  </a:lnTo>
                  <a:cubicBezTo>
                    <a:pt x="286290" y="483326"/>
                    <a:pt x="483326" y="286290"/>
                    <a:pt x="560971" y="36651"/>
                  </a:cubicBezTo>
                  <a:lnTo>
                    <a:pt x="570395" y="0"/>
                  </a:lnTo>
                  <a:close/>
                </a:path>
              </a:pathLst>
            </a:custGeom>
            <a:solidFill>
              <a:srgbClr val="0070C0"/>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26" name="MH_SubTitle_3"/>
            <p:cNvSpPr txBox="1">
              <a:spLocks noChangeArrowheads="1"/>
            </p:cNvSpPr>
            <p:nvPr>
              <p:custDataLst>
                <p:tags r:id="rId14"/>
              </p:custDataLst>
            </p:nvPr>
          </p:nvSpPr>
          <p:spPr bwMode="auto">
            <a:xfrm>
              <a:off x="8500631" y="4156346"/>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parameterType属性</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27" name="MH_Text_3"/>
            <p:cNvSpPr txBox="1"/>
            <p:nvPr>
              <p:custDataLst>
                <p:tags r:id="rId15"/>
              </p:custDataLst>
            </p:nvPr>
          </p:nvSpPr>
          <p:spPr>
            <a:xfrm>
              <a:off x="8500631" y="4900160"/>
              <a:ext cx="2883231" cy="1006708"/>
            </a:xfrm>
            <a:prstGeom prst="rect">
              <a:avLst/>
            </a:prstGeom>
            <a:noFill/>
          </p:spPr>
          <p:txBody>
            <a:bodyPr lIns="0" tIns="0" rIns="0" bIns="0">
              <a:noAutofit/>
            </a:bodyPr>
            <a:lstStyle/>
            <a:p>
              <a:pPr lvl="0" algn="l" defTabSz="914400">
                <a:lnSpc>
                  <a:spcPct val="120000"/>
                </a:lnSpc>
                <a:spcBef>
                  <a:spcPts val="0"/>
                </a:spcBef>
                <a:spcAft>
                  <a:spcPts val="0"/>
                </a:spcAft>
                <a:buClrTx/>
                <a:buSzTx/>
                <a:buFontTx/>
                <a:defRPr/>
              </a:pPr>
              <a:r>
                <a:rPr lang="zh-CN" altLang="zh-CN" sz="1800" dirty="0">
                  <a:solidFill>
                    <a:srgbClr val="595959"/>
                  </a:solidFill>
                  <a:latin typeface="微软雅黑" panose="020B0503020204020204" pitchFamily="34" charset="-122"/>
                  <a:ea typeface="微软雅黑" panose="020B0503020204020204" pitchFamily="34" charset="-122"/>
                  <a:sym typeface="+mn-ea"/>
                </a:rPr>
                <a:t>用于指定传入SQL语句的参数类型</a:t>
              </a:r>
              <a:endParaRPr lang="zh-CN" altLang="zh-CN" sz="1800" dirty="0">
                <a:solidFill>
                  <a:srgbClr val="595959"/>
                </a:solidFill>
                <a:latin typeface="微软雅黑" panose="020B0503020204020204" pitchFamily="34" charset="-122"/>
                <a:ea typeface="微软雅黑" panose="020B0503020204020204" pitchFamily="34" charset="-122"/>
                <a:sym typeface="+mn-ea"/>
              </a:endParaRPr>
            </a:p>
          </p:txBody>
        </p:sp>
        <p:sp>
          <p:nvSpPr>
            <p:cNvPr id="28" name="MH_SubTitle_2"/>
            <p:cNvSpPr txBox="1">
              <a:spLocks noChangeArrowheads="1"/>
            </p:cNvSpPr>
            <p:nvPr>
              <p:custDataLst>
                <p:tags r:id="rId16"/>
              </p:custDataLst>
            </p:nvPr>
          </p:nvSpPr>
          <p:spPr bwMode="auto">
            <a:xfrm flipH="1">
              <a:off x="1054375" y="4156346"/>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resultType属性</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29" name="MH_Text_2"/>
            <p:cNvSpPr txBox="1"/>
            <p:nvPr>
              <p:custDataLst>
                <p:tags r:id="rId17"/>
              </p:custDataLst>
            </p:nvPr>
          </p:nvSpPr>
          <p:spPr>
            <a:xfrm flipH="1">
              <a:off x="627123" y="4845658"/>
              <a:ext cx="3093357" cy="1006708"/>
            </a:xfrm>
            <a:prstGeom prst="rect">
              <a:avLst/>
            </a:prstGeom>
            <a:noFill/>
          </p:spPr>
          <p:txBody>
            <a:bodyPr lIns="0" tIns="0" rIns="0" bIns="0">
              <a:noAutofit/>
            </a:bodyPr>
            <a:lstStyle/>
            <a:p>
              <a:pPr lvl="0" algn="l" defTabSz="914400">
                <a:lnSpc>
                  <a:spcPct val="130000"/>
                </a:lnSpc>
                <a:spcBef>
                  <a:spcPts val="0"/>
                </a:spcBef>
                <a:spcAft>
                  <a:spcPts val="0"/>
                </a:spcAft>
                <a:buClrTx/>
                <a:buSzTx/>
                <a:buFontTx/>
                <a:defRPr/>
              </a:pPr>
              <a:r>
                <a:rPr lang="zh-CN" altLang="zh-CN" sz="1800" dirty="0">
                  <a:solidFill>
                    <a:srgbClr val="595959"/>
                  </a:solidFill>
                  <a:latin typeface="微软雅黑" panose="020B0503020204020204" pitchFamily="34" charset="-122"/>
                  <a:ea typeface="微软雅黑" panose="020B0503020204020204" pitchFamily="34" charset="-122"/>
                  <a:sym typeface="+mn-ea"/>
                </a:rPr>
                <a:t>用于指定查询结果的映射类型，该属性的值可以是Java类的全限定名和ava类对应的别名</a:t>
              </a:r>
              <a:endParaRPr lang="zh-CN" altLang="zh-CN" sz="1800" dirty="0">
                <a:solidFill>
                  <a:srgbClr val="595959"/>
                </a:solidFill>
                <a:latin typeface="微软雅黑" panose="020B0503020204020204" pitchFamily="34" charset="-122"/>
                <a:ea typeface="微软雅黑" panose="020B0503020204020204" pitchFamily="34" charset="-122"/>
                <a:sym typeface="+mn-ea"/>
              </a:endParaRPr>
            </a:p>
          </p:txBody>
        </p:sp>
      </p:grpSp>
      <p:sp>
        <p:nvSpPr>
          <p:cNvPr id="100" name="文本框 99"/>
          <p:cNvSpPr txBox="1"/>
          <p:nvPr/>
        </p:nvSpPr>
        <p:spPr>
          <a:xfrm>
            <a:off x="982980" y="1687195"/>
            <a:ext cx="10191750" cy="922020"/>
          </a:xfrm>
          <a:prstGeom prst="rect">
            <a:avLst/>
          </a:prstGeom>
          <a:noFill/>
          <a:ln w="9525">
            <a:noFill/>
          </a:ln>
        </p:spPr>
        <p:txBody>
          <a:bodyPr wrap="square">
            <a:spAutoFit/>
          </a:bodyPr>
          <a:p>
            <a:pPr algn="just">
              <a:lnSpc>
                <a:spcPct val="150000"/>
              </a:lnSpc>
              <a:buClrTx/>
              <a:buSzTx/>
              <a:buFontTx/>
            </a:pPr>
            <a:r>
              <a:rPr lang="zh-CN" altLang="zh-CN" sz="1800" b="0" dirty="0">
                <a:solidFill>
                  <a:srgbClr val="595959"/>
                </a:solidFill>
                <a:latin typeface="微软雅黑" panose="020B0503020204020204" pitchFamily="34" charset="-122"/>
                <a:ea typeface="微软雅黑" panose="020B0503020204020204" pitchFamily="34" charset="-122"/>
              </a:rPr>
              <a:t>在MyBatis中，</a:t>
            </a:r>
            <a:r>
              <a:rPr lang="zh-CN" altLang="en-US" sz="1800" b="0" dirty="0">
                <a:solidFill>
                  <a:srgbClr val="1369B2"/>
                </a:solidFill>
                <a:latin typeface="微软雅黑" panose="020B0503020204020204" pitchFamily="34" charset="-122"/>
                <a:ea typeface="微软雅黑" panose="020B0503020204020204" pitchFamily="34" charset="-122"/>
                <a:cs typeface="+mn-ea"/>
              </a:rPr>
              <a:t>&lt;select&gt;标签</a:t>
            </a:r>
            <a:r>
              <a:rPr lang="zh-CN" altLang="zh-CN" sz="1800" b="0" dirty="0">
                <a:solidFill>
                  <a:srgbClr val="595959"/>
                </a:solidFill>
                <a:latin typeface="微软雅黑" panose="020B0503020204020204" pitchFamily="34" charset="-122"/>
                <a:ea typeface="微软雅黑" panose="020B0503020204020204" pitchFamily="34" charset="-122"/>
              </a:rPr>
              <a:t>用于配置 SQL 查询语句以及查询结果的映射规则。使用&lt;select&gt;标签开发者可以指定一个</a:t>
            </a:r>
            <a:r>
              <a:rPr lang="zh-CN" altLang="en-US" sz="1800" b="0" dirty="0">
                <a:solidFill>
                  <a:srgbClr val="1369B2"/>
                </a:solidFill>
                <a:latin typeface="微软雅黑" panose="020B0503020204020204" pitchFamily="34" charset="-122"/>
                <a:ea typeface="微软雅黑" panose="020B0503020204020204" pitchFamily="34" charset="-122"/>
                <a:cs typeface="+mn-ea"/>
              </a:rPr>
              <a:t>SQL查询</a:t>
            </a:r>
            <a:r>
              <a:rPr lang="zh-CN" altLang="zh-CN" sz="1800" b="0" dirty="0">
                <a:solidFill>
                  <a:srgbClr val="595959"/>
                </a:solidFill>
                <a:latin typeface="微软雅黑" panose="020B0503020204020204" pitchFamily="34" charset="-122"/>
                <a:ea typeface="微软雅黑" panose="020B0503020204020204" pitchFamily="34" charset="-122"/>
              </a:rPr>
              <a:t>，并指定如何</a:t>
            </a:r>
            <a:r>
              <a:rPr lang="zh-CN" altLang="en-US" sz="1800" b="0" dirty="0">
                <a:solidFill>
                  <a:srgbClr val="1369B2"/>
                </a:solidFill>
                <a:latin typeface="微软雅黑" panose="020B0503020204020204" pitchFamily="34" charset="-122"/>
                <a:ea typeface="微软雅黑" panose="020B0503020204020204" pitchFamily="34" charset="-122"/>
                <a:cs typeface="+mn-ea"/>
              </a:rPr>
              <a:t>将查询结果集映射到Java对象</a:t>
            </a:r>
            <a:r>
              <a:rPr lang="zh-CN" altLang="zh-CN" sz="1800" b="0" dirty="0">
                <a:solidFill>
                  <a:srgbClr val="595959"/>
                </a:solidFill>
                <a:latin typeface="微软雅黑" panose="020B0503020204020204" pitchFamily="34" charset="-122"/>
                <a:ea typeface="微软雅黑" panose="020B0503020204020204" pitchFamily="34" charset="-122"/>
              </a:rPr>
              <a:t>。</a:t>
            </a:r>
            <a:endParaRPr lang="zh-CN" altLang="zh-CN" sz="1800" b="0" dirty="0">
              <a:solidFill>
                <a:srgbClr val="595959"/>
              </a:solidFill>
              <a:latin typeface="微软雅黑" panose="020B0503020204020204" pitchFamily="34" charset="-122"/>
              <a:ea typeface="微软雅黑" panose="020B0503020204020204" pitchFamily="34" charset="-122"/>
            </a:endParaRPr>
          </a:p>
        </p:txBody>
      </p:sp>
      <p:sp>
        <p:nvSpPr>
          <p:cNvPr id="30" name="MH_SubTitle_1"/>
          <p:cNvSpPr txBox="1">
            <a:spLocks noChangeArrowheads="1"/>
          </p:cNvSpPr>
          <p:nvPr>
            <p:custDataLst>
              <p:tags r:id="rId18"/>
            </p:custDataLst>
          </p:nvPr>
        </p:nvSpPr>
        <p:spPr bwMode="auto">
          <a:xfrm flipH="1">
            <a:off x="5413375" y="3867150"/>
            <a:ext cx="1706245" cy="728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l"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&lt;select&gt;标签的常用属性</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32" name="MH_SubTitle_1"/>
          <p:cNvSpPr txBox="1">
            <a:spLocks noChangeArrowheads="1"/>
          </p:cNvSpPr>
          <p:nvPr>
            <p:custDataLst>
              <p:tags r:id="rId19"/>
            </p:custDataLst>
          </p:nvPr>
        </p:nvSpPr>
        <p:spPr bwMode="auto">
          <a:xfrm flipH="1">
            <a:off x="1126490" y="1189355"/>
            <a:ext cx="2898140" cy="35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l" defTabSz="1087755">
              <a:lnSpc>
                <a:spcPct val="120000"/>
              </a:lnSpc>
              <a:defRPr/>
            </a:pPr>
            <a:r>
              <a:rPr lang="en-US" altLang="zh-CN"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1. </a:t>
            </a: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&lt;select&gt;标签</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823720"/>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(1)创建Mapper接口</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文件8-6</a:t>
                </a:r>
                <a:endParaRPr sz="1800">
                  <a:sym typeface="+mn-ea"/>
                </a:endParaRPr>
              </a:p>
              <a:p>
                <a:pPr algn="ctr"/>
                <a:r>
                  <a:rPr sz="1800">
                    <a:sym typeface="+mn-ea"/>
                    <a:hlinkClick r:id="rId7"/>
                  </a:rPr>
                  <a:t>UserMapper.java</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6" name="文本框 5"/>
          <p:cNvSpPr txBox="1"/>
          <p:nvPr>
            <p:custDataLst>
              <p:tags r:id="rId13"/>
            </p:custDataLst>
          </p:nvPr>
        </p:nvSpPr>
        <p:spPr>
          <a:xfrm>
            <a:off x="993775" y="2385695"/>
            <a:ext cx="10295890" cy="92202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在项目的src/main/java目录下创建包com.itheima.mapper，并在该包中定义操作User对象和数据库数据映射的Mapper</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接口UserMapper</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，并在该接口中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定义方法findById()</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，具体如文件8-6所示。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custDataLst>
              <p:tags r:id="rId14"/>
            </p:custDataLst>
          </p:nvPr>
        </p:nvSpPr>
        <p:spPr>
          <a:xfrm>
            <a:off x="977265" y="1077595"/>
            <a:ext cx="10295890" cy="50673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下面通过一个查询用户信息的案例，演示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&lt;select&gt;标签的使用</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249680"/>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(2)编写映射信息</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11655"/>
            <a:ext cx="10295890" cy="2861310"/>
          </a:xfrm>
          <a:prstGeom prst="rect">
            <a:avLst/>
          </a:prstGeom>
          <a:noFill/>
          <a:ln w="9525">
            <a:noFill/>
          </a:ln>
        </p:spPr>
        <p:txBody>
          <a:bodyPr wrap="square">
            <a:spAutoFit/>
          </a:bodyPr>
          <a:p>
            <a:pPr algn="l">
              <a:lnSpc>
                <a:spcPct val="150000"/>
              </a:lnSpc>
              <a:buClrTx/>
              <a:buSzTx/>
              <a:buFontTx/>
            </a:pP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在MyBatis的映射文件中，为了</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动态</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地</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插入SQL语句中的参数值</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，可以使用</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#{}和${}</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两种占位符，其中#{}符号表示</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预编译参数占位符</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，MyBatis会将#{}替换为问号（?），并在执行SQL时使用PreparedStatement的setter()方法为每个问号绑定相应的参数值。</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${}符号用于字符串替换</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，MyBatis会直接将${}内的变量值作为原始字符串插入到SQL语句中。这意味着${}的内容不会被当作参数对待，而是直接参与SQL语句的构建，类似于普通的字符串拼接。</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249680"/>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(2)编写映射信息</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192603"/>
            <a:ext cx="2232248" cy="2232248"/>
          </a:xfrm>
          <a:prstGeom prst="rect">
            <a:avLst/>
          </a:prstGeom>
        </p:spPr>
      </p:pic>
      <p:grpSp>
        <p:nvGrpSpPr>
          <p:cNvPr id="10" name="组合 9"/>
          <p:cNvGrpSpPr/>
          <p:nvPr/>
        </p:nvGrpSpPr>
        <p:grpSpPr>
          <a:xfrm>
            <a:off x="5388978" y="330147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文件8-7</a:t>
                </a:r>
                <a:endParaRPr sz="1800">
                  <a:sym typeface="+mn-ea"/>
                </a:endParaRPr>
              </a:p>
              <a:p>
                <a:pPr algn="ctr"/>
                <a:r>
                  <a:rPr sz="1800">
                    <a:sym typeface="+mn-ea"/>
                    <a:hlinkClick r:id="rId7"/>
                  </a:rPr>
                  <a:t>UserMapper.xml</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6" name="文本框 5"/>
          <p:cNvSpPr txBox="1"/>
          <p:nvPr>
            <p:custDataLst>
              <p:tags r:id="rId13"/>
            </p:custDataLst>
          </p:nvPr>
        </p:nvSpPr>
        <p:spPr>
          <a:xfrm>
            <a:off x="993775" y="1811655"/>
            <a:ext cx="10295890" cy="1337945"/>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在src/main/resources目录下创建多层级文件夹com/itheima/mapper，在该文件夹下创建一个名称为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UserMapper.xml</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的文件，在该文件</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定义查询语句</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，在查询语句中获取传入的参数作为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SQL语句的查询条件</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，具体如文件8-7所示。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249680"/>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(3)定义测试方法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981908"/>
            <a:ext cx="2232248" cy="2232248"/>
          </a:xfrm>
          <a:prstGeom prst="rect">
            <a:avLst/>
          </a:prstGeom>
        </p:spPr>
      </p:pic>
      <p:grpSp>
        <p:nvGrpSpPr>
          <p:cNvPr id="10" name="组合 9"/>
          <p:cNvGrpSpPr/>
          <p:nvPr/>
        </p:nvGrpSpPr>
        <p:grpSpPr>
          <a:xfrm>
            <a:off x="5388978" y="4090782"/>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文件8-8</a:t>
                </a:r>
                <a:endParaRPr sz="1800">
                  <a:sym typeface="+mn-ea"/>
                </a:endParaRPr>
              </a:p>
              <a:p>
                <a:pPr algn="ctr"/>
                <a:r>
                  <a:rPr sz="1800">
                    <a:sym typeface="+mn-ea"/>
                    <a:hlinkClick r:id="rId7"/>
                  </a:rPr>
                  <a:t>MapperTest.java</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6" name="文本框 5"/>
          <p:cNvSpPr txBox="1"/>
          <p:nvPr>
            <p:custDataLst>
              <p:tags r:id="rId13"/>
            </p:custDataLst>
          </p:nvPr>
        </p:nvSpPr>
        <p:spPr>
          <a:xfrm>
            <a:off x="993775" y="1811655"/>
            <a:ext cx="10295890" cy="2168525"/>
          </a:xfrm>
          <a:prstGeom prst="rect">
            <a:avLst/>
          </a:prstGeom>
          <a:noFill/>
          <a:ln w="9525">
            <a:noFill/>
          </a:ln>
        </p:spPr>
        <p:txBody>
          <a:bodyPr wrap="square">
            <a:spAutoFit/>
          </a:bodyPr>
          <a:p>
            <a:pPr algn="l">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SqlSession接口</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中提供了</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getMapper()方法</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用于根据传入Mapper接口的Class对象来</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获取对应的Mapper实例</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。在项目的src/test/java目录下</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创建MapperTest类</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，为了减少冗余代码，在此将创建SqlSession对象的代码抽取成独立的方法</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createSqlSession()</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测试方法selectTest()</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，在测试方法中通过SqlSession对象</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获取UserMapper对象</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，并通过UserMapper对象</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调用其findById()方法</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查询用户信息，具体如文件8-8所示。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249680"/>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(4)注册Mapper接口</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955165"/>
            <a:ext cx="10295890" cy="92202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在文件8-4的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mybatis-config.xml</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文件的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&lt;mappers&gt;标签</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内部，以指定Mapper接口所在的包的方式注册</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Mapper接口</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，代码如下所示。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custDataLst>
              <p:tags r:id="rId5"/>
            </p:custDataLst>
          </p:nvPr>
        </p:nvSpPr>
        <p:spPr>
          <a:xfrm>
            <a:off x="951230" y="3107055"/>
            <a:ext cx="10191750" cy="6654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5" name="矩形 4"/>
          <p:cNvSpPr/>
          <p:nvPr>
            <p:custDataLst>
              <p:tags r:id="rId6"/>
            </p:custDataLst>
          </p:nvPr>
        </p:nvSpPr>
        <p:spPr>
          <a:xfrm>
            <a:off x="1473200" y="3139440"/>
            <a:ext cx="9897745" cy="622935"/>
          </a:xfrm>
          <a:prstGeom prst="rect">
            <a:avLst/>
          </a:prstGeom>
        </p:spPr>
        <p:txBody>
          <a:bodyPr wrap="square">
            <a:noAutofit/>
          </a:bodyPr>
          <a:p>
            <a:pPr algn="l">
              <a:lnSpc>
                <a:spcPct val="150000"/>
              </a:lnSpc>
              <a:defRPr/>
            </a:pPr>
            <a:r>
              <a:rPr sz="1800">
                <a:latin typeface="Courier New" panose="02070409020205090404" pitchFamily="49" charset="0"/>
                <a:sym typeface="+mn-ea"/>
              </a:rPr>
              <a:t> &lt;package name="com.itheima.mapper"/&gt;</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249680"/>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(5)测试效果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955165"/>
            <a:ext cx="10295890" cy="506730"/>
          </a:xfrm>
          <a:prstGeom prst="rect">
            <a:avLst/>
          </a:prstGeom>
          <a:noFill/>
          <a:ln w="9525">
            <a:noFill/>
          </a:ln>
        </p:spPr>
        <p:txBody>
          <a:bodyPr wrap="square">
            <a:spAutoFit/>
          </a:bodyPr>
          <a:p>
            <a:pPr algn="l">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运行</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文件8-8中的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selectTest()方法</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，运行效果如下图所示。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 name="图片 1"/>
          <p:cNvPicPr>
            <a:picLocks noChangeAspect="1"/>
          </p:cNvPicPr>
          <p:nvPr>
            <p:custDataLst>
              <p:tags r:id="rId5"/>
            </p:custDataLst>
          </p:nvPr>
        </p:nvPicPr>
        <p:blipFill>
          <a:blip r:embed="rId6"/>
          <a:stretch>
            <a:fillRect/>
          </a:stretch>
        </p:blipFill>
        <p:spPr>
          <a:xfrm>
            <a:off x="1774825" y="2781300"/>
            <a:ext cx="9137535" cy="2556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100" name="文本框 99"/>
          <p:cNvSpPr txBox="1"/>
          <p:nvPr/>
        </p:nvSpPr>
        <p:spPr>
          <a:xfrm>
            <a:off x="982980" y="1543685"/>
            <a:ext cx="10191750" cy="922020"/>
          </a:xfrm>
          <a:prstGeom prst="rect">
            <a:avLst/>
          </a:prstGeom>
          <a:noFill/>
          <a:ln w="9525">
            <a:noFill/>
          </a:ln>
        </p:spPr>
        <p:txBody>
          <a:bodyPr wrap="square">
            <a:spAutoFit/>
          </a:bodyPr>
          <a:p>
            <a:pPr algn="just">
              <a:lnSpc>
                <a:spcPct val="150000"/>
              </a:lnSpc>
              <a:buClrTx/>
              <a:buSzTx/>
              <a:buFontTx/>
            </a:pPr>
            <a:r>
              <a:rPr lang="zh-CN" altLang="en-US" sz="1800" b="0" dirty="0">
                <a:solidFill>
                  <a:srgbClr val="1369B2"/>
                </a:solidFill>
                <a:latin typeface="微软雅黑" panose="020B0503020204020204" pitchFamily="34" charset="-122"/>
                <a:ea typeface="微软雅黑" panose="020B0503020204020204" pitchFamily="34" charset="-122"/>
                <a:cs typeface="+mn-ea"/>
              </a:rPr>
              <a:t>&lt;insert&gt;标签</a:t>
            </a:r>
            <a:r>
              <a:rPr lang="zh-CN" altLang="zh-CN" sz="1800" b="0" dirty="0">
                <a:solidFill>
                  <a:srgbClr val="595959"/>
                </a:solidFill>
                <a:latin typeface="微软雅黑" panose="020B0503020204020204" pitchFamily="34" charset="-122"/>
                <a:ea typeface="微软雅黑" panose="020B0503020204020204" pitchFamily="34" charset="-122"/>
              </a:rPr>
              <a:t>用于</a:t>
            </a:r>
            <a:r>
              <a:rPr lang="zh-CN" altLang="en-US" sz="1800" b="0" dirty="0">
                <a:solidFill>
                  <a:srgbClr val="1369B2"/>
                </a:solidFill>
                <a:latin typeface="微软雅黑" panose="020B0503020204020204" pitchFamily="34" charset="-122"/>
                <a:ea typeface="微软雅黑" panose="020B0503020204020204" pitchFamily="34" charset="-122"/>
                <a:cs typeface="+mn-ea"/>
              </a:rPr>
              <a:t>定义插入语句</a:t>
            </a:r>
            <a:r>
              <a:rPr lang="zh-CN" altLang="zh-CN" sz="1800" b="0" dirty="0">
                <a:solidFill>
                  <a:srgbClr val="595959"/>
                </a:solidFill>
                <a:latin typeface="微软雅黑" panose="020B0503020204020204" pitchFamily="34" charset="-122"/>
                <a:ea typeface="微软雅黑" panose="020B0503020204020204" pitchFamily="34" charset="-122"/>
              </a:rPr>
              <a:t>，通过&lt;insert&gt;标签，开发者可以明确定义要执行的插入操作的 </a:t>
            </a:r>
            <a:r>
              <a:rPr lang="zh-CN" altLang="en-US" sz="1800" b="0" dirty="0">
                <a:solidFill>
                  <a:srgbClr val="1369B2"/>
                </a:solidFill>
                <a:latin typeface="微软雅黑" panose="020B0503020204020204" pitchFamily="34" charset="-122"/>
                <a:ea typeface="微软雅黑" panose="020B0503020204020204" pitchFamily="34" charset="-122"/>
                <a:cs typeface="+mn-ea"/>
              </a:rPr>
              <a:t>SQL 语句</a:t>
            </a:r>
            <a:r>
              <a:rPr lang="zh-CN" altLang="zh-CN" sz="1800" b="0" dirty="0">
                <a:solidFill>
                  <a:srgbClr val="595959"/>
                </a:solidFill>
                <a:latin typeface="微软雅黑" panose="020B0503020204020204" pitchFamily="34" charset="-122"/>
                <a:ea typeface="微软雅黑" panose="020B0503020204020204" pitchFamily="34" charset="-122"/>
              </a:rPr>
              <a:t>，包括插</a:t>
            </a:r>
            <a:r>
              <a:rPr lang="zh-CN" altLang="en-US" sz="1800" b="0" dirty="0">
                <a:solidFill>
                  <a:srgbClr val="1369B2"/>
                </a:solidFill>
                <a:latin typeface="微软雅黑" panose="020B0503020204020204" pitchFamily="34" charset="-122"/>
                <a:ea typeface="微软雅黑" panose="020B0503020204020204" pitchFamily="34" charset="-122"/>
                <a:cs typeface="+mn-ea"/>
              </a:rPr>
              <a:t>入的数据</a:t>
            </a:r>
            <a:r>
              <a:rPr lang="zh-CN" altLang="zh-CN" sz="1800" b="0" dirty="0">
                <a:solidFill>
                  <a:srgbClr val="595959"/>
                </a:solidFill>
                <a:latin typeface="微软雅黑" panose="020B0503020204020204" pitchFamily="34" charset="-122"/>
                <a:ea typeface="微软雅黑" panose="020B0503020204020204" pitchFamily="34" charset="-122"/>
              </a:rPr>
              <a:t>和</a:t>
            </a:r>
            <a:r>
              <a:rPr lang="zh-CN" altLang="en-US" sz="1800" b="0" dirty="0">
                <a:solidFill>
                  <a:srgbClr val="1369B2"/>
                </a:solidFill>
                <a:latin typeface="微软雅黑" panose="020B0503020204020204" pitchFamily="34" charset="-122"/>
                <a:ea typeface="微软雅黑" panose="020B0503020204020204" pitchFamily="34" charset="-122"/>
                <a:cs typeface="+mn-ea"/>
              </a:rPr>
              <a:t>插入后的处理方式</a:t>
            </a:r>
            <a:r>
              <a:rPr lang="zh-CN" altLang="zh-CN" sz="1800" b="0" dirty="0">
                <a:solidFill>
                  <a:srgbClr val="595959"/>
                </a:solidFill>
                <a:latin typeface="微软雅黑" panose="020B0503020204020204" pitchFamily="34" charset="-122"/>
                <a:ea typeface="微软雅黑" panose="020B0503020204020204" pitchFamily="34" charset="-122"/>
              </a:rPr>
              <a:t>。</a:t>
            </a:r>
            <a:endParaRPr lang="zh-CN" altLang="zh-CN" sz="1800" b="0" dirty="0">
              <a:solidFill>
                <a:srgbClr val="595959"/>
              </a:solidFill>
              <a:latin typeface="微软雅黑" panose="020B0503020204020204" pitchFamily="34" charset="-122"/>
              <a:ea typeface="微软雅黑" panose="020B0503020204020204" pitchFamily="34" charset="-122"/>
            </a:endParaRPr>
          </a:p>
        </p:txBody>
      </p:sp>
      <p:cxnSp>
        <p:nvCxnSpPr>
          <p:cNvPr id="6" name="直接连接符 41"/>
          <p:cNvCxnSpPr/>
          <p:nvPr>
            <p:custDataLst>
              <p:tags r:id="rId2"/>
            </p:custDataLst>
          </p:nvPr>
        </p:nvCxnSpPr>
        <p:spPr>
          <a:xfrm flipH="1">
            <a:off x="3689671" y="2928085"/>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10" name="直接连接符 42"/>
          <p:cNvCxnSpPr/>
          <p:nvPr>
            <p:custDataLst>
              <p:tags r:id="rId3"/>
            </p:custDataLst>
          </p:nvPr>
        </p:nvCxnSpPr>
        <p:spPr>
          <a:xfrm flipH="1">
            <a:off x="3689671" y="4381843"/>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12" name="直接连接符 43"/>
          <p:cNvCxnSpPr/>
          <p:nvPr>
            <p:custDataLst>
              <p:tags r:id="rId4"/>
            </p:custDataLst>
          </p:nvPr>
        </p:nvCxnSpPr>
        <p:spPr>
          <a:xfrm flipH="1">
            <a:off x="3689671" y="5807899"/>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14" name="直接连接符 44"/>
          <p:cNvCxnSpPr/>
          <p:nvPr>
            <p:custDataLst>
              <p:tags r:id="rId5"/>
            </p:custDataLst>
          </p:nvPr>
        </p:nvCxnSpPr>
        <p:spPr>
          <a:xfrm>
            <a:off x="3689671" y="2941419"/>
            <a:ext cx="0" cy="286512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15" name="椭圆 14"/>
          <p:cNvSpPr/>
          <p:nvPr>
            <p:custDataLst>
              <p:tags r:id="rId6"/>
            </p:custDataLst>
          </p:nvPr>
        </p:nvSpPr>
        <p:spPr>
          <a:xfrm>
            <a:off x="4883204" y="2396402"/>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6" name="椭圆 15"/>
          <p:cNvSpPr/>
          <p:nvPr>
            <p:custDataLst>
              <p:tags r:id="rId7"/>
            </p:custDataLst>
          </p:nvPr>
        </p:nvSpPr>
        <p:spPr>
          <a:xfrm>
            <a:off x="4883204" y="3827970"/>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7" name="椭圆 16"/>
          <p:cNvSpPr/>
          <p:nvPr>
            <p:custDataLst>
              <p:tags r:id="rId8"/>
            </p:custDataLst>
          </p:nvPr>
        </p:nvSpPr>
        <p:spPr>
          <a:xfrm>
            <a:off x="4883204" y="5234365"/>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8" name="椭圆 17"/>
          <p:cNvSpPr/>
          <p:nvPr>
            <p:custDataLst>
              <p:tags r:id="rId9"/>
            </p:custDataLst>
          </p:nvPr>
        </p:nvSpPr>
        <p:spPr>
          <a:xfrm>
            <a:off x="4965817" y="3919944"/>
            <a:ext cx="923799" cy="92379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32" name="Freeform 176"/>
          <p:cNvSpPr>
            <a:spLocks noEditPoints="1"/>
          </p:cNvSpPr>
          <p:nvPr>
            <p:custDataLst>
              <p:tags r:id="rId10"/>
            </p:custDataLst>
          </p:nvPr>
        </p:nvSpPr>
        <p:spPr bwMode="auto">
          <a:xfrm>
            <a:off x="5160853" y="4134817"/>
            <a:ext cx="605367" cy="575733"/>
          </a:xfrm>
          <a:custGeom>
            <a:avLst/>
            <a:gdLst>
              <a:gd name="T0" fmla="*/ 93 w 121"/>
              <a:gd name="T1" fmla="*/ 56 h 115"/>
              <a:gd name="T2" fmla="*/ 90 w 121"/>
              <a:gd name="T3" fmla="*/ 60 h 115"/>
              <a:gd name="T4" fmla="*/ 86 w 121"/>
              <a:gd name="T5" fmla="*/ 40 h 115"/>
              <a:gd name="T6" fmla="*/ 82 w 121"/>
              <a:gd name="T7" fmla="*/ 82 h 115"/>
              <a:gd name="T8" fmla="*/ 75 w 121"/>
              <a:gd name="T9" fmla="*/ 89 h 115"/>
              <a:gd name="T10" fmla="*/ 69 w 121"/>
              <a:gd name="T11" fmla="*/ 44 h 115"/>
              <a:gd name="T12" fmla="*/ 59 w 121"/>
              <a:gd name="T13" fmla="*/ 28 h 115"/>
              <a:gd name="T14" fmla="*/ 82 w 121"/>
              <a:gd name="T15" fmla="*/ 13 h 115"/>
              <a:gd name="T16" fmla="*/ 59 w 121"/>
              <a:gd name="T17" fmla="*/ 10 h 115"/>
              <a:gd name="T18" fmla="*/ 116 w 121"/>
              <a:gd name="T19" fmla="*/ 0 h 115"/>
              <a:gd name="T20" fmla="*/ 113 w 121"/>
              <a:gd name="T21" fmla="*/ 21 h 115"/>
              <a:gd name="T22" fmla="*/ 121 w 121"/>
              <a:gd name="T23" fmla="*/ 23 h 115"/>
              <a:gd name="T24" fmla="*/ 121 w 121"/>
              <a:gd name="T25" fmla="*/ 28 h 115"/>
              <a:gd name="T26" fmla="*/ 110 w 121"/>
              <a:gd name="T27" fmla="*/ 39 h 115"/>
              <a:gd name="T28" fmla="*/ 93 w 121"/>
              <a:gd name="T29" fmla="*/ 42 h 115"/>
              <a:gd name="T30" fmla="*/ 5 w 121"/>
              <a:gd name="T31" fmla="*/ 40 h 115"/>
              <a:gd name="T32" fmla="*/ 56 w 121"/>
              <a:gd name="T33" fmla="*/ 37 h 115"/>
              <a:gd name="T34" fmla="*/ 5 w 121"/>
              <a:gd name="T35" fmla="*/ 40 h 115"/>
              <a:gd name="T36" fmla="*/ 7 w 121"/>
              <a:gd name="T37" fmla="*/ 49 h 115"/>
              <a:gd name="T38" fmla="*/ 29 w 121"/>
              <a:gd name="T39" fmla="*/ 64 h 115"/>
              <a:gd name="T40" fmla="*/ 52 w 121"/>
              <a:gd name="T41" fmla="*/ 108 h 115"/>
              <a:gd name="T42" fmla="*/ 58 w 121"/>
              <a:gd name="T43" fmla="*/ 46 h 115"/>
              <a:gd name="T44" fmla="*/ 42 w 121"/>
              <a:gd name="T45" fmla="*/ 98 h 115"/>
              <a:gd name="T46" fmla="*/ 44 w 121"/>
              <a:gd name="T47" fmla="*/ 107 h 115"/>
              <a:gd name="T48" fmla="*/ 42 w 121"/>
              <a:gd name="T49" fmla="*/ 98 h 115"/>
              <a:gd name="T50" fmla="*/ 51 w 121"/>
              <a:gd name="T51" fmla="*/ 11 h 115"/>
              <a:gd name="T52" fmla="*/ 39 w 121"/>
              <a:gd name="T53" fmla="*/ 7 h 115"/>
              <a:gd name="T54" fmla="*/ 36 w 121"/>
              <a:gd name="T55" fmla="*/ 8 h 115"/>
              <a:gd name="T56" fmla="*/ 16 w 121"/>
              <a:gd name="T57" fmla="*/ 25 h 115"/>
              <a:gd name="T58" fmla="*/ 12 w 121"/>
              <a:gd name="T59" fmla="*/ 12 h 115"/>
              <a:gd name="T60" fmla="*/ 12 w 121"/>
              <a:gd name="T61" fmla="*/ 26 h 115"/>
              <a:gd name="T62" fmla="*/ 7 w 121"/>
              <a:gd name="T63" fmla="*/ 13 h 115"/>
              <a:gd name="T64" fmla="*/ 4 w 121"/>
              <a:gd name="T65" fmla="*/ 36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15">
                <a:moveTo>
                  <a:pt x="93" y="42"/>
                </a:moveTo>
                <a:cubicBezTo>
                  <a:pt x="93" y="56"/>
                  <a:pt x="93" y="56"/>
                  <a:pt x="93" y="56"/>
                </a:cubicBezTo>
                <a:cubicBezTo>
                  <a:pt x="93" y="58"/>
                  <a:pt x="92" y="60"/>
                  <a:pt x="90" y="60"/>
                </a:cubicBezTo>
                <a:cubicBezTo>
                  <a:pt x="90" y="60"/>
                  <a:pt x="90" y="60"/>
                  <a:pt x="90" y="60"/>
                </a:cubicBezTo>
                <a:cubicBezTo>
                  <a:pt x="88" y="60"/>
                  <a:pt x="86" y="58"/>
                  <a:pt x="86" y="56"/>
                </a:cubicBezTo>
                <a:cubicBezTo>
                  <a:pt x="86" y="40"/>
                  <a:pt x="86" y="40"/>
                  <a:pt x="86" y="40"/>
                </a:cubicBezTo>
                <a:cubicBezTo>
                  <a:pt x="85" y="42"/>
                  <a:pt x="84" y="43"/>
                  <a:pt x="82" y="44"/>
                </a:cubicBezTo>
                <a:cubicBezTo>
                  <a:pt x="82" y="82"/>
                  <a:pt x="82" y="82"/>
                  <a:pt x="82" y="82"/>
                </a:cubicBezTo>
                <a:cubicBezTo>
                  <a:pt x="82" y="86"/>
                  <a:pt x="79" y="89"/>
                  <a:pt x="75" y="89"/>
                </a:cubicBezTo>
                <a:cubicBezTo>
                  <a:pt x="75" y="89"/>
                  <a:pt x="75" y="89"/>
                  <a:pt x="75" y="89"/>
                </a:cubicBezTo>
                <a:cubicBezTo>
                  <a:pt x="72" y="89"/>
                  <a:pt x="69" y="86"/>
                  <a:pt x="69" y="82"/>
                </a:cubicBezTo>
                <a:cubicBezTo>
                  <a:pt x="69" y="44"/>
                  <a:pt x="69" y="44"/>
                  <a:pt x="69" y="44"/>
                </a:cubicBezTo>
                <a:cubicBezTo>
                  <a:pt x="63" y="42"/>
                  <a:pt x="59" y="36"/>
                  <a:pt x="59" y="29"/>
                </a:cubicBezTo>
                <a:cubicBezTo>
                  <a:pt x="59" y="29"/>
                  <a:pt x="59" y="28"/>
                  <a:pt x="59" y="28"/>
                </a:cubicBezTo>
                <a:cubicBezTo>
                  <a:pt x="59" y="16"/>
                  <a:pt x="59" y="16"/>
                  <a:pt x="59" y="16"/>
                </a:cubicBezTo>
                <a:cubicBezTo>
                  <a:pt x="82" y="13"/>
                  <a:pt x="82" y="13"/>
                  <a:pt x="82" y="13"/>
                </a:cubicBezTo>
                <a:cubicBezTo>
                  <a:pt x="84" y="10"/>
                  <a:pt x="84" y="10"/>
                  <a:pt x="84" y="10"/>
                </a:cubicBezTo>
                <a:cubicBezTo>
                  <a:pt x="59" y="10"/>
                  <a:pt x="59" y="10"/>
                  <a:pt x="59" y="10"/>
                </a:cubicBezTo>
                <a:cubicBezTo>
                  <a:pt x="59" y="6"/>
                  <a:pt x="59" y="6"/>
                  <a:pt x="59" y="6"/>
                </a:cubicBezTo>
                <a:cubicBezTo>
                  <a:pt x="116" y="0"/>
                  <a:pt x="116" y="0"/>
                  <a:pt x="116" y="0"/>
                </a:cubicBezTo>
                <a:cubicBezTo>
                  <a:pt x="121" y="16"/>
                  <a:pt x="121" y="16"/>
                  <a:pt x="121" y="16"/>
                </a:cubicBezTo>
                <a:cubicBezTo>
                  <a:pt x="113" y="21"/>
                  <a:pt x="113" y="21"/>
                  <a:pt x="113" y="21"/>
                </a:cubicBezTo>
                <a:cubicBezTo>
                  <a:pt x="112" y="24"/>
                  <a:pt x="112" y="24"/>
                  <a:pt x="112" y="24"/>
                </a:cubicBezTo>
                <a:cubicBezTo>
                  <a:pt x="121" y="23"/>
                  <a:pt x="121" y="23"/>
                  <a:pt x="121" y="23"/>
                </a:cubicBezTo>
                <a:cubicBezTo>
                  <a:pt x="121" y="28"/>
                  <a:pt x="121" y="28"/>
                  <a:pt x="121" y="28"/>
                </a:cubicBezTo>
                <a:cubicBezTo>
                  <a:pt x="121" y="28"/>
                  <a:pt x="121" y="28"/>
                  <a:pt x="121" y="28"/>
                </a:cubicBezTo>
                <a:cubicBezTo>
                  <a:pt x="121" y="28"/>
                  <a:pt x="121" y="28"/>
                  <a:pt x="121" y="28"/>
                </a:cubicBezTo>
                <a:cubicBezTo>
                  <a:pt x="121" y="34"/>
                  <a:pt x="116" y="39"/>
                  <a:pt x="110" y="39"/>
                </a:cubicBezTo>
                <a:cubicBezTo>
                  <a:pt x="107" y="39"/>
                  <a:pt x="105" y="38"/>
                  <a:pt x="103" y="37"/>
                </a:cubicBezTo>
                <a:cubicBezTo>
                  <a:pt x="101" y="40"/>
                  <a:pt x="97" y="42"/>
                  <a:pt x="93" y="42"/>
                </a:cubicBezTo>
                <a:cubicBezTo>
                  <a:pt x="93" y="42"/>
                  <a:pt x="93" y="42"/>
                  <a:pt x="93" y="42"/>
                </a:cubicBezTo>
                <a:close/>
                <a:moveTo>
                  <a:pt x="5" y="40"/>
                </a:moveTo>
                <a:cubicBezTo>
                  <a:pt x="54" y="30"/>
                  <a:pt x="54" y="30"/>
                  <a:pt x="54" y="30"/>
                </a:cubicBezTo>
                <a:cubicBezTo>
                  <a:pt x="56" y="37"/>
                  <a:pt x="56" y="37"/>
                  <a:pt x="56" y="37"/>
                </a:cubicBezTo>
                <a:cubicBezTo>
                  <a:pt x="6" y="47"/>
                  <a:pt x="6" y="47"/>
                  <a:pt x="6" y="47"/>
                </a:cubicBezTo>
                <a:cubicBezTo>
                  <a:pt x="5" y="40"/>
                  <a:pt x="5" y="40"/>
                  <a:pt x="5" y="40"/>
                </a:cubicBezTo>
                <a:close/>
                <a:moveTo>
                  <a:pt x="56" y="40"/>
                </a:moveTo>
                <a:cubicBezTo>
                  <a:pt x="7" y="49"/>
                  <a:pt x="7" y="49"/>
                  <a:pt x="7" y="49"/>
                </a:cubicBezTo>
                <a:cubicBezTo>
                  <a:pt x="7" y="52"/>
                  <a:pt x="7" y="54"/>
                  <a:pt x="8" y="56"/>
                </a:cubicBezTo>
                <a:cubicBezTo>
                  <a:pt x="16" y="56"/>
                  <a:pt x="23" y="59"/>
                  <a:pt x="29" y="64"/>
                </a:cubicBezTo>
                <a:cubicBezTo>
                  <a:pt x="32" y="79"/>
                  <a:pt x="28" y="104"/>
                  <a:pt x="37" y="111"/>
                </a:cubicBezTo>
                <a:cubicBezTo>
                  <a:pt x="42" y="115"/>
                  <a:pt x="49" y="114"/>
                  <a:pt x="52" y="108"/>
                </a:cubicBezTo>
                <a:cubicBezTo>
                  <a:pt x="57" y="97"/>
                  <a:pt x="44" y="76"/>
                  <a:pt x="42" y="62"/>
                </a:cubicBezTo>
                <a:cubicBezTo>
                  <a:pt x="45" y="54"/>
                  <a:pt x="51" y="49"/>
                  <a:pt x="58" y="46"/>
                </a:cubicBezTo>
                <a:cubicBezTo>
                  <a:pt x="57" y="44"/>
                  <a:pt x="57" y="42"/>
                  <a:pt x="56" y="40"/>
                </a:cubicBezTo>
                <a:close/>
                <a:moveTo>
                  <a:pt x="42" y="98"/>
                </a:moveTo>
                <a:cubicBezTo>
                  <a:pt x="45" y="98"/>
                  <a:pt x="47" y="99"/>
                  <a:pt x="48" y="102"/>
                </a:cubicBezTo>
                <a:cubicBezTo>
                  <a:pt x="48" y="104"/>
                  <a:pt x="47" y="107"/>
                  <a:pt x="44" y="107"/>
                </a:cubicBezTo>
                <a:cubicBezTo>
                  <a:pt x="42" y="108"/>
                  <a:pt x="39" y="106"/>
                  <a:pt x="39" y="104"/>
                </a:cubicBezTo>
                <a:cubicBezTo>
                  <a:pt x="38" y="101"/>
                  <a:pt x="40" y="99"/>
                  <a:pt x="42" y="98"/>
                </a:cubicBezTo>
                <a:close/>
                <a:moveTo>
                  <a:pt x="54" y="26"/>
                </a:moveTo>
                <a:cubicBezTo>
                  <a:pt x="51" y="11"/>
                  <a:pt x="51" y="11"/>
                  <a:pt x="51" y="11"/>
                </a:cubicBezTo>
                <a:cubicBezTo>
                  <a:pt x="50" y="8"/>
                  <a:pt x="46" y="6"/>
                  <a:pt x="42" y="6"/>
                </a:cubicBezTo>
                <a:cubicBezTo>
                  <a:pt x="39" y="7"/>
                  <a:pt x="39" y="7"/>
                  <a:pt x="39" y="7"/>
                </a:cubicBezTo>
                <a:cubicBezTo>
                  <a:pt x="39" y="13"/>
                  <a:pt x="39" y="13"/>
                  <a:pt x="39" y="13"/>
                </a:cubicBezTo>
                <a:cubicBezTo>
                  <a:pt x="36" y="8"/>
                  <a:pt x="36" y="8"/>
                  <a:pt x="36" y="8"/>
                </a:cubicBezTo>
                <a:cubicBezTo>
                  <a:pt x="14" y="12"/>
                  <a:pt x="14" y="12"/>
                  <a:pt x="14" y="12"/>
                </a:cubicBezTo>
                <a:cubicBezTo>
                  <a:pt x="16" y="25"/>
                  <a:pt x="16" y="25"/>
                  <a:pt x="16" y="25"/>
                </a:cubicBezTo>
                <a:cubicBezTo>
                  <a:pt x="16" y="26"/>
                  <a:pt x="16" y="26"/>
                  <a:pt x="16" y="26"/>
                </a:cubicBezTo>
                <a:cubicBezTo>
                  <a:pt x="12" y="12"/>
                  <a:pt x="12" y="12"/>
                  <a:pt x="12" y="12"/>
                </a:cubicBezTo>
                <a:cubicBezTo>
                  <a:pt x="10" y="13"/>
                  <a:pt x="10" y="13"/>
                  <a:pt x="10" y="13"/>
                </a:cubicBezTo>
                <a:cubicBezTo>
                  <a:pt x="12" y="26"/>
                  <a:pt x="12" y="26"/>
                  <a:pt x="12" y="26"/>
                </a:cubicBezTo>
                <a:cubicBezTo>
                  <a:pt x="11" y="26"/>
                  <a:pt x="11" y="26"/>
                  <a:pt x="11" y="26"/>
                </a:cubicBezTo>
                <a:cubicBezTo>
                  <a:pt x="7" y="13"/>
                  <a:pt x="7" y="13"/>
                  <a:pt x="7" y="13"/>
                </a:cubicBezTo>
                <a:cubicBezTo>
                  <a:pt x="3" y="14"/>
                  <a:pt x="0" y="18"/>
                  <a:pt x="1" y="21"/>
                </a:cubicBezTo>
                <a:cubicBezTo>
                  <a:pt x="4" y="36"/>
                  <a:pt x="4" y="36"/>
                  <a:pt x="4" y="36"/>
                </a:cubicBezTo>
                <a:lnTo>
                  <a:pt x="54" y="26"/>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33" name="椭圆 32"/>
          <p:cNvSpPr/>
          <p:nvPr>
            <p:custDataLst>
              <p:tags r:id="rId11"/>
            </p:custDataLst>
          </p:nvPr>
        </p:nvSpPr>
        <p:spPr>
          <a:xfrm>
            <a:off x="4975178" y="2488376"/>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34" name="椭圆 33"/>
          <p:cNvSpPr/>
          <p:nvPr>
            <p:custDataLst>
              <p:tags r:id="rId12"/>
            </p:custDataLst>
          </p:nvPr>
        </p:nvSpPr>
        <p:spPr>
          <a:xfrm>
            <a:off x="4965816" y="5346000"/>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35" name="Freeform 175"/>
          <p:cNvSpPr>
            <a:spLocks noEditPoints="1"/>
          </p:cNvSpPr>
          <p:nvPr>
            <p:custDataLst>
              <p:tags r:id="rId13"/>
            </p:custDataLst>
          </p:nvPr>
        </p:nvSpPr>
        <p:spPr bwMode="auto">
          <a:xfrm>
            <a:off x="5190486" y="5472855"/>
            <a:ext cx="575733" cy="630767"/>
          </a:xfrm>
          <a:custGeom>
            <a:avLst/>
            <a:gdLst>
              <a:gd name="T0" fmla="*/ 165 w 272"/>
              <a:gd name="T1" fmla="*/ 0 h 298"/>
              <a:gd name="T2" fmla="*/ 246 w 272"/>
              <a:gd name="T3" fmla="*/ 47 h 298"/>
              <a:gd name="T4" fmla="*/ 153 w 272"/>
              <a:gd name="T5" fmla="*/ 201 h 298"/>
              <a:gd name="T6" fmla="*/ 108 w 272"/>
              <a:gd name="T7" fmla="*/ 229 h 298"/>
              <a:gd name="T8" fmla="*/ 66 w 272"/>
              <a:gd name="T9" fmla="*/ 232 h 298"/>
              <a:gd name="T10" fmla="*/ 71 w 272"/>
              <a:gd name="T11" fmla="*/ 153 h 298"/>
              <a:gd name="T12" fmla="*/ 165 w 272"/>
              <a:gd name="T13" fmla="*/ 0 h 298"/>
              <a:gd name="T14" fmla="*/ 165 w 272"/>
              <a:gd name="T15" fmla="*/ 0 h 298"/>
              <a:gd name="T16" fmla="*/ 243 w 272"/>
              <a:gd name="T17" fmla="*/ 293 h 298"/>
              <a:gd name="T18" fmla="*/ 248 w 272"/>
              <a:gd name="T19" fmla="*/ 262 h 298"/>
              <a:gd name="T20" fmla="*/ 158 w 272"/>
              <a:gd name="T21" fmla="*/ 260 h 298"/>
              <a:gd name="T22" fmla="*/ 272 w 272"/>
              <a:gd name="T23" fmla="*/ 253 h 298"/>
              <a:gd name="T24" fmla="*/ 272 w 272"/>
              <a:gd name="T25" fmla="*/ 241 h 298"/>
              <a:gd name="T26" fmla="*/ 239 w 272"/>
              <a:gd name="T27" fmla="*/ 239 h 298"/>
              <a:gd name="T28" fmla="*/ 269 w 272"/>
              <a:gd name="T29" fmla="*/ 234 h 298"/>
              <a:gd name="T30" fmla="*/ 257 w 272"/>
              <a:gd name="T31" fmla="*/ 210 h 298"/>
              <a:gd name="T32" fmla="*/ 175 w 272"/>
              <a:gd name="T33" fmla="*/ 201 h 298"/>
              <a:gd name="T34" fmla="*/ 172 w 272"/>
              <a:gd name="T35" fmla="*/ 224 h 298"/>
              <a:gd name="T36" fmla="*/ 208 w 272"/>
              <a:gd name="T37" fmla="*/ 232 h 298"/>
              <a:gd name="T38" fmla="*/ 0 w 272"/>
              <a:gd name="T39" fmla="*/ 243 h 298"/>
              <a:gd name="T40" fmla="*/ 2 w 272"/>
              <a:gd name="T41" fmla="*/ 265 h 298"/>
              <a:gd name="T42" fmla="*/ 137 w 272"/>
              <a:gd name="T43" fmla="*/ 279 h 298"/>
              <a:gd name="T44" fmla="*/ 85 w 272"/>
              <a:gd name="T45" fmla="*/ 281 h 298"/>
              <a:gd name="T46" fmla="*/ 87 w 272"/>
              <a:gd name="T47" fmla="*/ 298 h 298"/>
              <a:gd name="T48" fmla="*/ 243 w 272"/>
              <a:gd name="T49" fmla="*/ 293 h 298"/>
              <a:gd name="T50" fmla="*/ 243 w 272"/>
              <a:gd name="T51" fmla="*/ 293 h 298"/>
              <a:gd name="T52" fmla="*/ 106 w 272"/>
              <a:gd name="T53" fmla="*/ 213 h 298"/>
              <a:gd name="T54" fmla="*/ 137 w 272"/>
              <a:gd name="T55" fmla="*/ 191 h 298"/>
              <a:gd name="T56" fmla="*/ 87 w 272"/>
              <a:gd name="T57" fmla="*/ 163 h 298"/>
              <a:gd name="T58" fmla="*/ 85 w 272"/>
              <a:gd name="T59" fmla="*/ 198 h 298"/>
              <a:gd name="T60" fmla="*/ 106 w 272"/>
              <a:gd name="T61" fmla="*/ 213 h 298"/>
              <a:gd name="T62" fmla="*/ 106 w 272"/>
              <a:gd name="T63" fmla="*/ 213 h 298"/>
              <a:gd name="T64" fmla="*/ 217 w 272"/>
              <a:gd name="T65" fmla="*/ 47 h 298"/>
              <a:gd name="T66" fmla="*/ 142 w 272"/>
              <a:gd name="T67" fmla="*/ 172 h 298"/>
              <a:gd name="T68" fmla="*/ 151 w 272"/>
              <a:gd name="T69" fmla="*/ 177 h 298"/>
              <a:gd name="T70" fmla="*/ 224 w 272"/>
              <a:gd name="T71" fmla="*/ 52 h 298"/>
              <a:gd name="T72" fmla="*/ 217 w 272"/>
              <a:gd name="T73" fmla="*/ 47 h 298"/>
              <a:gd name="T74" fmla="*/ 217 w 272"/>
              <a:gd name="T75" fmla="*/ 47 h 298"/>
              <a:gd name="T76" fmla="*/ 170 w 272"/>
              <a:gd name="T77" fmla="*/ 19 h 298"/>
              <a:gd name="T78" fmla="*/ 97 w 272"/>
              <a:gd name="T79" fmla="*/ 144 h 298"/>
              <a:gd name="T80" fmla="*/ 111 w 272"/>
              <a:gd name="T81" fmla="*/ 153 h 298"/>
              <a:gd name="T82" fmla="*/ 186 w 272"/>
              <a:gd name="T83" fmla="*/ 28 h 298"/>
              <a:gd name="T84" fmla="*/ 170 w 272"/>
              <a:gd name="T85" fmla="*/ 1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2" h="298">
                <a:moveTo>
                  <a:pt x="165" y="0"/>
                </a:moveTo>
                <a:lnTo>
                  <a:pt x="246" y="47"/>
                </a:lnTo>
                <a:lnTo>
                  <a:pt x="153" y="201"/>
                </a:lnTo>
                <a:lnTo>
                  <a:pt x="108" y="229"/>
                </a:lnTo>
                <a:lnTo>
                  <a:pt x="66" y="232"/>
                </a:lnTo>
                <a:lnTo>
                  <a:pt x="71" y="153"/>
                </a:lnTo>
                <a:lnTo>
                  <a:pt x="165" y="0"/>
                </a:lnTo>
                <a:lnTo>
                  <a:pt x="165" y="0"/>
                </a:lnTo>
                <a:close/>
                <a:moveTo>
                  <a:pt x="243" y="293"/>
                </a:moveTo>
                <a:lnTo>
                  <a:pt x="248" y="262"/>
                </a:lnTo>
                <a:lnTo>
                  <a:pt x="158" y="260"/>
                </a:lnTo>
                <a:lnTo>
                  <a:pt x="272" y="253"/>
                </a:lnTo>
                <a:lnTo>
                  <a:pt x="272" y="241"/>
                </a:lnTo>
                <a:lnTo>
                  <a:pt x="239" y="239"/>
                </a:lnTo>
                <a:lnTo>
                  <a:pt x="269" y="234"/>
                </a:lnTo>
                <a:lnTo>
                  <a:pt x="257" y="210"/>
                </a:lnTo>
                <a:lnTo>
                  <a:pt x="175" y="201"/>
                </a:lnTo>
                <a:lnTo>
                  <a:pt x="172" y="224"/>
                </a:lnTo>
                <a:lnTo>
                  <a:pt x="208" y="232"/>
                </a:lnTo>
                <a:lnTo>
                  <a:pt x="0" y="243"/>
                </a:lnTo>
                <a:lnTo>
                  <a:pt x="2" y="265"/>
                </a:lnTo>
                <a:lnTo>
                  <a:pt x="137" y="279"/>
                </a:lnTo>
                <a:lnTo>
                  <a:pt x="85" y="281"/>
                </a:lnTo>
                <a:lnTo>
                  <a:pt x="87" y="298"/>
                </a:lnTo>
                <a:lnTo>
                  <a:pt x="243" y="293"/>
                </a:lnTo>
                <a:lnTo>
                  <a:pt x="243" y="293"/>
                </a:lnTo>
                <a:close/>
                <a:moveTo>
                  <a:pt x="106" y="213"/>
                </a:moveTo>
                <a:lnTo>
                  <a:pt x="137" y="191"/>
                </a:lnTo>
                <a:lnTo>
                  <a:pt x="87" y="163"/>
                </a:lnTo>
                <a:lnTo>
                  <a:pt x="85" y="198"/>
                </a:lnTo>
                <a:lnTo>
                  <a:pt x="106" y="213"/>
                </a:lnTo>
                <a:lnTo>
                  <a:pt x="106" y="213"/>
                </a:lnTo>
                <a:close/>
                <a:moveTo>
                  <a:pt x="217" y="47"/>
                </a:moveTo>
                <a:lnTo>
                  <a:pt x="142" y="172"/>
                </a:lnTo>
                <a:lnTo>
                  <a:pt x="151" y="177"/>
                </a:lnTo>
                <a:lnTo>
                  <a:pt x="224" y="52"/>
                </a:lnTo>
                <a:lnTo>
                  <a:pt x="217" y="47"/>
                </a:lnTo>
                <a:lnTo>
                  <a:pt x="217" y="47"/>
                </a:lnTo>
                <a:close/>
                <a:moveTo>
                  <a:pt x="170" y="19"/>
                </a:moveTo>
                <a:lnTo>
                  <a:pt x="97" y="144"/>
                </a:lnTo>
                <a:lnTo>
                  <a:pt x="111" y="153"/>
                </a:lnTo>
                <a:lnTo>
                  <a:pt x="186" y="28"/>
                </a:lnTo>
                <a:lnTo>
                  <a:pt x="170" y="1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36" name="Freeform 168"/>
          <p:cNvSpPr>
            <a:spLocks noEditPoints="1"/>
          </p:cNvSpPr>
          <p:nvPr>
            <p:custDataLst>
              <p:tags r:id="rId14"/>
            </p:custDataLst>
          </p:nvPr>
        </p:nvSpPr>
        <p:spPr bwMode="auto">
          <a:xfrm>
            <a:off x="5160852" y="2620109"/>
            <a:ext cx="552451" cy="615951"/>
          </a:xfrm>
          <a:custGeom>
            <a:avLst/>
            <a:gdLst>
              <a:gd name="T0" fmla="*/ 55 w 110"/>
              <a:gd name="T1" fmla="*/ 41 h 123"/>
              <a:gd name="T2" fmla="*/ 75 w 110"/>
              <a:gd name="T3" fmla="*/ 31 h 123"/>
              <a:gd name="T4" fmla="*/ 99 w 110"/>
              <a:gd name="T5" fmla="*/ 86 h 123"/>
              <a:gd name="T6" fmla="*/ 97 w 110"/>
              <a:gd name="T7" fmla="*/ 88 h 123"/>
              <a:gd name="T8" fmla="*/ 101 w 110"/>
              <a:gd name="T9" fmla="*/ 96 h 123"/>
              <a:gd name="T10" fmla="*/ 94 w 110"/>
              <a:gd name="T11" fmla="*/ 99 h 123"/>
              <a:gd name="T12" fmla="*/ 90 w 110"/>
              <a:gd name="T13" fmla="*/ 91 h 123"/>
              <a:gd name="T14" fmla="*/ 87 w 110"/>
              <a:gd name="T15" fmla="*/ 93 h 123"/>
              <a:gd name="T16" fmla="*/ 55 w 110"/>
              <a:gd name="T17" fmla="*/ 41 h 123"/>
              <a:gd name="T18" fmla="*/ 0 w 110"/>
              <a:gd name="T19" fmla="*/ 108 h 123"/>
              <a:gd name="T20" fmla="*/ 3 w 110"/>
              <a:gd name="T21" fmla="*/ 115 h 123"/>
              <a:gd name="T22" fmla="*/ 31 w 110"/>
              <a:gd name="T23" fmla="*/ 105 h 123"/>
              <a:gd name="T24" fmla="*/ 30 w 110"/>
              <a:gd name="T25" fmla="*/ 121 h 123"/>
              <a:gd name="T26" fmla="*/ 110 w 110"/>
              <a:gd name="T27" fmla="*/ 105 h 123"/>
              <a:gd name="T28" fmla="*/ 108 w 110"/>
              <a:gd name="T29" fmla="*/ 98 h 123"/>
              <a:gd name="T30" fmla="*/ 36 w 110"/>
              <a:gd name="T31" fmla="*/ 113 h 123"/>
              <a:gd name="T32" fmla="*/ 55 w 110"/>
              <a:gd name="T33" fmla="*/ 96 h 123"/>
              <a:gd name="T34" fmla="*/ 52 w 110"/>
              <a:gd name="T35" fmla="*/ 89 h 123"/>
              <a:gd name="T36" fmla="*/ 0 w 110"/>
              <a:gd name="T37" fmla="*/ 108 h 123"/>
              <a:gd name="T38" fmla="*/ 60 w 110"/>
              <a:gd name="T39" fmla="*/ 9 h 123"/>
              <a:gd name="T40" fmla="*/ 53 w 110"/>
              <a:gd name="T41" fmla="*/ 36 h 123"/>
              <a:gd name="T42" fmla="*/ 72 w 110"/>
              <a:gd name="T43" fmla="*/ 26 h 123"/>
              <a:gd name="T44" fmla="*/ 66 w 110"/>
              <a:gd name="T45" fmla="*/ 15 h 123"/>
              <a:gd name="T46" fmla="*/ 71 w 110"/>
              <a:gd name="T47" fmla="*/ 12 h 123"/>
              <a:gd name="T48" fmla="*/ 86 w 110"/>
              <a:gd name="T49" fmla="*/ 51 h 123"/>
              <a:gd name="T50" fmla="*/ 93 w 110"/>
              <a:gd name="T51" fmla="*/ 48 h 123"/>
              <a:gd name="T52" fmla="*/ 77 w 110"/>
              <a:gd name="T53" fmla="*/ 5 h 123"/>
              <a:gd name="T54" fmla="*/ 75 w 110"/>
              <a:gd name="T55" fmla="*/ 2 h 123"/>
              <a:gd name="T56" fmla="*/ 72 w 110"/>
              <a:gd name="T57" fmla="*/ 3 h 123"/>
              <a:gd name="T58" fmla="*/ 60 w 110"/>
              <a:gd name="T59" fmla="*/ 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0" h="123">
                <a:moveTo>
                  <a:pt x="55" y="41"/>
                </a:moveTo>
                <a:cubicBezTo>
                  <a:pt x="75" y="31"/>
                  <a:pt x="75" y="31"/>
                  <a:pt x="75" y="31"/>
                </a:cubicBezTo>
                <a:cubicBezTo>
                  <a:pt x="99" y="86"/>
                  <a:pt x="99" y="86"/>
                  <a:pt x="99" y="86"/>
                </a:cubicBezTo>
                <a:cubicBezTo>
                  <a:pt x="97" y="88"/>
                  <a:pt x="97" y="88"/>
                  <a:pt x="97" y="88"/>
                </a:cubicBezTo>
                <a:cubicBezTo>
                  <a:pt x="101" y="96"/>
                  <a:pt x="101" y="96"/>
                  <a:pt x="101" y="96"/>
                </a:cubicBezTo>
                <a:cubicBezTo>
                  <a:pt x="94" y="99"/>
                  <a:pt x="94" y="99"/>
                  <a:pt x="94" y="99"/>
                </a:cubicBezTo>
                <a:cubicBezTo>
                  <a:pt x="90" y="91"/>
                  <a:pt x="90" y="91"/>
                  <a:pt x="90" y="91"/>
                </a:cubicBezTo>
                <a:cubicBezTo>
                  <a:pt x="87" y="93"/>
                  <a:pt x="87" y="93"/>
                  <a:pt x="87" y="93"/>
                </a:cubicBezTo>
                <a:cubicBezTo>
                  <a:pt x="55" y="41"/>
                  <a:pt x="55" y="41"/>
                  <a:pt x="55" y="41"/>
                </a:cubicBezTo>
                <a:close/>
                <a:moveTo>
                  <a:pt x="0" y="108"/>
                </a:moveTo>
                <a:cubicBezTo>
                  <a:pt x="3" y="115"/>
                  <a:pt x="3" y="115"/>
                  <a:pt x="3" y="115"/>
                </a:cubicBezTo>
                <a:cubicBezTo>
                  <a:pt x="31" y="105"/>
                  <a:pt x="31" y="105"/>
                  <a:pt x="31" y="105"/>
                </a:cubicBezTo>
                <a:cubicBezTo>
                  <a:pt x="23" y="112"/>
                  <a:pt x="19" y="119"/>
                  <a:pt x="30" y="121"/>
                </a:cubicBezTo>
                <a:cubicBezTo>
                  <a:pt x="44" y="123"/>
                  <a:pt x="110" y="105"/>
                  <a:pt x="110" y="105"/>
                </a:cubicBezTo>
                <a:cubicBezTo>
                  <a:pt x="108" y="98"/>
                  <a:pt x="108" y="98"/>
                  <a:pt x="108" y="98"/>
                </a:cubicBezTo>
                <a:cubicBezTo>
                  <a:pt x="108" y="98"/>
                  <a:pt x="49" y="115"/>
                  <a:pt x="36" y="113"/>
                </a:cubicBezTo>
                <a:cubicBezTo>
                  <a:pt x="33" y="112"/>
                  <a:pt x="55" y="96"/>
                  <a:pt x="55" y="96"/>
                </a:cubicBezTo>
                <a:cubicBezTo>
                  <a:pt x="52" y="89"/>
                  <a:pt x="52" y="89"/>
                  <a:pt x="52" y="89"/>
                </a:cubicBezTo>
                <a:cubicBezTo>
                  <a:pt x="0" y="108"/>
                  <a:pt x="0" y="108"/>
                  <a:pt x="0" y="108"/>
                </a:cubicBezTo>
                <a:close/>
                <a:moveTo>
                  <a:pt x="60" y="9"/>
                </a:moveTo>
                <a:cubicBezTo>
                  <a:pt x="48" y="0"/>
                  <a:pt x="40" y="12"/>
                  <a:pt x="53" y="36"/>
                </a:cubicBezTo>
                <a:cubicBezTo>
                  <a:pt x="72" y="26"/>
                  <a:pt x="72" y="26"/>
                  <a:pt x="72" y="26"/>
                </a:cubicBezTo>
                <a:cubicBezTo>
                  <a:pt x="70" y="21"/>
                  <a:pt x="68" y="18"/>
                  <a:pt x="66" y="15"/>
                </a:cubicBezTo>
                <a:cubicBezTo>
                  <a:pt x="71" y="12"/>
                  <a:pt x="71" y="12"/>
                  <a:pt x="71" y="12"/>
                </a:cubicBezTo>
                <a:cubicBezTo>
                  <a:pt x="86" y="51"/>
                  <a:pt x="86" y="51"/>
                  <a:pt x="86" y="51"/>
                </a:cubicBezTo>
                <a:cubicBezTo>
                  <a:pt x="93" y="48"/>
                  <a:pt x="93" y="48"/>
                  <a:pt x="93" y="48"/>
                </a:cubicBezTo>
                <a:cubicBezTo>
                  <a:pt x="77" y="5"/>
                  <a:pt x="77" y="5"/>
                  <a:pt x="77" y="5"/>
                </a:cubicBezTo>
                <a:cubicBezTo>
                  <a:pt x="75" y="2"/>
                  <a:pt x="75" y="2"/>
                  <a:pt x="75" y="2"/>
                </a:cubicBezTo>
                <a:cubicBezTo>
                  <a:pt x="72" y="3"/>
                  <a:pt x="72" y="3"/>
                  <a:pt x="72" y="3"/>
                </a:cubicBezTo>
                <a:lnTo>
                  <a:pt x="60" y="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37" name="TextBox 33"/>
          <p:cNvSpPr txBox="1"/>
          <p:nvPr>
            <p:custDataLst>
              <p:tags r:id="rId15"/>
            </p:custDataLst>
          </p:nvPr>
        </p:nvSpPr>
        <p:spPr>
          <a:xfrm>
            <a:off x="6290945" y="2910840"/>
            <a:ext cx="5028565" cy="830580"/>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algn="just" defTabSz="1219200">
              <a:lnSpc>
                <a:spcPct val="150000"/>
              </a:lnSpc>
              <a:buClrTx/>
              <a:buSzTx/>
              <a:buFontTx/>
            </a:pPr>
            <a:r>
              <a:rPr lang="zh-CN" altLang="zh-CN" sz="1800" dirty="0">
                <a:solidFill>
                  <a:srgbClr val="595959"/>
                </a:solidFill>
                <a:latin typeface="微软雅黑" panose="020B0503020204020204" pitchFamily="34" charset="-122"/>
                <a:ea typeface="微软雅黑" panose="020B0503020204020204" pitchFamily="34" charset="-122"/>
              </a:rPr>
              <a:t>用于指定是否返回生成的主键值，并将其设置到参数对象中</a:t>
            </a:r>
            <a:endParaRPr lang="zh-CN" altLang="zh-CN" sz="1800" dirty="0">
              <a:solidFill>
                <a:srgbClr val="595959"/>
              </a:solidFill>
              <a:latin typeface="微软雅黑" panose="020B0503020204020204" pitchFamily="34" charset="-122"/>
              <a:ea typeface="微软雅黑" panose="020B0503020204020204" pitchFamily="34" charset="-122"/>
            </a:endParaRPr>
          </a:p>
        </p:txBody>
      </p:sp>
      <p:sp>
        <p:nvSpPr>
          <p:cNvPr id="38" name="文本框 9"/>
          <p:cNvSpPr txBox="1"/>
          <p:nvPr>
            <p:custDataLst>
              <p:tags r:id="rId16"/>
            </p:custDataLst>
          </p:nvPr>
        </p:nvSpPr>
        <p:spPr>
          <a:xfrm>
            <a:off x="6302375" y="2488565"/>
            <a:ext cx="3136265" cy="3282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useGeneratedKeys属性</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9" name="TextBox 33"/>
          <p:cNvSpPr txBox="1"/>
          <p:nvPr>
            <p:custDataLst>
              <p:tags r:id="rId17"/>
            </p:custDataLst>
          </p:nvPr>
        </p:nvSpPr>
        <p:spPr>
          <a:xfrm>
            <a:off x="6302375" y="4365625"/>
            <a:ext cx="5132070" cy="830580"/>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0" algn="just" defTabSz="1219200">
              <a:lnSpc>
                <a:spcPct val="150000"/>
              </a:lnSpc>
              <a:buClrTx/>
              <a:buSzTx/>
              <a:buFontTx/>
            </a:pPr>
            <a:r>
              <a:rPr lang="zh-CN" altLang="zh-CN" sz="1800" dirty="0">
                <a:solidFill>
                  <a:srgbClr val="595959"/>
                </a:solidFill>
                <a:latin typeface="微软雅黑" panose="020B0503020204020204" pitchFamily="34" charset="-122"/>
                <a:ea typeface="微软雅黑" panose="020B0503020204020204" pitchFamily="34" charset="-122"/>
                <a:sym typeface="+mn-ea"/>
              </a:rPr>
              <a:t>与useGeneratedKeys属性配合使用，用于指定传入参数对象中用于接收生成主键值的属性名</a:t>
            </a:r>
            <a:endParaRPr lang="zh-CN" altLang="zh-CN" sz="1800" dirty="0">
              <a:solidFill>
                <a:srgbClr val="595959"/>
              </a:solidFill>
              <a:latin typeface="微软雅黑" panose="020B0503020204020204" pitchFamily="34" charset="-122"/>
              <a:ea typeface="微软雅黑" panose="020B0503020204020204" pitchFamily="34" charset="-122"/>
              <a:sym typeface="+mn-ea"/>
            </a:endParaRPr>
          </a:p>
        </p:txBody>
      </p:sp>
      <p:sp>
        <p:nvSpPr>
          <p:cNvPr id="40" name="文本框 9"/>
          <p:cNvSpPr txBox="1"/>
          <p:nvPr>
            <p:custDataLst>
              <p:tags r:id="rId18"/>
            </p:custDataLst>
          </p:nvPr>
        </p:nvSpPr>
        <p:spPr>
          <a:xfrm>
            <a:off x="6313805" y="3942715"/>
            <a:ext cx="2385695" cy="3282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keyProperty属性</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1" name="TextBox 33"/>
          <p:cNvSpPr txBox="1"/>
          <p:nvPr>
            <p:custDataLst>
              <p:tags r:id="rId19"/>
            </p:custDataLst>
          </p:nvPr>
        </p:nvSpPr>
        <p:spPr>
          <a:xfrm>
            <a:off x="6313894" y="5776762"/>
            <a:ext cx="4076056" cy="415290"/>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0" algn="just" defTabSz="1219200">
              <a:lnSpc>
                <a:spcPct val="150000"/>
              </a:lnSpc>
              <a:buClrTx/>
              <a:buSzTx/>
              <a:buFontTx/>
            </a:pPr>
            <a:r>
              <a:rPr lang="zh-CN" altLang="zh-CN" sz="1800" dirty="0">
                <a:solidFill>
                  <a:srgbClr val="595959"/>
                </a:solidFill>
                <a:latin typeface="微软雅黑" panose="020B0503020204020204" pitchFamily="34" charset="-122"/>
                <a:ea typeface="微软雅黑" panose="020B0503020204020204" pitchFamily="34" charset="-122"/>
                <a:sym typeface="+mn-ea"/>
              </a:rPr>
              <a:t>用于指定生成主键值的数据库字段名</a:t>
            </a:r>
            <a:endParaRPr lang="zh-CN" altLang="zh-CN" sz="1800" dirty="0">
              <a:solidFill>
                <a:srgbClr val="595959"/>
              </a:solidFill>
              <a:latin typeface="微软雅黑" panose="020B0503020204020204" pitchFamily="34" charset="-122"/>
              <a:ea typeface="微软雅黑" panose="020B0503020204020204" pitchFamily="34" charset="-122"/>
              <a:sym typeface="+mn-ea"/>
            </a:endParaRPr>
          </a:p>
        </p:txBody>
      </p:sp>
      <p:sp>
        <p:nvSpPr>
          <p:cNvPr id="42" name="文本框 9"/>
          <p:cNvSpPr txBox="1"/>
          <p:nvPr>
            <p:custDataLst>
              <p:tags r:id="rId20"/>
            </p:custDataLst>
          </p:nvPr>
        </p:nvSpPr>
        <p:spPr>
          <a:xfrm>
            <a:off x="6325343" y="5354010"/>
            <a:ext cx="1981477"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keyColumn属性</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3" name="文本框 9"/>
          <p:cNvSpPr txBox="1"/>
          <p:nvPr>
            <p:custDataLst>
              <p:tags r:id="rId21"/>
            </p:custDataLst>
          </p:nvPr>
        </p:nvSpPr>
        <p:spPr>
          <a:xfrm>
            <a:off x="1031913" y="3877914"/>
            <a:ext cx="2356789" cy="328231"/>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rPr>
              <a:t>&lt;insert&gt;标签的常用属性</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4" name="MH_SubTitle_1"/>
          <p:cNvSpPr txBox="1">
            <a:spLocks noChangeArrowheads="1"/>
          </p:cNvSpPr>
          <p:nvPr>
            <p:custDataLst>
              <p:tags r:id="rId22"/>
            </p:custDataLst>
          </p:nvPr>
        </p:nvSpPr>
        <p:spPr bwMode="auto">
          <a:xfrm flipH="1">
            <a:off x="1126490" y="1117600"/>
            <a:ext cx="2898140" cy="35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l" defTabSz="1087755">
              <a:lnSpc>
                <a:spcPct val="120000"/>
              </a:lnSpc>
              <a:defRPr/>
            </a:pPr>
            <a:r>
              <a:rPr lang="en-US" altLang="zh-CN"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2. </a:t>
            </a: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&lt;insert&gt;</a:t>
            </a: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标签</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823720"/>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(1)定义插入用户方法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2385695"/>
            <a:ext cx="10295890" cy="50673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在文件8-6的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UserMapper接口</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方法insertUser()</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，用于插入用户信息，具体如下所示。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custDataLst>
              <p:tags r:id="rId5"/>
            </p:custDataLst>
          </p:nvPr>
        </p:nvSpPr>
        <p:spPr>
          <a:xfrm>
            <a:off x="977265" y="1077595"/>
            <a:ext cx="10295890" cy="50673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下面通过一个插入用户信息的案例，演示使用</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&lt;insert&gt;标签插入用户信息</a:t>
            </a:r>
            <a:r>
              <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a:t>
            </a:r>
            <a:endParaRPr lang="zh-CN" altLang="it-IT"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endParaRPr>
          </a:p>
        </p:txBody>
      </p:sp>
      <p:sp>
        <p:nvSpPr>
          <p:cNvPr id="9" name="矩形 8"/>
          <p:cNvSpPr/>
          <p:nvPr>
            <p:custDataLst>
              <p:tags r:id="rId6"/>
            </p:custDataLst>
          </p:nvPr>
        </p:nvSpPr>
        <p:spPr>
          <a:xfrm>
            <a:off x="951230" y="3107055"/>
            <a:ext cx="10191750" cy="6654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7" name="矩形 6"/>
          <p:cNvSpPr/>
          <p:nvPr>
            <p:custDataLst>
              <p:tags r:id="rId7"/>
            </p:custDataLst>
          </p:nvPr>
        </p:nvSpPr>
        <p:spPr>
          <a:xfrm>
            <a:off x="1473200" y="3139440"/>
            <a:ext cx="9897745" cy="622935"/>
          </a:xfrm>
          <a:prstGeom prst="rect">
            <a:avLst/>
          </a:prstGeom>
        </p:spPr>
        <p:txBody>
          <a:bodyPr wrap="square">
            <a:noAutofit/>
          </a:bodyPr>
          <a:p>
            <a:pPr algn="l">
              <a:lnSpc>
                <a:spcPct val="150000"/>
              </a:lnSpc>
              <a:defRPr/>
            </a:pPr>
            <a:r>
              <a:rPr sz="1800">
                <a:latin typeface="Courier New" panose="02070409020205090404" pitchFamily="49" charset="0"/>
                <a:sym typeface="+mn-ea"/>
              </a:rPr>
              <a:t>int insertUser(User user);</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(2)编写映射信息</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50673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在文件8-7的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UserMapper.xml文件</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中根据传入的用户信息</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定义插入语句</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custDataLst>
              <p:tags r:id="rId5"/>
            </p:custDataLst>
          </p:nvPr>
        </p:nvSpPr>
        <p:spPr>
          <a:xfrm>
            <a:off x="951230" y="2604770"/>
            <a:ext cx="10191750" cy="229743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7" name="矩形 6"/>
          <p:cNvSpPr/>
          <p:nvPr>
            <p:custDataLst>
              <p:tags r:id="rId6"/>
            </p:custDataLst>
          </p:nvPr>
        </p:nvSpPr>
        <p:spPr>
          <a:xfrm>
            <a:off x="1473200" y="2637155"/>
            <a:ext cx="9897745" cy="2265045"/>
          </a:xfrm>
          <a:prstGeom prst="rect">
            <a:avLst/>
          </a:prstGeom>
        </p:spPr>
        <p:txBody>
          <a:bodyPr wrap="square">
            <a:noAutofit/>
          </a:bodyPr>
          <a:p>
            <a:pPr algn="l">
              <a:lnSpc>
                <a:spcPct val="150000"/>
              </a:lnSpc>
              <a:defRPr/>
            </a:pPr>
            <a:r>
              <a:rPr sz="1800">
                <a:latin typeface="Courier New" panose="02070409020205090404" pitchFamily="49" charset="0"/>
                <a:sym typeface="+mn-ea"/>
              </a:rPr>
              <a:t>&lt;!-- 插入用户信息 --&gt;</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&lt;insert id="insertUser" parameterType="com.itheima.entity.User"</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useGeneratedKeys="true" keyProperty="id"&gt;</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INSERT INTO user (username) VALUES (#{username})</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&lt;/insert&gt;</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(3)定义测试方法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在文件8-8中的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MapperTest类</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测试方法insertTest()</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，在测试方法中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获取UserMapper对象</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，并通过UserMapper对象</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调用其insertUser()方法插入用户信息</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custDataLst>
              <p:tags r:id="rId5"/>
            </p:custDataLst>
          </p:nvPr>
        </p:nvSpPr>
        <p:spPr>
          <a:xfrm>
            <a:off x="951230" y="2820035"/>
            <a:ext cx="10191750" cy="37515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8" name="矩形 7"/>
          <p:cNvSpPr/>
          <p:nvPr>
            <p:custDataLst>
              <p:tags r:id="rId6"/>
            </p:custDataLst>
          </p:nvPr>
        </p:nvSpPr>
        <p:spPr>
          <a:xfrm>
            <a:off x="1473200" y="2852420"/>
            <a:ext cx="9897745" cy="3733165"/>
          </a:xfrm>
          <a:prstGeom prst="rect">
            <a:avLst/>
          </a:prstGeom>
        </p:spPr>
        <p:txBody>
          <a:bodyPr wrap="square">
            <a:noAutofit/>
          </a:bodyPr>
          <a:p>
            <a:pPr algn="l">
              <a:lnSpc>
                <a:spcPct val="100000"/>
              </a:lnSpc>
              <a:defRPr/>
            </a:pPr>
            <a:r>
              <a:rPr sz="1800">
                <a:latin typeface="Courier New" panose="02070409020205090404" pitchFamily="49" charset="0"/>
                <a:sym typeface="+mn-ea"/>
              </a:rPr>
              <a:t>@Test</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public void insertTest() {</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//获取SqlSession对象</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SqlSession session =this.createSqlSession();</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//获取UserMapper对象</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UserMapper mapper = session.getMapper(UserMapper.class);</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User user = new User();</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user.setUsername("王五");</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//插入用户信息</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mapper.insertUser(user);</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session.commit();</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System.out.println(user);</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(4)测试效果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506730"/>
          </a:xfrm>
          <a:prstGeom prst="rect">
            <a:avLst/>
          </a:prstGeom>
          <a:noFill/>
          <a:ln w="9525">
            <a:noFill/>
          </a:ln>
        </p:spPr>
        <p:txBody>
          <a:bodyPr wrap="square">
            <a:spAutoFit/>
          </a:bodyPr>
          <a:p>
            <a:pPr algn="l">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运行</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文件8-8中的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insertUser()方法</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，运行效果如下图所示。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 name="图片 2"/>
          <p:cNvPicPr>
            <a:picLocks noChangeAspect="1"/>
          </p:cNvPicPr>
          <p:nvPr>
            <p:custDataLst>
              <p:tags r:id="rId5"/>
            </p:custDataLst>
          </p:nvPr>
        </p:nvPicPr>
        <p:blipFill>
          <a:blip r:embed="rId6"/>
          <a:stretch>
            <a:fillRect/>
          </a:stretch>
        </p:blipFill>
        <p:spPr>
          <a:xfrm>
            <a:off x="1127760" y="2566035"/>
            <a:ext cx="9124622" cy="25596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2756535"/>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(1)定义更新用户方法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3318510"/>
            <a:ext cx="10295890" cy="50673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在文件8-6的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UserMapper接口</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定义方法updateUser()</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，用于更新用户信息，具体如下所示。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custDataLst>
              <p:tags r:id="rId5"/>
            </p:custDataLst>
          </p:nvPr>
        </p:nvSpPr>
        <p:spPr>
          <a:xfrm>
            <a:off x="977265" y="1579880"/>
            <a:ext cx="10295890" cy="922020"/>
          </a:xfrm>
          <a:prstGeom prst="rect">
            <a:avLst/>
          </a:prstGeom>
          <a:noFill/>
          <a:ln w="9525">
            <a:noFill/>
          </a:ln>
        </p:spPr>
        <p:txBody>
          <a:bodyPr wrap="square">
            <a:spAutoFit/>
          </a:bodyPr>
          <a:p>
            <a:pPr algn="l">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&lt;update&gt;标签</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定义更新语句</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，通过&lt;update&gt;标签，开发者可以明确定义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要执行的更新操作的SQL语句</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。下面通过一个更新用户信息的案例演示&lt;update&gt;标签的使用。</a:t>
            </a:r>
            <a:endParaRPr lang="en-US" altLang="zh-CN"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custDataLst>
              <p:tags r:id="rId6"/>
            </p:custDataLst>
          </p:nvPr>
        </p:nvSpPr>
        <p:spPr>
          <a:xfrm>
            <a:off x="951230" y="4039870"/>
            <a:ext cx="10191750" cy="6654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7" name="矩形 6"/>
          <p:cNvSpPr/>
          <p:nvPr>
            <p:custDataLst>
              <p:tags r:id="rId7"/>
            </p:custDataLst>
          </p:nvPr>
        </p:nvSpPr>
        <p:spPr>
          <a:xfrm>
            <a:off x="1473200" y="4072255"/>
            <a:ext cx="9897745" cy="622935"/>
          </a:xfrm>
          <a:prstGeom prst="rect">
            <a:avLst/>
          </a:prstGeom>
        </p:spPr>
        <p:txBody>
          <a:bodyPr wrap="square">
            <a:noAutofit/>
          </a:bodyPr>
          <a:p>
            <a:pPr algn="l">
              <a:lnSpc>
                <a:spcPct val="150000"/>
              </a:lnSpc>
              <a:defRPr/>
            </a:pPr>
            <a:r>
              <a:rPr sz="1800">
                <a:latin typeface="Courier New" panose="02070409020205090404" pitchFamily="49" charset="0"/>
                <a:sym typeface="+mn-ea"/>
              </a:rPr>
              <a:t>int updateUser(User user);</a:t>
            </a:r>
            <a:endParaRPr sz="1800">
              <a:latin typeface="Courier New" panose="02070409020205090404" pitchFamily="49" charset="0"/>
              <a:sym typeface="+mn-ea"/>
            </a:endParaRPr>
          </a:p>
        </p:txBody>
      </p:sp>
      <p:sp>
        <p:nvSpPr>
          <p:cNvPr id="44" name="MH_SubTitle_1"/>
          <p:cNvSpPr txBox="1">
            <a:spLocks noChangeArrowheads="1"/>
          </p:cNvSpPr>
          <p:nvPr>
            <p:custDataLst>
              <p:tags r:id="rId8"/>
            </p:custDataLst>
          </p:nvPr>
        </p:nvSpPr>
        <p:spPr bwMode="auto">
          <a:xfrm flipH="1">
            <a:off x="1126490" y="1117600"/>
            <a:ext cx="2898140" cy="35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l" defTabSz="1087755">
              <a:lnSpc>
                <a:spcPct val="120000"/>
              </a:lnSpc>
              <a:defRPr/>
            </a:pPr>
            <a:r>
              <a:rPr lang="en-US" altLang="zh-CN"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3. </a:t>
            </a: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&lt;update&gt;</a:t>
            </a: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标签</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177925"/>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(2)编写映射信息</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50673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在文件8-7的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UserMapper.xml文件</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中根据传入的用户信息</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定义更新语句</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custDataLst>
              <p:tags r:id="rId5"/>
            </p:custDataLst>
          </p:nvPr>
        </p:nvSpPr>
        <p:spPr>
          <a:xfrm>
            <a:off x="951230" y="2604770"/>
            <a:ext cx="10191750" cy="19532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7" name="矩形 6"/>
          <p:cNvSpPr/>
          <p:nvPr>
            <p:custDataLst>
              <p:tags r:id="rId6"/>
            </p:custDataLst>
          </p:nvPr>
        </p:nvSpPr>
        <p:spPr>
          <a:xfrm>
            <a:off x="1473200" y="2637155"/>
            <a:ext cx="9897745" cy="1921510"/>
          </a:xfrm>
          <a:prstGeom prst="rect">
            <a:avLst/>
          </a:prstGeom>
        </p:spPr>
        <p:txBody>
          <a:bodyPr wrap="square">
            <a:noAutofit/>
          </a:bodyPr>
          <a:p>
            <a:pPr algn="l">
              <a:lnSpc>
                <a:spcPct val="150000"/>
              </a:lnSpc>
              <a:defRPr/>
            </a:pPr>
            <a:r>
              <a:rPr sz="1800">
                <a:latin typeface="Courier New" panose="02070409020205090404" pitchFamily="49" charset="0"/>
                <a:sym typeface="+mn-ea"/>
              </a:rPr>
              <a:t>&lt;!-- 更新用户信息 --&gt;</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&lt;update id="updateUser" parameterType="com.itheima.entity.User"&gt;</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UPDATE user SET username= #{username}	WHERE id = #{id}</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&lt;/update&gt;</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177925"/>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(3)定义测试方法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668145"/>
            <a:ext cx="10295890" cy="92202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在文件8-8中的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MapperTest类</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测试方法updateUser()</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，在测试方法中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获取UserMapper对象</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，并通过UserMapper对象调用其</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updateUser()方法更新用户信息</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custDataLst>
              <p:tags r:id="rId5"/>
            </p:custDataLst>
          </p:nvPr>
        </p:nvSpPr>
        <p:spPr>
          <a:xfrm>
            <a:off x="951230" y="2604770"/>
            <a:ext cx="10191750" cy="41929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7" name="矩形 6"/>
          <p:cNvSpPr/>
          <p:nvPr>
            <p:custDataLst>
              <p:tags r:id="rId6"/>
            </p:custDataLst>
          </p:nvPr>
        </p:nvSpPr>
        <p:spPr>
          <a:xfrm>
            <a:off x="1473200" y="2637155"/>
            <a:ext cx="9897745" cy="4165600"/>
          </a:xfrm>
          <a:prstGeom prst="rect">
            <a:avLst/>
          </a:prstGeom>
        </p:spPr>
        <p:txBody>
          <a:bodyPr wrap="square">
            <a:noAutofit/>
          </a:bodyPr>
          <a:p>
            <a:pPr algn="l">
              <a:lnSpc>
                <a:spcPct val="100000"/>
              </a:lnSpc>
              <a:defRPr/>
            </a:pPr>
            <a:r>
              <a:rPr sz="1800">
                <a:latin typeface="Courier New" panose="02070409020205090404" pitchFamily="49" charset="0"/>
                <a:sym typeface="+mn-ea"/>
              </a:rPr>
              <a:t>@Test</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public void updateUser() {</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//获取SqlSession对象</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SqlSession session =this.createSqlSession();</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//获取UserMapper对象</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UserMapper mapper = session.getMapper(UserMapper.class);</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User user = new User();</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user.setId(3);</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user.setUsername("王老五");</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//插入用户信息</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mapper.updateUser(user);</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session.commit();</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User u = mapper.findById(3);</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System.out.println(u);</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177925"/>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(4)测试效果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11655"/>
            <a:ext cx="10295890" cy="506730"/>
          </a:xfrm>
          <a:prstGeom prst="rect">
            <a:avLst/>
          </a:prstGeom>
          <a:noFill/>
          <a:ln w="9525">
            <a:noFill/>
          </a:ln>
        </p:spPr>
        <p:txBody>
          <a:bodyPr wrap="square">
            <a:spAutoFit/>
          </a:bodyPr>
          <a:p>
            <a:pPr algn="l">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运行</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文件8-8中的</a:t>
            </a:r>
            <a:r>
              <a:rPr lang="it-IT" altLang="zh-CN" sz="180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sym typeface="+mn-ea"/>
              </a:rPr>
              <a:t>updateUser</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()方法</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，运行效果如下图所示。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8" name="图片 3"/>
          <p:cNvPicPr>
            <a:picLocks noChangeAspect="1"/>
          </p:cNvPicPr>
          <p:nvPr>
            <p:custDataLst>
              <p:tags r:id="rId5"/>
            </p:custDataLst>
          </p:nvPr>
        </p:nvPicPr>
        <p:blipFill>
          <a:blip r:embed="rId6"/>
          <a:stretch>
            <a:fillRect/>
          </a:stretch>
        </p:blipFill>
        <p:spPr>
          <a:xfrm>
            <a:off x="1126490" y="2565083"/>
            <a:ext cx="10061377" cy="2772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2254250"/>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(1)定义更新用户方法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2887980"/>
            <a:ext cx="10295890" cy="50673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在文件8-6的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UserMapper接口</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方法deleteUser()</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，用于更新用户信息，具体如下所示。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4" name="MH_SubTitle_1"/>
          <p:cNvSpPr txBox="1">
            <a:spLocks noChangeArrowheads="1"/>
          </p:cNvSpPr>
          <p:nvPr>
            <p:custDataLst>
              <p:tags r:id="rId5"/>
            </p:custDataLst>
          </p:nvPr>
        </p:nvSpPr>
        <p:spPr bwMode="auto">
          <a:xfrm flipH="1">
            <a:off x="1126490" y="1117600"/>
            <a:ext cx="2898140" cy="35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l" defTabSz="1087755">
              <a:lnSpc>
                <a:spcPct val="120000"/>
              </a:lnSpc>
              <a:defRPr/>
            </a:pPr>
            <a:r>
              <a:rPr lang="en-US" altLang="zh-CN"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4. </a:t>
            </a: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&lt;delete&gt;</a:t>
            </a: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标签</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5" name="文本框 4"/>
          <p:cNvSpPr txBox="1"/>
          <p:nvPr>
            <p:custDataLst>
              <p:tags r:id="rId6"/>
            </p:custDataLst>
          </p:nvPr>
        </p:nvSpPr>
        <p:spPr>
          <a:xfrm>
            <a:off x="977265" y="1508125"/>
            <a:ext cx="10295890" cy="506730"/>
          </a:xfrm>
          <a:prstGeom prst="rect">
            <a:avLst/>
          </a:prstGeom>
          <a:noFill/>
          <a:ln w="9525">
            <a:noFill/>
          </a:ln>
        </p:spPr>
        <p:txBody>
          <a:bodyPr wrap="square">
            <a:spAutoFit/>
          </a:bodyPr>
          <a:p>
            <a:pPr algn="l">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&lt;delete&gt;标签</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定义删除语句</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，下面通过删除用户信息演示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&lt;delete&gt;标签的使用</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custDataLst>
              <p:tags r:id="rId7"/>
            </p:custDataLst>
          </p:nvPr>
        </p:nvSpPr>
        <p:spPr>
          <a:xfrm>
            <a:off x="951230" y="3609340"/>
            <a:ext cx="10191750" cy="7385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7" name="矩形 6"/>
          <p:cNvSpPr/>
          <p:nvPr>
            <p:custDataLst>
              <p:tags r:id="rId8"/>
            </p:custDataLst>
          </p:nvPr>
        </p:nvSpPr>
        <p:spPr>
          <a:xfrm>
            <a:off x="1473200" y="3641725"/>
            <a:ext cx="9897745" cy="1921510"/>
          </a:xfrm>
          <a:prstGeom prst="rect">
            <a:avLst/>
          </a:prstGeom>
        </p:spPr>
        <p:txBody>
          <a:bodyPr wrap="square">
            <a:noAutofit/>
          </a:bodyPr>
          <a:p>
            <a:pPr algn="l">
              <a:lnSpc>
                <a:spcPct val="150000"/>
              </a:lnSpc>
              <a:defRPr/>
            </a:pPr>
            <a:r>
              <a:rPr sz="1800">
                <a:latin typeface="Courier New" panose="02070409020205090404" pitchFamily="49" charset="0"/>
                <a:sym typeface="+mn-ea"/>
              </a:rPr>
              <a:t>int deleteUserById(int id);</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(2)编写映射信息</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955165"/>
            <a:ext cx="10295890" cy="50673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在文件8-7的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UserMapper.xml文件</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中根据传入的用户id</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定义删除语句</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custDataLst>
              <p:tags r:id="rId5"/>
            </p:custDataLst>
          </p:nvPr>
        </p:nvSpPr>
        <p:spPr>
          <a:xfrm>
            <a:off x="951230" y="2676525"/>
            <a:ext cx="10191750" cy="19119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7" name="矩形 6"/>
          <p:cNvSpPr/>
          <p:nvPr>
            <p:custDataLst>
              <p:tags r:id="rId6"/>
            </p:custDataLst>
          </p:nvPr>
        </p:nvSpPr>
        <p:spPr>
          <a:xfrm>
            <a:off x="1473200" y="2708910"/>
            <a:ext cx="9897745" cy="1921510"/>
          </a:xfrm>
          <a:prstGeom prst="rect">
            <a:avLst/>
          </a:prstGeom>
        </p:spPr>
        <p:txBody>
          <a:bodyPr wrap="square">
            <a:noAutofit/>
          </a:bodyPr>
          <a:p>
            <a:pPr algn="l">
              <a:lnSpc>
                <a:spcPct val="150000"/>
              </a:lnSpc>
              <a:defRPr/>
            </a:pPr>
            <a:r>
              <a:rPr sz="1800">
                <a:latin typeface="Courier New" panose="02070409020205090404" pitchFamily="49" charset="0"/>
                <a:sym typeface="+mn-ea"/>
              </a:rPr>
              <a:t>&lt;!-- 删除用户信息 --&gt;</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&lt;delete id="deleteUserById" parameterType="int"&gt;</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	DELETE FROM user WHERE id = #{id}</a:t>
            </a:r>
            <a:endParaRPr sz="1800">
              <a:latin typeface="Courier New" panose="02070409020205090404" pitchFamily="49" charset="0"/>
              <a:sym typeface="+mn-ea"/>
            </a:endParaRPr>
          </a:p>
          <a:p>
            <a:pPr algn="l">
              <a:lnSpc>
                <a:spcPct val="150000"/>
              </a:lnSpc>
              <a:defRPr/>
            </a:pPr>
            <a:r>
              <a:rPr sz="1800">
                <a:latin typeface="Courier New" panose="02070409020205090404" pitchFamily="49" charset="0"/>
                <a:sym typeface="+mn-ea"/>
              </a:rPr>
              <a:t>&lt;/delete&gt;</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(3)定义测试方法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955165"/>
            <a:ext cx="10295890" cy="922020"/>
          </a:xfrm>
          <a:prstGeom prst="rect">
            <a:avLst/>
          </a:prstGeom>
          <a:noFill/>
          <a:ln w="9525">
            <a:noFill/>
          </a:ln>
        </p:spPr>
        <p:txBody>
          <a:bodyPr wrap="square">
            <a:spAutoFit/>
          </a:bodyPr>
          <a:p>
            <a:pPr algn="l">
              <a:lnSpc>
                <a:spcPct val="150000"/>
              </a:lnSpc>
              <a:buClrTx/>
              <a:buSzTx/>
              <a:buFontTx/>
            </a:pP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在文件8-8中的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MapperTest类</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测试方法deleteTest()</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，在测试方法中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获取UserMapper对象</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，并通过UserMapper对象调用其</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deleteUserById()方法删除用户信息</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矩形 8"/>
          <p:cNvSpPr/>
          <p:nvPr>
            <p:custDataLst>
              <p:tags r:id="rId5"/>
            </p:custDataLst>
          </p:nvPr>
        </p:nvSpPr>
        <p:spPr>
          <a:xfrm>
            <a:off x="951230" y="2963545"/>
            <a:ext cx="10191750" cy="356298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7" name="矩形 6"/>
          <p:cNvSpPr/>
          <p:nvPr>
            <p:custDataLst>
              <p:tags r:id="rId6"/>
            </p:custDataLst>
          </p:nvPr>
        </p:nvSpPr>
        <p:spPr>
          <a:xfrm>
            <a:off x="1473200" y="2995930"/>
            <a:ext cx="9897745" cy="3429000"/>
          </a:xfrm>
          <a:prstGeom prst="rect">
            <a:avLst/>
          </a:prstGeom>
        </p:spPr>
        <p:txBody>
          <a:bodyPr wrap="square">
            <a:noAutofit/>
          </a:bodyPr>
          <a:p>
            <a:pPr algn="l">
              <a:lnSpc>
                <a:spcPct val="100000"/>
              </a:lnSpc>
              <a:defRPr/>
            </a:pPr>
            <a:r>
              <a:rPr sz="1800">
                <a:latin typeface="Courier New" panose="02070409020205090404" pitchFamily="49" charset="0"/>
                <a:sym typeface="+mn-ea"/>
              </a:rPr>
              <a:t>@Test</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public void deleteTest() {</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//获取SqlSession对象</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SqlSession session =this.createSqlSession();</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//获取UserMapper对象</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UserMapper mapper = session.getMapper(UserMapper.class);</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//删除用户信息</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mapper.deleteUserById(3);</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session.commit();</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User user = mapper.findById(3);</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     System.out.println(user);</a:t>
            </a:r>
            <a:endParaRPr sz="1800">
              <a:latin typeface="Courier New" panose="02070409020205090404" pitchFamily="49" charset="0"/>
              <a:sym typeface="+mn-ea"/>
            </a:endParaRPr>
          </a:p>
          <a:p>
            <a:pPr algn="l">
              <a:lnSpc>
                <a:spcPct val="100000"/>
              </a:lnSpc>
              <a:defRPr/>
            </a:pPr>
            <a:r>
              <a:rPr sz="1800">
                <a:latin typeface="Courier New" panose="02070409020205090404" pitchFamily="49" charset="0"/>
                <a:sym typeface="+mn-ea"/>
              </a:rPr>
              <a:t>}</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8.6.1 定义SQL语句的标签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69494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(4)测试效果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955165"/>
            <a:ext cx="10295890" cy="506730"/>
          </a:xfrm>
          <a:prstGeom prst="rect">
            <a:avLst/>
          </a:prstGeom>
          <a:noFill/>
          <a:ln w="9525">
            <a:noFill/>
          </a:ln>
        </p:spPr>
        <p:txBody>
          <a:bodyPr wrap="square">
            <a:spAutoFit/>
          </a:bodyPr>
          <a:p>
            <a:pPr algn="l">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运行</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文件8-8中的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deleteTest()方法</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，运行效果如下图所示。</a:t>
            </a:r>
            <a:endPar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1"/>
          <p:cNvPicPr>
            <a:picLocks noChangeAspect="1"/>
          </p:cNvPicPr>
          <p:nvPr>
            <p:custDataLst>
              <p:tags r:id="rId5"/>
            </p:custDataLst>
          </p:nvPr>
        </p:nvPicPr>
        <p:blipFill>
          <a:blip r:embed="rId6"/>
          <a:stretch>
            <a:fillRect/>
          </a:stretch>
        </p:blipFill>
        <p:spPr>
          <a:xfrm>
            <a:off x="1143635" y="2709545"/>
            <a:ext cx="8881334" cy="26568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282190"/>
            <a:ext cx="5445760" cy="2336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sym typeface="+mn-ea"/>
              </a:rPr>
              <a:t>掌握</a:t>
            </a:r>
            <a:r>
              <a:rPr lang="zh-CN" altLang="en-US" dirty="0">
                <a:solidFill>
                  <a:srgbClr val="1369B2"/>
                </a:solidFill>
                <a:latin typeface="微软雅黑" panose="020B0503020204020204" pitchFamily="34" charset="-122"/>
                <a:ea typeface="微软雅黑" panose="020B0503020204020204" pitchFamily="34" charset="-122"/>
                <a:sym typeface="+mn-ea"/>
              </a:rPr>
              <a:t>定义结果集映射规则的标签</a:t>
            </a:r>
            <a:r>
              <a:rPr lang="zh-CN" altLang="en-US" dirty="0">
                <a:solidFill>
                  <a:srgbClr val="595959"/>
                </a:solidFill>
                <a:latin typeface="微软雅黑" panose="020B0503020204020204" pitchFamily="34" charset="-122"/>
                <a:ea typeface="微软雅黑" panose="020B0503020204020204" pitchFamily="34" charset="-122"/>
                <a:sym typeface="+mn-ea"/>
              </a:rPr>
              <a:t>，能够在MyBatis映射文件中使用</a:t>
            </a:r>
            <a:r>
              <a:rPr lang="zh-CN" altLang="en-US" dirty="0">
                <a:solidFill>
                  <a:srgbClr val="1369B2"/>
                </a:solidFill>
                <a:latin typeface="微软雅黑" panose="020B0503020204020204" pitchFamily="34" charset="-122"/>
                <a:ea typeface="微软雅黑" panose="020B0503020204020204" pitchFamily="34" charset="-122"/>
                <a:sym typeface="+mn-ea"/>
              </a:rPr>
              <a:t>&lt;resultMap&gt;标签</a:t>
            </a:r>
            <a:r>
              <a:rPr lang="zh-CN" altLang="en-US" dirty="0">
                <a:solidFill>
                  <a:srgbClr val="595959"/>
                </a:solidFill>
                <a:latin typeface="微软雅黑" panose="020B0503020204020204" pitchFamily="34" charset="-122"/>
                <a:ea typeface="微软雅黑" panose="020B0503020204020204" pitchFamily="34" charset="-122"/>
                <a:sym typeface="+mn-ea"/>
              </a:rPr>
              <a:t>定义结果集映射规则</a:t>
            </a:r>
            <a:endParaRPr lang="zh-CN" altLang="en-US" dirty="0">
              <a:solidFill>
                <a:srgbClr val="595959"/>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TextBox 35"/>
          <p:cNvSpPr txBox="1">
            <a:spLocks noChangeArrowheads="1"/>
          </p:cNvSpPr>
          <p:nvPr>
            <p:custDataLst>
              <p:tags r:id="rId1"/>
            </p:custDataLst>
          </p:nvPr>
        </p:nvSpPr>
        <p:spPr bwMode="auto">
          <a:xfrm>
            <a:off x="923925" y="1390015"/>
            <a:ext cx="1054544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在MyBatis映射文件中，定义</a:t>
            </a:r>
            <a:r>
              <a:rPr lang="zh-CN" altLang="en-US" sz="2000" dirty="0">
                <a:solidFill>
                  <a:srgbClr val="1369B2"/>
                </a:solidFill>
                <a:latin typeface="微软雅黑" panose="020B0503020204020204" pitchFamily="34" charset="-122"/>
                <a:ea typeface="微软雅黑" panose="020B0503020204020204" pitchFamily="34" charset="-122"/>
                <a:cs typeface="+mn-ea"/>
              </a:rPr>
              <a:t>映射规则</a:t>
            </a:r>
            <a:r>
              <a:rPr lang="zh-CN" altLang="zh-CN" sz="2000" dirty="0">
                <a:solidFill>
                  <a:srgbClr val="595959"/>
                </a:solidFill>
                <a:latin typeface="微软雅黑" panose="020B0503020204020204" pitchFamily="34" charset="-122"/>
                <a:ea typeface="微软雅黑" panose="020B0503020204020204" pitchFamily="34" charset="-122"/>
              </a:rPr>
              <a:t>的标签主要指的是用于描述</a:t>
            </a:r>
            <a:r>
              <a:rPr lang="zh-CN" altLang="en-US" sz="2000" dirty="0">
                <a:solidFill>
                  <a:srgbClr val="1369B2"/>
                </a:solidFill>
                <a:latin typeface="微软雅黑" panose="020B0503020204020204" pitchFamily="34" charset="-122"/>
                <a:ea typeface="微软雅黑" panose="020B0503020204020204" pitchFamily="34" charset="-122"/>
                <a:cs typeface="+mn-ea"/>
              </a:rPr>
              <a:t>查询结果</a:t>
            </a:r>
            <a:r>
              <a:rPr lang="zh-CN" altLang="zh-CN" sz="2000" dirty="0">
                <a:solidFill>
                  <a:srgbClr val="595959"/>
                </a:solidFill>
                <a:latin typeface="微软雅黑" panose="020B0503020204020204" pitchFamily="34" charset="-122"/>
                <a:ea typeface="微软雅黑" panose="020B0503020204020204" pitchFamily="34" charset="-122"/>
              </a:rPr>
              <a:t>如何与</a:t>
            </a:r>
            <a:r>
              <a:rPr lang="zh-CN" altLang="en-US" sz="2000" dirty="0">
                <a:solidFill>
                  <a:srgbClr val="1369B2"/>
                </a:solidFill>
                <a:latin typeface="微软雅黑" panose="020B0503020204020204" pitchFamily="34" charset="-122"/>
                <a:ea typeface="微软雅黑" panose="020B0503020204020204" pitchFamily="34" charset="-122"/>
                <a:cs typeface="+mn-ea"/>
              </a:rPr>
              <a:t>Java对象属性</a:t>
            </a:r>
            <a:r>
              <a:rPr lang="zh-CN" altLang="zh-CN" sz="2000" dirty="0">
                <a:solidFill>
                  <a:srgbClr val="595959"/>
                </a:solidFill>
                <a:latin typeface="微软雅黑" panose="020B0503020204020204" pitchFamily="34" charset="-122"/>
                <a:ea typeface="微软雅黑" panose="020B0503020204020204" pitchFamily="34" charset="-122"/>
              </a:rPr>
              <a:t>进行</a:t>
            </a:r>
            <a:r>
              <a:rPr lang="zh-CN" altLang="en-US" sz="2000" dirty="0">
                <a:solidFill>
                  <a:srgbClr val="1369B2"/>
                </a:solidFill>
                <a:latin typeface="微软雅黑" panose="020B0503020204020204" pitchFamily="34" charset="-122"/>
                <a:ea typeface="微软雅黑" panose="020B0503020204020204" pitchFamily="34" charset="-122"/>
                <a:cs typeface="+mn-ea"/>
              </a:rPr>
              <a:t>映射</a:t>
            </a:r>
            <a:r>
              <a:rPr lang="zh-CN" altLang="zh-CN" sz="2000" dirty="0">
                <a:solidFill>
                  <a:srgbClr val="595959"/>
                </a:solidFill>
                <a:latin typeface="微软雅黑" panose="020B0503020204020204" pitchFamily="34" charset="-122"/>
                <a:ea typeface="微软雅黑" panose="020B0503020204020204" pitchFamily="34" charset="-122"/>
              </a:rPr>
              <a:t>的标签。这些标签用于处理复杂查询结果的结构化映射，确保查询结果能够正确地填充到目标对象的属性中。其中，</a:t>
            </a:r>
            <a:r>
              <a:rPr lang="zh-CN" altLang="en-US" sz="2000" dirty="0">
                <a:solidFill>
                  <a:srgbClr val="1369B2"/>
                </a:solidFill>
                <a:latin typeface="微软雅黑" panose="020B0503020204020204" pitchFamily="34" charset="-122"/>
                <a:ea typeface="微软雅黑" panose="020B0503020204020204" pitchFamily="34" charset="-122"/>
                <a:cs typeface="+mn-ea"/>
              </a:rPr>
              <a:t>&lt;resultMap&gt;标签</a:t>
            </a:r>
            <a:r>
              <a:rPr lang="zh-CN" altLang="zh-CN" sz="2000" dirty="0">
                <a:solidFill>
                  <a:srgbClr val="595959"/>
                </a:solidFill>
                <a:latin typeface="微软雅黑" panose="020B0503020204020204" pitchFamily="34" charset="-122"/>
                <a:ea typeface="微软雅黑" panose="020B0503020204020204" pitchFamily="34" charset="-122"/>
              </a:rPr>
              <a:t>为定义</a:t>
            </a:r>
            <a:r>
              <a:rPr lang="zh-CN" altLang="en-US" sz="2000" dirty="0">
                <a:solidFill>
                  <a:srgbClr val="1369B2"/>
                </a:solidFill>
                <a:latin typeface="微软雅黑" panose="020B0503020204020204" pitchFamily="34" charset="-122"/>
                <a:ea typeface="微软雅黑" panose="020B0503020204020204" pitchFamily="34" charset="-122"/>
                <a:cs typeface="+mn-ea"/>
              </a:rPr>
              <a:t>结果集映射</a:t>
            </a:r>
            <a:r>
              <a:rPr lang="zh-CN" altLang="zh-CN" sz="2000" dirty="0">
                <a:solidFill>
                  <a:srgbClr val="595959"/>
                </a:solidFill>
                <a:latin typeface="微软雅黑" panose="020B0503020204020204" pitchFamily="34" charset="-122"/>
                <a:ea typeface="微软雅黑" panose="020B0503020204020204" pitchFamily="34" charset="-122"/>
              </a:rPr>
              <a:t>的顶级标签，基于&lt;resultMap&gt;标签可以处理</a:t>
            </a:r>
            <a:r>
              <a:rPr lang="zh-CN" altLang="en-US" sz="2000" dirty="0">
                <a:solidFill>
                  <a:srgbClr val="1369B2"/>
                </a:solidFill>
                <a:latin typeface="微软雅黑" panose="020B0503020204020204" pitchFamily="34" charset="-122"/>
                <a:ea typeface="微软雅黑" panose="020B0503020204020204" pitchFamily="34" charset="-122"/>
                <a:cs typeface="+mn-ea"/>
              </a:rPr>
              <a:t>字段和属性之间的不匹配</a:t>
            </a:r>
            <a:r>
              <a:rPr lang="zh-CN" altLang="zh-CN" sz="2000" dirty="0">
                <a:solidFill>
                  <a:srgbClr val="595959"/>
                </a:solidFill>
                <a:latin typeface="微软雅黑" panose="020B0503020204020204" pitchFamily="34" charset="-122"/>
                <a:ea typeface="微软雅黑" panose="020B0503020204020204" pitchFamily="34" charset="-122"/>
              </a:rPr>
              <a:t>，以及</a:t>
            </a:r>
            <a:r>
              <a:rPr lang="zh-CN" altLang="en-US" sz="2000" dirty="0">
                <a:solidFill>
                  <a:srgbClr val="1369B2"/>
                </a:solidFill>
                <a:latin typeface="微软雅黑" panose="020B0503020204020204" pitchFamily="34" charset="-122"/>
                <a:ea typeface="微软雅黑" panose="020B0503020204020204" pitchFamily="34" charset="-122"/>
                <a:cs typeface="+mn-ea"/>
              </a:rPr>
              <a:t>一对多、多对一</a:t>
            </a:r>
            <a:r>
              <a:rPr lang="zh-CN" altLang="zh-CN" sz="2000" dirty="0">
                <a:solidFill>
                  <a:srgbClr val="595959"/>
                </a:solidFill>
                <a:latin typeface="微软雅黑" panose="020B0503020204020204" pitchFamily="34" charset="-122"/>
                <a:ea typeface="微软雅黑" panose="020B0503020204020204" pitchFamily="34" charset="-122"/>
              </a:rPr>
              <a:t>的关系等复杂场景。</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TextBox 35"/>
          <p:cNvSpPr txBox="1">
            <a:spLocks noChangeArrowheads="1"/>
          </p:cNvSpPr>
          <p:nvPr>
            <p:custDataLst>
              <p:tags r:id="rId1"/>
            </p:custDataLst>
          </p:nvPr>
        </p:nvSpPr>
        <p:spPr bwMode="auto">
          <a:xfrm>
            <a:off x="923925" y="1390015"/>
            <a:ext cx="10545445" cy="1505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&lt;resultMap&gt;标签</a:t>
            </a:r>
            <a:r>
              <a:rPr lang="zh-CN" altLang="zh-CN" sz="2000" dirty="0">
                <a:solidFill>
                  <a:srgbClr val="595959"/>
                </a:solidFill>
                <a:latin typeface="微软雅黑" panose="020B0503020204020204" pitchFamily="34" charset="-122"/>
                <a:ea typeface="微软雅黑" panose="020B0503020204020204" pitchFamily="34" charset="-122"/>
              </a:rPr>
              <a:t>提供了</a:t>
            </a:r>
            <a:r>
              <a:rPr lang="zh-CN" altLang="en-US" sz="2000" dirty="0">
                <a:solidFill>
                  <a:srgbClr val="1369B2"/>
                </a:solidFill>
                <a:latin typeface="微软雅黑" panose="020B0503020204020204" pitchFamily="34" charset="-122"/>
                <a:ea typeface="微软雅黑" panose="020B0503020204020204" pitchFamily="34" charset="-122"/>
                <a:cs typeface="+mn-ea"/>
              </a:rPr>
              <a:t>id属性</a:t>
            </a:r>
            <a:r>
              <a:rPr lang="zh-CN" altLang="zh-CN" sz="2000" dirty="0">
                <a:solidFill>
                  <a:srgbClr val="595959"/>
                </a:solidFill>
                <a:latin typeface="微软雅黑" panose="020B0503020204020204" pitchFamily="34" charset="-122"/>
                <a:ea typeface="微软雅黑" panose="020B0503020204020204" pitchFamily="34" charset="-122"/>
              </a:rPr>
              <a:t>用于指定该</a:t>
            </a:r>
            <a:r>
              <a:rPr lang="zh-CN" altLang="en-US" sz="2000" dirty="0">
                <a:solidFill>
                  <a:srgbClr val="1369B2"/>
                </a:solidFill>
                <a:latin typeface="微软雅黑" panose="020B0503020204020204" pitchFamily="34" charset="-122"/>
                <a:ea typeface="微软雅黑" panose="020B0503020204020204" pitchFamily="34" charset="-122"/>
                <a:cs typeface="+mn-ea"/>
              </a:rPr>
              <a:t>映射的唯一标识符</a:t>
            </a:r>
            <a:r>
              <a:rPr lang="zh-CN" altLang="zh-CN" sz="2000" dirty="0">
                <a:solidFill>
                  <a:srgbClr val="595959"/>
                </a:solidFill>
                <a:latin typeface="微软雅黑" panose="020B0503020204020204" pitchFamily="34" charset="-122"/>
                <a:ea typeface="微软雅黑" panose="020B0503020204020204" pitchFamily="34" charset="-122"/>
              </a:rPr>
              <a:t>，在映射文件中的其他配置可以通过id属性的值</a:t>
            </a:r>
            <a:r>
              <a:rPr lang="zh-CN" altLang="en-US" sz="2000" dirty="0">
                <a:solidFill>
                  <a:srgbClr val="1369B2"/>
                </a:solidFill>
                <a:latin typeface="微软雅黑" panose="020B0503020204020204" pitchFamily="34" charset="-122"/>
                <a:ea typeface="微软雅黑" panose="020B0503020204020204" pitchFamily="34" charset="-122"/>
                <a:cs typeface="+mn-ea"/>
              </a:rPr>
              <a:t>引用</a:t>
            </a:r>
            <a:r>
              <a:rPr lang="zh-CN" altLang="zh-CN" sz="2000" dirty="0">
                <a:solidFill>
                  <a:srgbClr val="595959"/>
                </a:solidFill>
                <a:latin typeface="微软雅黑" panose="020B0503020204020204" pitchFamily="34" charset="-122"/>
                <a:ea typeface="微软雅黑" panose="020B0503020204020204" pitchFamily="34" charset="-122"/>
              </a:rPr>
              <a:t>此映射。&lt;resultMap&gt;标签的</a:t>
            </a:r>
            <a:r>
              <a:rPr lang="zh-CN" altLang="en-US" sz="2000" dirty="0">
                <a:solidFill>
                  <a:srgbClr val="1369B2"/>
                </a:solidFill>
                <a:latin typeface="微软雅黑" panose="020B0503020204020204" pitchFamily="34" charset="-122"/>
                <a:ea typeface="微软雅黑" panose="020B0503020204020204" pitchFamily="34" charset="-122"/>
                <a:cs typeface="+mn-ea"/>
              </a:rPr>
              <a:t>type属性</a:t>
            </a:r>
            <a:r>
              <a:rPr lang="zh-CN" altLang="zh-CN" sz="2000" dirty="0">
                <a:solidFill>
                  <a:srgbClr val="595959"/>
                </a:solidFill>
                <a:latin typeface="微软雅黑" panose="020B0503020204020204" pitchFamily="34" charset="-122"/>
                <a:ea typeface="微软雅黑" panose="020B0503020204020204" pitchFamily="34" charset="-122"/>
              </a:rPr>
              <a:t>则用于指定</a:t>
            </a:r>
            <a:r>
              <a:rPr lang="zh-CN" altLang="en-US" sz="2000" dirty="0">
                <a:solidFill>
                  <a:srgbClr val="1369B2"/>
                </a:solidFill>
                <a:latin typeface="微软雅黑" panose="020B0503020204020204" pitchFamily="34" charset="-122"/>
                <a:ea typeface="微软雅黑" panose="020B0503020204020204" pitchFamily="34" charset="-122"/>
                <a:cs typeface="+mn-ea"/>
              </a:rPr>
              <a:t>要映射到的 Java 类的全限定名或别名</a:t>
            </a:r>
            <a:r>
              <a:rPr lang="zh-CN" altLang="zh-CN" sz="2000" dirty="0">
                <a:solidFill>
                  <a:srgbClr val="595959"/>
                </a:solidFill>
                <a:latin typeface="微软雅黑" panose="020B0503020204020204" pitchFamily="34" charset="-122"/>
                <a:ea typeface="微软雅黑" panose="020B0503020204020204" pitchFamily="34" charset="-122"/>
              </a:rPr>
              <a:t>。示例如下。</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5" name="矩形 4"/>
          <p:cNvSpPr/>
          <p:nvPr>
            <p:custDataLst>
              <p:tags r:id="rId2"/>
            </p:custDataLst>
          </p:nvPr>
        </p:nvSpPr>
        <p:spPr>
          <a:xfrm>
            <a:off x="967740" y="3123565"/>
            <a:ext cx="10337800" cy="10007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8" name="矩形 7"/>
          <p:cNvSpPr/>
          <p:nvPr>
            <p:custDataLst>
              <p:tags r:id="rId3"/>
            </p:custDataLst>
          </p:nvPr>
        </p:nvSpPr>
        <p:spPr>
          <a:xfrm>
            <a:off x="1489710" y="3068955"/>
            <a:ext cx="9533890" cy="1047750"/>
          </a:xfrm>
          <a:prstGeom prst="rect">
            <a:avLst/>
          </a:prstGeom>
        </p:spPr>
        <p:txBody>
          <a:bodyPr wrap="square">
            <a:noAutofit/>
          </a:bodyPr>
          <a:p>
            <a:pPr algn="l">
              <a:lnSpc>
                <a:spcPct val="150000"/>
              </a:lnSpc>
              <a:defRPr/>
            </a:pPr>
            <a:r>
              <a:rPr sz="1800">
                <a:latin typeface="Courier New" panose="02070409020205090404" pitchFamily="49" charset="0"/>
                <a:sym typeface="+mn-ea"/>
              </a:rPr>
              <a:t>&lt;resultMap id="userResultMap" type="com.itheima.entity.User"&gt; &lt;/resultMap&gt;</a:t>
            </a:r>
            <a:endParaRPr sz="1800">
              <a:latin typeface="Courier New" panose="02070409020205090404" pitchFamily="49" charset="0"/>
              <a:sym typeface="+mn-ea"/>
            </a:endParaRPr>
          </a:p>
        </p:txBody>
      </p:sp>
      <p:sp>
        <p:nvSpPr>
          <p:cNvPr id="100" name="文本框 99"/>
          <p:cNvSpPr txBox="1"/>
          <p:nvPr/>
        </p:nvSpPr>
        <p:spPr>
          <a:xfrm>
            <a:off x="1054735" y="4352290"/>
            <a:ext cx="10193655" cy="1014730"/>
          </a:xfrm>
          <a:prstGeom prst="rect">
            <a:avLst/>
          </a:prstGeom>
          <a:noFill/>
          <a:ln w="9525">
            <a:noFill/>
          </a:ln>
        </p:spPr>
        <p:txBody>
          <a:bodyPr wrap="square">
            <a:spAutoFit/>
          </a:bodyPr>
          <a:p>
            <a:pPr algn="just">
              <a:lnSpc>
                <a:spcPct val="150000"/>
              </a:lnSpc>
              <a:buClrTx/>
              <a:buSzTx/>
              <a:buFontTx/>
            </a:pPr>
            <a:r>
              <a:rPr lang="zh-CN" altLang="zh-CN" sz="2000" b="0" dirty="0">
                <a:solidFill>
                  <a:srgbClr val="595959"/>
                </a:solidFill>
                <a:latin typeface="微软雅黑" panose="020B0503020204020204" pitchFamily="34" charset="-122"/>
                <a:ea typeface="微软雅黑" panose="020B0503020204020204" pitchFamily="34" charset="-122"/>
              </a:rPr>
              <a:t>&lt;resultMap&gt;标签通常包括</a:t>
            </a:r>
            <a:r>
              <a:rPr lang="zh-CN" altLang="en-US" sz="2000" b="0" dirty="0">
                <a:solidFill>
                  <a:srgbClr val="1369B2"/>
                </a:solidFill>
                <a:latin typeface="微软雅黑" panose="020B0503020204020204" pitchFamily="34" charset="-122"/>
                <a:ea typeface="微软雅黑" panose="020B0503020204020204" pitchFamily="34" charset="-122"/>
                <a:cs typeface="+mn-ea"/>
              </a:rPr>
              <a:t>&lt;id&gt;、&lt;result&gt;、&lt;association&gt;、&lt;collection&gt;</a:t>
            </a:r>
            <a:r>
              <a:rPr lang="zh-CN" altLang="zh-CN" sz="2000" b="0" dirty="0">
                <a:solidFill>
                  <a:srgbClr val="595959"/>
                </a:solidFill>
                <a:latin typeface="微软雅黑" panose="020B0503020204020204" pitchFamily="34" charset="-122"/>
                <a:ea typeface="微软雅黑" panose="020B0503020204020204" pitchFamily="34" charset="-122"/>
              </a:rPr>
              <a:t>等</a:t>
            </a:r>
            <a:r>
              <a:rPr lang="zh-CN" altLang="en-US" sz="2000" b="0" dirty="0">
                <a:solidFill>
                  <a:srgbClr val="1369B2"/>
                </a:solidFill>
                <a:latin typeface="微软雅黑" panose="020B0503020204020204" pitchFamily="34" charset="-122"/>
                <a:ea typeface="微软雅黑" panose="020B0503020204020204" pitchFamily="34" charset="-122"/>
                <a:cs typeface="+mn-ea"/>
              </a:rPr>
              <a:t>子标签</a:t>
            </a:r>
            <a:r>
              <a:rPr lang="zh-CN" altLang="zh-CN" sz="2000" b="0" dirty="0">
                <a:solidFill>
                  <a:srgbClr val="595959"/>
                </a:solidFill>
                <a:latin typeface="微软雅黑" panose="020B0503020204020204" pitchFamily="34" charset="-122"/>
                <a:ea typeface="微软雅黑" panose="020B0503020204020204" pitchFamily="34" charset="-122"/>
              </a:rPr>
              <a:t>，用于定义如何</a:t>
            </a:r>
            <a:r>
              <a:rPr lang="zh-CN" altLang="en-US" sz="2000" b="0" dirty="0">
                <a:solidFill>
                  <a:srgbClr val="1369B2"/>
                </a:solidFill>
                <a:latin typeface="微软雅黑" panose="020B0503020204020204" pitchFamily="34" charset="-122"/>
                <a:ea typeface="微软雅黑" panose="020B0503020204020204" pitchFamily="34" charset="-122"/>
                <a:cs typeface="+mn-ea"/>
              </a:rPr>
              <a:t>将映射结果集映射到Java对象的属性</a:t>
            </a:r>
            <a:r>
              <a:rPr lang="zh-CN" altLang="zh-CN" sz="2000" b="0" dirty="0">
                <a:solidFill>
                  <a:srgbClr val="595959"/>
                </a:solidFill>
                <a:latin typeface="微软雅黑" panose="020B0503020204020204" pitchFamily="34" charset="-122"/>
                <a:ea typeface="微软雅黑" panose="020B0503020204020204" pitchFamily="34" charset="-122"/>
              </a:rPr>
              <a:t>。</a:t>
            </a:r>
            <a:endParaRPr lang="zh-CN" altLang="zh-CN" sz="2000" b="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5" name="组合 4"/>
          <p:cNvGrpSpPr/>
          <p:nvPr/>
        </p:nvGrpSpPr>
        <p:grpSpPr>
          <a:xfrm>
            <a:off x="750739" y="2187736"/>
            <a:ext cx="10713355" cy="4570819"/>
            <a:chOff x="627123" y="2435096"/>
            <a:chExt cx="10756739" cy="3471772"/>
          </a:xfrm>
        </p:grpSpPr>
        <p:sp>
          <p:nvSpPr>
            <p:cNvPr id="7" name="MH_Other_1"/>
            <p:cNvSpPr/>
            <p:nvPr>
              <p:custDataLst>
                <p:tags r:id="rId2"/>
              </p:custDataLst>
            </p:nvPr>
          </p:nvSpPr>
          <p:spPr>
            <a:xfrm>
              <a:off x="7183722" y="2970901"/>
              <a:ext cx="1128476"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8" name="MH_SubTitle_4"/>
            <p:cNvSpPr txBox="1">
              <a:spLocks noChangeArrowheads="1"/>
            </p:cNvSpPr>
            <p:nvPr>
              <p:custDataLst>
                <p:tags r:id="rId3"/>
              </p:custDataLst>
            </p:nvPr>
          </p:nvSpPr>
          <p:spPr bwMode="auto">
            <a:xfrm>
              <a:off x="8500631" y="2435096"/>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javaType</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9" name="MH_Text_4"/>
            <p:cNvSpPr txBox="1"/>
            <p:nvPr>
              <p:custDataLst>
                <p:tags r:id="rId4"/>
              </p:custDataLst>
            </p:nvPr>
          </p:nvSpPr>
          <p:spPr>
            <a:xfrm>
              <a:off x="8500631" y="3180500"/>
              <a:ext cx="2883231" cy="1005120"/>
            </a:xfrm>
            <a:prstGeom prst="rect">
              <a:avLst/>
            </a:prstGeom>
            <a:noFill/>
          </p:spPr>
          <p:txBody>
            <a:bodyPr lIns="0" tIns="0" rIns="0" bIns="0">
              <a:noAutofit/>
            </a:bodyPr>
            <a:lstStyle/>
            <a:p>
              <a:pPr lvl="0" algn="l" defTabSz="914400">
                <a:lnSpc>
                  <a:spcPct val="120000"/>
                </a:lnSpc>
                <a:spcBef>
                  <a:spcPts val="0"/>
                </a:spcBef>
                <a:spcAft>
                  <a:spcPts val="0"/>
                </a:spcAft>
                <a:buClrTx/>
                <a:buSzTx/>
                <a:buFontTx/>
                <a:defRPr/>
              </a:pPr>
              <a:r>
                <a:rPr lang="zh-CN" altLang="zh-CN" sz="1800" dirty="0">
                  <a:solidFill>
                    <a:srgbClr val="595959"/>
                  </a:solidFill>
                  <a:latin typeface="微软雅黑" panose="020B0503020204020204" pitchFamily="34" charset="-122"/>
                  <a:ea typeface="微软雅黑" panose="020B0503020204020204" pitchFamily="34" charset="-122"/>
                  <a:sym typeface="+mn-ea"/>
                </a:rPr>
                <a:t>用于指定主键属性的Java类型</a:t>
              </a:r>
              <a:endParaRPr lang="zh-CN" altLang="zh-CN" sz="1800" dirty="0">
                <a:solidFill>
                  <a:srgbClr val="595959"/>
                </a:solidFill>
                <a:latin typeface="微软雅黑" panose="020B0503020204020204" pitchFamily="34" charset="-122"/>
                <a:ea typeface="微软雅黑" panose="020B0503020204020204" pitchFamily="34" charset="-122"/>
                <a:sym typeface="+mn-ea"/>
              </a:endParaRPr>
            </a:p>
          </p:txBody>
        </p:sp>
        <p:sp>
          <p:nvSpPr>
            <p:cNvPr id="11" name="MH_Other_2"/>
            <p:cNvSpPr/>
            <p:nvPr>
              <p:custDataLst>
                <p:tags r:id="rId5"/>
              </p:custDataLst>
            </p:nvPr>
          </p:nvSpPr>
          <p:spPr>
            <a:xfrm flipH="1">
              <a:off x="3914736" y="2970901"/>
              <a:ext cx="1126360"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13" name="MH_SubTitle_1"/>
            <p:cNvSpPr txBox="1">
              <a:spLocks noChangeArrowheads="1"/>
            </p:cNvSpPr>
            <p:nvPr>
              <p:custDataLst>
                <p:tags r:id="rId6"/>
              </p:custDataLst>
            </p:nvPr>
          </p:nvSpPr>
          <p:spPr bwMode="auto">
            <a:xfrm flipH="1">
              <a:off x="1054375" y="2435097"/>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property</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19" name="MH_Text_1"/>
            <p:cNvSpPr txBox="1"/>
            <p:nvPr>
              <p:custDataLst>
                <p:tags r:id="rId7"/>
              </p:custDataLst>
            </p:nvPr>
          </p:nvSpPr>
          <p:spPr>
            <a:xfrm flipH="1">
              <a:off x="627126" y="3180500"/>
              <a:ext cx="3093356" cy="1005120"/>
            </a:xfrm>
            <a:prstGeom prst="rect">
              <a:avLst/>
            </a:prstGeom>
            <a:noFill/>
          </p:spPr>
          <p:txBody>
            <a:bodyPr lIns="0" tIns="0" rIns="0" bIns="0"/>
            <a:lstStyle/>
            <a:p>
              <a:pPr marL="0" marR="0" lvl="0" indent="0" algn="l" defTabSz="914400" rtl="0" fontAlgn="auto">
                <a:lnSpc>
                  <a:spcPct val="130000"/>
                </a:lnSpc>
                <a:spcBef>
                  <a:spcPts val="0"/>
                </a:spcBef>
                <a:spcAft>
                  <a:spcPts val="0"/>
                </a:spcAft>
                <a:buClrTx/>
                <a:buSzTx/>
                <a:buFontTx/>
                <a:buNone/>
                <a:defRPr/>
              </a:pPr>
              <a:r>
                <a:rPr lang="zh-CN" altLang="zh-CN" sz="1800" dirty="0">
                  <a:solidFill>
                    <a:srgbClr val="595959"/>
                  </a:solidFill>
                  <a:latin typeface="微软雅黑" panose="020B0503020204020204" pitchFamily="34" charset="-122"/>
                  <a:ea typeface="微软雅黑" panose="020B0503020204020204" pitchFamily="34" charset="-122"/>
                  <a:sym typeface="+mn-ea"/>
                </a:rPr>
                <a:t>用于指定Java对象中对应的主键字段的属性名</a:t>
              </a:r>
              <a:endParaRPr lang="zh-CN" altLang="zh-CN" sz="1800" dirty="0">
                <a:solidFill>
                  <a:srgbClr val="595959"/>
                </a:solidFill>
                <a:latin typeface="微软雅黑" panose="020B0503020204020204" pitchFamily="34" charset="-122"/>
                <a:ea typeface="微软雅黑" panose="020B0503020204020204" pitchFamily="34" charset="-122"/>
                <a:sym typeface="+mn-ea"/>
              </a:endParaRPr>
            </a:p>
          </p:txBody>
        </p:sp>
        <p:sp>
          <p:nvSpPr>
            <p:cNvPr id="20" name="MH_Other_3"/>
            <p:cNvSpPr/>
            <p:nvPr>
              <p:custDataLst>
                <p:tags r:id="rId8"/>
              </p:custDataLst>
            </p:nvPr>
          </p:nvSpPr>
          <p:spPr>
            <a:xfrm flipV="1">
              <a:off x="7183722" y="4450794"/>
              <a:ext cx="1128476"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21" name="MH_Other_4"/>
            <p:cNvSpPr/>
            <p:nvPr>
              <p:custDataLst>
                <p:tags r:id="rId9"/>
              </p:custDataLst>
            </p:nvPr>
          </p:nvSpPr>
          <p:spPr>
            <a:xfrm flipH="1" flipV="1">
              <a:off x="3914736" y="4450794"/>
              <a:ext cx="1126360" cy="217537"/>
            </a:xfrm>
            <a:custGeom>
              <a:avLst/>
              <a:gdLst>
                <a:gd name="connsiteX0" fmla="*/ 0 w 1190172"/>
                <a:gd name="connsiteY0" fmla="*/ 217715 h 217715"/>
                <a:gd name="connsiteX1" fmla="*/ 159657 w 1190172"/>
                <a:gd name="connsiteY1" fmla="*/ 0 h 217715"/>
                <a:gd name="connsiteX2" fmla="*/ 1190172 w 1190172"/>
                <a:gd name="connsiteY2" fmla="*/ 0 h 217715"/>
              </a:gdLst>
              <a:ahLst/>
              <a:cxnLst>
                <a:cxn ang="0">
                  <a:pos x="connsiteX0" y="connsiteY0"/>
                </a:cxn>
                <a:cxn ang="0">
                  <a:pos x="connsiteX1" y="connsiteY1"/>
                </a:cxn>
                <a:cxn ang="0">
                  <a:pos x="connsiteX2" y="connsiteY2"/>
                </a:cxn>
              </a:cxnLst>
              <a:rect l="l" t="t" r="r" b="b"/>
              <a:pathLst>
                <a:path w="1190172" h="217715">
                  <a:moveTo>
                    <a:pt x="0" y="217715"/>
                  </a:moveTo>
                  <a:lnTo>
                    <a:pt x="159657" y="0"/>
                  </a:lnTo>
                  <a:lnTo>
                    <a:pt x="1190172" y="0"/>
                  </a:lnTo>
                </a:path>
              </a:pathLst>
            </a:custGeom>
            <a:noFill/>
            <a:ln>
              <a:solidFill>
                <a:srgbClr val="C0C0C0"/>
              </a:solidFill>
              <a:tailEnd type="oval"/>
            </a:ln>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22" name="MH_Other_5"/>
            <p:cNvSpPr/>
            <p:nvPr>
              <p:custDataLst>
                <p:tags r:id="rId10"/>
              </p:custDataLst>
            </p:nvPr>
          </p:nvSpPr>
          <p:spPr>
            <a:xfrm>
              <a:off x="4763017" y="2801907"/>
              <a:ext cx="1162607" cy="871929"/>
            </a:xfrm>
            <a:custGeom>
              <a:avLst/>
              <a:gdLst>
                <a:gd name="connsiteX0" fmla="*/ 1090749 w 1090749"/>
                <a:gd name="connsiteY0" fmla="*/ 0 h 1090749"/>
                <a:gd name="connsiteX1" fmla="*/ 1090749 w 1090749"/>
                <a:gd name="connsiteY1" fmla="*/ 520353 h 1090749"/>
                <a:gd name="connsiteX2" fmla="*/ 1054097 w 1090749"/>
                <a:gd name="connsiteY2" fmla="*/ 529777 h 1090749"/>
                <a:gd name="connsiteX3" fmla="*/ 529777 w 1090749"/>
                <a:gd name="connsiteY3" fmla="*/ 1054097 h 1090749"/>
                <a:gd name="connsiteX4" fmla="*/ 520353 w 1090749"/>
                <a:gd name="connsiteY4" fmla="*/ 1090749 h 1090749"/>
                <a:gd name="connsiteX5" fmla="*/ 0 w 1090749"/>
                <a:gd name="connsiteY5" fmla="*/ 1090749 h 1090749"/>
                <a:gd name="connsiteX6" fmla="*/ 9646 w 1090749"/>
                <a:gd name="connsiteY6" fmla="*/ 1027542 h 1090749"/>
                <a:gd name="connsiteX7" fmla="*/ 1027542 w 1090749"/>
                <a:gd name="connsiteY7" fmla="*/ 9646 h 1090749"/>
                <a:gd name="connsiteX8" fmla="*/ 1090749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1090749" y="0"/>
                  </a:moveTo>
                  <a:lnTo>
                    <a:pt x="1090749" y="520353"/>
                  </a:lnTo>
                  <a:lnTo>
                    <a:pt x="1054097" y="529777"/>
                  </a:lnTo>
                  <a:cubicBezTo>
                    <a:pt x="804459" y="607423"/>
                    <a:pt x="607423" y="804459"/>
                    <a:pt x="529777" y="1054097"/>
                  </a:cubicBezTo>
                  <a:lnTo>
                    <a:pt x="520353" y="1090749"/>
                  </a:lnTo>
                  <a:lnTo>
                    <a:pt x="0" y="1090749"/>
                  </a:lnTo>
                  <a:lnTo>
                    <a:pt x="9646" y="1027542"/>
                  </a:lnTo>
                  <a:cubicBezTo>
                    <a:pt x="114196" y="516617"/>
                    <a:pt x="516617" y="114196"/>
                    <a:pt x="1027542" y="9646"/>
                  </a:cubicBezTo>
                  <a:lnTo>
                    <a:pt x="1090749"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23" name="MH_Other_6"/>
            <p:cNvSpPr/>
            <p:nvPr>
              <p:custDataLst>
                <p:tags r:id="rId11"/>
              </p:custDataLst>
            </p:nvPr>
          </p:nvSpPr>
          <p:spPr>
            <a:xfrm>
              <a:off x="6324182" y="2801907"/>
              <a:ext cx="1162607" cy="871929"/>
            </a:xfrm>
            <a:custGeom>
              <a:avLst/>
              <a:gdLst>
                <a:gd name="connsiteX0" fmla="*/ 0 w 1090749"/>
                <a:gd name="connsiteY0" fmla="*/ 0 h 1090749"/>
                <a:gd name="connsiteX1" fmla="*/ 63206 w 1090749"/>
                <a:gd name="connsiteY1" fmla="*/ 9646 h 1090749"/>
                <a:gd name="connsiteX2" fmla="*/ 1081102 w 1090749"/>
                <a:gd name="connsiteY2" fmla="*/ 1027542 h 1090749"/>
                <a:gd name="connsiteX3" fmla="*/ 1090749 w 1090749"/>
                <a:gd name="connsiteY3" fmla="*/ 1090749 h 1090749"/>
                <a:gd name="connsiteX4" fmla="*/ 570395 w 1090749"/>
                <a:gd name="connsiteY4" fmla="*/ 1090749 h 1090749"/>
                <a:gd name="connsiteX5" fmla="*/ 560971 w 1090749"/>
                <a:gd name="connsiteY5" fmla="*/ 1054097 h 1090749"/>
                <a:gd name="connsiteX6" fmla="*/ 36651 w 1090749"/>
                <a:gd name="connsiteY6" fmla="*/ 529777 h 1090749"/>
                <a:gd name="connsiteX7" fmla="*/ 0 w 1090749"/>
                <a:gd name="connsiteY7" fmla="*/ 520353 h 1090749"/>
                <a:gd name="connsiteX8" fmla="*/ 0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0" y="0"/>
                  </a:moveTo>
                  <a:lnTo>
                    <a:pt x="63206" y="9646"/>
                  </a:lnTo>
                  <a:cubicBezTo>
                    <a:pt x="574131" y="114196"/>
                    <a:pt x="976552" y="516617"/>
                    <a:pt x="1081102" y="1027542"/>
                  </a:cubicBezTo>
                  <a:lnTo>
                    <a:pt x="1090749" y="1090749"/>
                  </a:lnTo>
                  <a:lnTo>
                    <a:pt x="570395" y="1090749"/>
                  </a:lnTo>
                  <a:lnTo>
                    <a:pt x="560971" y="1054097"/>
                  </a:lnTo>
                  <a:cubicBezTo>
                    <a:pt x="483326" y="804459"/>
                    <a:pt x="286290" y="607423"/>
                    <a:pt x="36651" y="529777"/>
                  </a:cubicBezTo>
                  <a:lnTo>
                    <a:pt x="0" y="520353"/>
                  </a:lnTo>
                  <a:lnTo>
                    <a:pt x="0"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24" name="MH_Other_7"/>
            <p:cNvSpPr/>
            <p:nvPr>
              <p:custDataLst>
                <p:tags r:id="rId12"/>
              </p:custDataLst>
            </p:nvPr>
          </p:nvSpPr>
          <p:spPr>
            <a:xfrm>
              <a:off x="4734326" y="3994264"/>
              <a:ext cx="1162607" cy="871929"/>
            </a:xfrm>
            <a:custGeom>
              <a:avLst/>
              <a:gdLst>
                <a:gd name="connsiteX0" fmla="*/ 0 w 1090749"/>
                <a:gd name="connsiteY0" fmla="*/ 0 h 1090749"/>
                <a:gd name="connsiteX1" fmla="*/ 520353 w 1090749"/>
                <a:gd name="connsiteY1" fmla="*/ 0 h 1090749"/>
                <a:gd name="connsiteX2" fmla="*/ 529777 w 1090749"/>
                <a:gd name="connsiteY2" fmla="*/ 36651 h 1090749"/>
                <a:gd name="connsiteX3" fmla="*/ 1054097 w 1090749"/>
                <a:gd name="connsiteY3" fmla="*/ 560971 h 1090749"/>
                <a:gd name="connsiteX4" fmla="*/ 1090749 w 1090749"/>
                <a:gd name="connsiteY4" fmla="*/ 570395 h 1090749"/>
                <a:gd name="connsiteX5" fmla="*/ 1090749 w 1090749"/>
                <a:gd name="connsiteY5" fmla="*/ 1090749 h 1090749"/>
                <a:gd name="connsiteX6" fmla="*/ 1027542 w 1090749"/>
                <a:gd name="connsiteY6" fmla="*/ 1081102 h 1090749"/>
                <a:gd name="connsiteX7" fmla="*/ 9646 w 1090749"/>
                <a:gd name="connsiteY7" fmla="*/ 63206 h 1090749"/>
                <a:gd name="connsiteX8" fmla="*/ 0 w 1090749"/>
                <a:gd name="connsiteY8" fmla="*/ 0 h 109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9" h="1090749">
                  <a:moveTo>
                    <a:pt x="0" y="0"/>
                  </a:moveTo>
                  <a:lnTo>
                    <a:pt x="520353" y="0"/>
                  </a:lnTo>
                  <a:lnTo>
                    <a:pt x="529777" y="36651"/>
                  </a:lnTo>
                  <a:cubicBezTo>
                    <a:pt x="607423" y="286290"/>
                    <a:pt x="804459" y="483326"/>
                    <a:pt x="1054097" y="560971"/>
                  </a:cubicBezTo>
                  <a:lnTo>
                    <a:pt x="1090749" y="570395"/>
                  </a:lnTo>
                  <a:lnTo>
                    <a:pt x="1090749" y="1090749"/>
                  </a:lnTo>
                  <a:lnTo>
                    <a:pt x="1027542" y="1081102"/>
                  </a:lnTo>
                  <a:cubicBezTo>
                    <a:pt x="516617" y="976552"/>
                    <a:pt x="114196" y="574131"/>
                    <a:pt x="9646" y="63206"/>
                  </a:cubicBezTo>
                  <a:lnTo>
                    <a:pt x="0" y="0"/>
                  </a:lnTo>
                  <a:close/>
                </a:path>
              </a:pathLst>
            </a:custGeom>
            <a:solidFill>
              <a:srgbClr val="0070C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25" name="MH_Other_8"/>
            <p:cNvSpPr/>
            <p:nvPr>
              <p:custDataLst>
                <p:tags r:id="rId13"/>
              </p:custDataLst>
            </p:nvPr>
          </p:nvSpPr>
          <p:spPr>
            <a:xfrm>
              <a:off x="6324182" y="3994263"/>
              <a:ext cx="1162605" cy="871928"/>
            </a:xfrm>
            <a:custGeom>
              <a:avLst/>
              <a:gdLst>
                <a:gd name="connsiteX0" fmla="*/ 570395 w 1090748"/>
                <a:gd name="connsiteY0" fmla="*/ 0 h 1090748"/>
                <a:gd name="connsiteX1" fmla="*/ 1090748 w 1090748"/>
                <a:gd name="connsiteY1" fmla="*/ 0 h 1090748"/>
                <a:gd name="connsiteX2" fmla="*/ 1081102 w 1090748"/>
                <a:gd name="connsiteY2" fmla="*/ 63206 h 1090748"/>
                <a:gd name="connsiteX3" fmla="*/ 63206 w 1090748"/>
                <a:gd name="connsiteY3" fmla="*/ 1081102 h 1090748"/>
                <a:gd name="connsiteX4" fmla="*/ 0 w 1090748"/>
                <a:gd name="connsiteY4" fmla="*/ 1090748 h 1090748"/>
                <a:gd name="connsiteX5" fmla="*/ 0 w 1090748"/>
                <a:gd name="connsiteY5" fmla="*/ 570395 h 1090748"/>
                <a:gd name="connsiteX6" fmla="*/ 36651 w 1090748"/>
                <a:gd name="connsiteY6" fmla="*/ 560971 h 1090748"/>
                <a:gd name="connsiteX7" fmla="*/ 560971 w 1090748"/>
                <a:gd name="connsiteY7" fmla="*/ 36651 h 1090748"/>
                <a:gd name="connsiteX8" fmla="*/ 570395 w 1090748"/>
                <a:gd name="connsiteY8" fmla="*/ 0 h 1090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0748" h="1090748">
                  <a:moveTo>
                    <a:pt x="570395" y="0"/>
                  </a:moveTo>
                  <a:lnTo>
                    <a:pt x="1090748" y="0"/>
                  </a:lnTo>
                  <a:lnTo>
                    <a:pt x="1081102" y="63206"/>
                  </a:lnTo>
                  <a:cubicBezTo>
                    <a:pt x="976552" y="574131"/>
                    <a:pt x="574131" y="976552"/>
                    <a:pt x="63206" y="1081102"/>
                  </a:cubicBezTo>
                  <a:lnTo>
                    <a:pt x="0" y="1090748"/>
                  </a:lnTo>
                  <a:lnTo>
                    <a:pt x="0" y="570395"/>
                  </a:lnTo>
                  <a:lnTo>
                    <a:pt x="36651" y="560971"/>
                  </a:lnTo>
                  <a:cubicBezTo>
                    <a:pt x="286290" y="483326"/>
                    <a:pt x="483326" y="286290"/>
                    <a:pt x="560971" y="36651"/>
                  </a:cubicBezTo>
                  <a:lnTo>
                    <a:pt x="570395" y="0"/>
                  </a:lnTo>
                  <a:close/>
                </a:path>
              </a:pathLst>
            </a:custGeom>
            <a:solidFill>
              <a:srgbClr val="0070C0"/>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108850" tIns="54425" rIns="108850" bIns="54425" anchor="ctr"/>
            <a:lstStyle/>
            <a:p>
              <a:pPr algn="ctr" defTabSz="1087755">
                <a:defRPr/>
              </a:pPr>
              <a:endParaRPr lang="zh-CN" altLang="en-US" sz="2100">
                <a:solidFill>
                  <a:prstClr val="black">
                    <a:lumMod val="65000"/>
                    <a:lumOff val="35000"/>
                  </a:prstClr>
                </a:solidFill>
                <a:latin typeface="微软雅黑" panose="020B0503020204020204" pitchFamily="34" charset="-122"/>
                <a:ea typeface="微软雅黑" panose="020B0503020204020204" pitchFamily="34" charset="-122"/>
                <a:cs typeface="+mn-lt"/>
              </a:endParaRPr>
            </a:p>
          </p:txBody>
        </p:sp>
        <p:sp>
          <p:nvSpPr>
            <p:cNvPr id="26" name="MH_SubTitle_3"/>
            <p:cNvSpPr txBox="1">
              <a:spLocks noChangeArrowheads="1"/>
            </p:cNvSpPr>
            <p:nvPr>
              <p:custDataLst>
                <p:tags r:id="rId14"/>
              </p:custDataLst>
            </p:nvPr>
          </p:nvSpPr>
          <p:spPr bwMode="auto">
            <a:xfrm>
              <a:off x="8500631" y="4156346"/>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jdbcType</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27" name="MH_Text_3"/>
            <p:cNvSpPr txBox="1"/>
            <p:nvPr>
              <p:custDataLst>
                <p:tags r:id="rId15"/>
              </p:custDataLst>
            </p:nvPr>
          </p:nvSpPr>
          <p:spPr>
            <a:xfrm>
              <a:off x="8500631" y="4900160"/>
              <a:ext cx="2883231" cy="1006708"/>
            </a:xfrm>
            <a:prstGeom prst="rect">
              <a:avLst/>
            </a:prstGeom>
            <a:noFill/>
          </p:spPr>
          <p:txBody>
            <a:bodyPr lIns="0" tIns="0" rIns="0" bIns="0">
              <a:noAutofit/>
            </a:bodyPr>
            <a:lstStyle/>
            <a:p>
              <a:pPr lvl="0" algn="l" defTabSz="914400">
                <a:lnSpc>
                  <a:spcPct val="120000"/>
                </a:lnSpc>
                <a:spcBef>
                  <a:spcPts val="0"/>
                </a:spcBef>
                <a:spcAft>
                  <a:spcPts val="0"/>
                </a:spcAft>
                <a:buClrTx/>
                <a:buSzTx/>
                <a:buFontTx/>
                <a:defRPr/>
              </a:pPr>
              <a:r>
                <a:rPr lang="zh-CN" altLang="zh-CN" sz="1800" dirty="0">
                  <a:solidFill>
                    <a:srgbClr val="595959"/>
                  </a:solidFill>
                  <a:latin typeface="微软雅黑" panose="020B0503020204020204" pitchFamily="34" charset="-122"/>
                  <a:ea typeface="微软雅黑" panose="020B0503020204020204" pitchFamily="34" charset="-122"/>
                  <a:sym typeface="+mn-ea"/>
                </a:rPr>
                <a:t>用于指定主键属性在JDBC中的类型</a:t>
              </a:r>
              <a:endParaRPr lang="zh-CN" altLang="zh-CN" sz="1800" dirty="0">
                <a:solidFill>
                  <a:srgbClr val="595959"/>
                </a:solidFill>
                <a:latin typeface="微软雅黑" panose="020B0503020204020204" pitchFamily="34" charset="-122"/>
                <a:ea typeface="微软雅黑" panose="020B0503020204020204" pitchFamily="34" charset="-122"/>
                <a:sym typeface="+mn-ea"/>
              </a:endParaRPr>
            </a:p>
          </p:txBody>
        </p:sp>
        <p:sp>
          <p:nvSpPr>
            <p:cNvPr id="28" name="MH_SubTitle_2"/>
            <p:cNvSpPr txBox="1">
              <a:spLocks noChangeArrowheads="1"/>
            </p:cNvSpPr>
            <p:nvPr>
              <p:custDataLst>
                <p:tags r:id="rId16"/>
              </p:custDataLst>
            </p:nvPr>
          </p:nvSpPr>
          <p:spPr bwMode="auto">
            <a:xfrm flipH="1">
              <a:off x="1054375" y="4156346"/>
              <a:ext cx="2671929" cy="64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r"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column</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29" name="MH_Text_2"/>
            <p:cNvSpPr txBox="1"/>
            <p:nvPr>
              <p:custDataLst>
                <p:tags r:id="rId17"/>
              </p:custDataLst>
            </p:nvPr>
          </p:nvSpPr>
          <p:spPr>
            <a:xfrm flipH="1">
              <a:off x="627123" y="4845658"/>
              <a:ext cx="3093357" cy="1006708"/>
            </a:xfrm>
            <a:prstGeom prst="rect">
              <a:avLst/>
            </a:prstGeom>
            <a:noFill/>
          </p:spPr>
          <p:txBody>
            <a:bodyPr lIns="0" tIns="0" rIns="0" bIns="0">
              <a:noAutofit/>
            </a:bodyPr>
            <a:lstStyle/>
            <a:p>
              <a:pPr lvl="0" algn="l" defTabSz="914400">
                <a:lnSpc>
                  <a:spcPct val="130000"/>
                </a:lnSpc>
                <a:spcBef>
                  <a:spcPts val="0"/>
                </a:spcBef>
                <a:spcAft>
                  <a:spcPts val="0"/>
                </a:spcAft>
                <a:buClrTx/>
                <a:buSzTx/>
                <a:buFontTx/>
                <a:defRPr/>
              </a:pPr>
              <a:r>
                <a:rPr lang="zh-CN" altLang="zh-CN" sz="1800" dirty="0">
                  <a:solidFill>
                    <a:srgbClr val="595959"/>
                  </a:solidFill>
                  <a:latin typeface="微软雅黑" panose="020B0503020204020204" pitchFamily="34" charset="-122"/>
                  <a:ea typeface="微软雅黑" panose="020B0503020204020204" pitchFamily="34" charset="-122"/>
                  <a:sym typeface="+mn-ea"/>
                </a:rPr>
                <a:t>用于指定数据库表中对应的主键字段名</a:t>
              </a:r>
              <a:endParaRPr lang="zh-CN" altLang="zh-CN" sz="1800" dirty="0">
                <a:solidFill>
                  <a:srgbClr val="595959"/>
                </a:solidFill>
                <a:latin typeface="微软雅黑" panose="020B0503020204020204" pitchFamily="34" charset="-122"/>
                <a:ea typeface="微软雅黑" panose="020B0503020204020204" pitchFamily="34" charset="-122"/>
                <a:sym typeface="+mn-ea"/>
              </a:endParaRPr>
            </a:p>
          </p:txBody>
        </p:sp>
      </p:grpSp>
      <p:sp>
        <p:nvSpPr>
          <p:cNvPr id="100" name="文本框 99"/>
          <p:cNvSpPr txBox="1"/>
          <p:nvPr/>
        </p:nvSpPr>
        <p:spPr>
          <a:xfrm>
            <a:off x="982980" y="1687195"/>
            <a:ext cx="10191750" cy="506730"/>
          </a:xfrm>
          <a:prstGeom prst="rect">
            <a:avLst/>
          </a:prstGeom>
          <a:noFill/>
          <a:ln w="9525">
            <a:noFill/>
          </a:ln>
        </p:spPr>
        <p:txBody>
          <a:bodyPr wrap="square">
            <a:spAutoFit/>
          </a:bodyPr>
          <a:p>
            <a:pPr algn="just">
              <a:lnSpc>
                <a:spcPct val="150000"/>
              </a:lnSpc>
              <a:buClrTx/>
              <a:buSzTx/>
              <a:buFontTx/>
            </a:pPr>
            <a:r>
              <a:rPr lang="zh-CN" altLang="en-US" sz="1800" b="0" dirty="0">
                <a:solidFill>
                  <a:srgbClr val="1369B2"/>
                </a:solidFill>
                <a:latin typeface="微软雅黑" panose="020B0503020204020204" pitchFamily="34" charset="-122"/>
                <a:ea typeface="微软雅黑" panose="020B0503020204020204" pitchFamily="34" charset="-122"/>
                <a:cs typeface="+mn-ea"/>
              </a:rPr>
              <a:t>&lt;id&gt;子标签</a:t>
            </a:r>
            <a:r>
              <a:rPr lang="zh-CN" altLang="zh-CN" sz="1800" b="0" dirty="0">
                <a:solidFill>
                  <a:srgbClr val="595959"/>
                </a:solidFill>
                <a:latin typeface="微软雅黑" panose="020B0503020204020204" pitchFamily="34" charset="-122"/>
                <a:ea typeface="微软雅黑" panose="020B0503020204020204" pitchFamily="34" charset="-122"/>
              </a:rPr>
              <a:t>用于映射</a:t>
            </a:r>
            <a:r>
              <a:rPr lang="zh-CN" altLang="en-US" sz="1800" b="0" dirty="0">
                <a:solidFill>
                  <a:srgbClr val="1369B2"/>
                </a:solidFill>
                <a:latin typeface="微软雅黑" panose="020B0503020204020204" pitchFamily="34" charset="-122"/>
                <a:ea typeface="微软雅黑" panose="020B0503020204020204" pitchFamily="34" charset="-122"/>
                <a:cs typeface="+mn-ea"/>
              </a:rPr>
              <a:t>数据库表的主键字段</a:t>
            </a:r>
            <a:r>
              <a:rPr lang="zh-CN" altLang="zh-CN" sz="1800" b="0" dirty="0">
                <a:solidFill>
                  <a:srgbClr val="595959"/>
                </a:solidFill>
                <a:latin typeface="微软雅黑" panose="020B0503020204020204" pitchFamily="34" charset="-122"/>
                <a:ea typeface="微软雅黑" panose="020B0503020204020204" pitchFamily="34" charset="-122"/>
              </a:rPr>
              <a:t>到</a:t>
            </a:r>
            <a:r>
              <a:rPr lang="zh-CN" altLang="en-US" sz="1800" b="0" dirty="0">
                <a:solidFill>
                  <a:srgbClr val="1369B2"/>
                </a:solidFill>
                <a:latin typeface="微软雅黑" panose="020B0503020204020204" pitchFamily="34" charset="-122"/>
                <a:ea typeface="微软雅黑" panose="020B0503020204020204" pitchFamily="34" charset="-122"/>
                <a:cs typeface="+mn-ea"/>
              </a:rPr>
              <a:t>Java对象的属性</a:t>
            </a:r>
            <a:r>
              <a:rPr lang="zh-CN" altLang="zh-CN" sz="1800" b="0" dirty="0">
                <a:solidFill>
                  <a:srgbClr val="595959"/>
                </a:solidFill>
                <a:latin typeface="微软雅黑" panose="020B0503020204020204" pitchFamily="34" charset="-122"/>
                <a:ea typeface="微软雅黑" panose="020B0503020204020204" pitchFamily="34" charset="-122"/>
              </a:rPr>
              <a:t>。</a:t>
            </a:r>
            <a:endParaRPr lang="zh-CN" altLang="zh-CN" sz="1800" b="0" dirty="0">
              <a:solidFill>
                <a:srgbClr val="595959"/>
              </a:solidFill>
              <a:latin typeface="微软雅黑" panose="020B0503020204020204" pitchFamily="34" charset="-122"/>
              <a:ea typeface="微软雅黑" panose="020B0503020204020204" pitchFamily="34" charset="-122"/>
            </a:endParaRPr>
          </a:p>
        </p:txBody>
      </p:sp>
      <p:sp>
        <p:nvSpPr>
          <p:cNvPr id="30" name="MH_SubTitle_1"/>
          <p:cNvSpPr txBox="1">
            <a:spLocks noChangeArrowheads="1"/>
          </p:cNvSpPr>
          <p:nvPr>
            <p:custDataLst>
              <p:tags r:id="rId18"/>
            </p:custDataLst>
          </p:nvPr>
        </p:nvSpPr>
        <p:spPr bwMode="auto">
          <a:xfrm flipH="1">
            <a:off x="5556885" y="3651885"/>
            <a:ext cx="1584960" cy="728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l"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&lt;id&gt;子标签</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a:p>
            <a:pPr algn="l" defTabSz="1087755">
              <a:lnSpc>
                <a:spcPct val="120000"/>
              </a:lnSpc>
              <a:defRPr/>
            </a:pPr>
            <a:r>
              <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的主要属性</a:t>
            </a:r>
            <a:endParaRPr lang="zh-CN" alt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32" name="MH_SubTitle_1"/>
          <p:cNvSpPr txBox="1">
            <a:spLocks noChangeArrowheads="1"/>
          </p:cNvSpPr>
          <p:nvPr>
            <p:custDataLst>
              <p:tags r:id="rId19"/>
            </p:custDataLst>
          </p:nvPr>
        </p:nvSpPr>
        <p:spPr bwMode="auto">
          <a:xfrm flipH="1">
            <a:off x="1126490" y="1189355"/>
            <a:ext cx="2898140" cy="35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l" defTabSz="1087755">
              <a:lnSpc>
                <a:spcPct val="120000"/>
              </a:lnSpc>
              <a:defRPr/>
            </a:pPr>
            <a:r>
              <a:rPr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1.&lt;id&gt;子标签</a:t>
            </a:r>
            <a:endParaRPr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2" name="MH_SubTitle_1"/>
          <p:cNvSpPr txBox="1">
            <a:spLocks noChangeArrowheads="1"/>
          </p:cNvSpPr>
          <p:nvPr>
            <p:custDataLst>
              <p:tags r:id="rId2"/>
            </p:custDataLst>
          </p:nvPr>
        </p:nvSpPr>
        <p:spPr bwMode="auto">
          <a:xfrm flipH="1">
            <a:off x="1126490" y="1189355"/>
            <a:ext cx="2898140" cy="35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l" defTabSz="1087755">
              <a:lnSpc>
                <a:spcPct val="120000"/>
              </a:lnSpc>
              <a:defRPr/>
            </a:pPr>
            <a:r>
              <a:rPr 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2</a:t>
            </a:r>
            <a:r>
              <a:rPr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.&lt;result&gt;子标签</a:t>
            </a:r>
            <a:endParaRPr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cxnSp>
        <p:nvCxnSpPr>
          <p:cNvPr id="3" name="直接连接符 41"/>
          <p:cNvCxnSpPr/>
          <p:nvPr>
            <p:custDataLst>
              <p:tags r:id="rId3"/>
            </p:custDataLst>
          </p:nvPr>
        </p:nvCxnSpPr>
        <p:spPr>
          <a:xfrm flipH="1">
            <a:off x="3689671" y="2784575"/>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2" name="直接连接符 43"/>
          <p:cNvCxnSpPr/>
          <p:nvPr>
            <p:custDataLst>
              <p:tags r:id="rId4"/>
            </p:custDataLst>
          </p:nvPr>
        </p:nvCxnSpPr>
        <p:spPr>
          <a:xfrm flipH="1">
            <a:off x="3689671" y="4875084"/>
            <a:ext cx="1775581" cy="0"/>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6" name="直接连接符 44"/>
          <p:cNvCxnSpPr/>
          <p:nvPr>
            <p:custDataLst>
              <p:tags r:id="rId5"/>
            </p:custDataLst>
          </p:nvPr>
        </p:nvCxnSpPr>
        <p:spPr>
          <a:xfrm>
            <a:off x="3689671" y="2784574"/>
            <a:ext cx="0" cy="2099945"/>
          </a:xfrm>
          <a:prstGeom prst="line">
            <a:avLst/>
          </a:prstGeom>
          <a:noFill/>
          <a:ln w="9525">
            <a:solidFill>
              <a:schemeClr val="bg1">
                <a:lumMod val="75000"/>
              </a:schemeClr>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4" name="椭圆 3"/>
          <p:cNvSpPr/>
          <p:nvPr>
            <p:custDataLst>
              <p:tags r:id="rId6"/>
            </p:custDataLst>
          </p:nvPr>
        </p:nvSpPr>
        <p:spPr>
          <a:xfrm>
            <a:off x="4883204" y="2252892"/>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0" name="椭圆 9"/>
          <p:cNvSpPr/>
          <p:nvPr>
            <p:custDataLst>
              <p:tags r:id="rId7"/>
            </p:custDataLst>
          </p:nvPr>
        </p:nvSpPr>
        <p:spPr>
          <a:xfrm>
            <a:off x="4883204" y="4301550"/>
            <a:ext cx="1107747" cy="1107747"/>
          </a:xfrm>
          <a:prstGeom prst="ellipse">
            <a:avLst/>
          </a:prstGeom>
          <a:gradFill flip="none" rotWithShape="1">
            <a:gsLst>
              <a:gs pos="0">
                <a:schemeClr val="bg1">
                  <a:lumMod val="95000"/>
                  <a:lumOff val="5000"/>
                </a:schemeClr>
              </a:gs>
              <a:gs pos="0">
                <a:schemeClr val="bg1">
                  <a:lumMod val="75000"/>
                </a:schemeClr>
              </a:gs>
              <a:gs pos="70000">
                <a:srgbClr val="FAFAFA"/>
              </a:gs>
            </a:gsLst>
            <a:lin ang="8100000" scaled="1"/>
            <a:tileRect/>
          </a:gradFill>
          <a:ln w="25400">
            <a:solidFill>
              <a:schemeClr val="bg1"/>
            </a:solidFill>
          </a:ln>
          <a:effectLst>
            <a:outerShdw blurRad="254000" dist="1905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135">
              <a:latin typeface="微软雅黑" panose="020B0503020204020204" pitchFamily="34" charset="-122"/>
              <a:ea typeface="微软雅黑" panose="020B0503020204020204" pitchFamily="34" charset="-122"/>
            </a:endParaRPr>
          </a:p>
        </p:txBody>
      </p:sp>
      <p:sp>
        <p:nvSpPr>
          <p:cNvPr id="12" name="椭圆 11"/>
          <p:cNvSpPr/>
          <p:nvPr>
            <p:custDataLst>
              <p:tags r:id="rId8"/>
            </p:custDataLst>
          </p:nvPr>
        </p:nvSpPr>
        <p:spPr>
          <a:xfrm>
            <a:off x="4975178" y="2344866"/>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4" name="椭圆 13"/>
          <p:cNvSpPr/>
          <p:nvPr>
            <p:custDataLst>
              <p:tags r:id="rId9"/>
            </p:custDataLst>
          </p:nvPr>
        </p:nvSpPr>
        <p:spPr>
          <a:xfrm>
            <a:off x="4965816" y="4413185"/>
            <a:ext cx="923799" cy="923799"/>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微软雅黑" panose="020B0503020204020204" pitchFamily="34" charset="-122"/>
              <a:ea typeface="微软雅黑" panose="020B0503020204020204" pitchFamily="34" charset="-122"/>
            </a:endParaRPr>
          </a:p>
        </p:txBody>
      </p:sp>
      <p:sp>
        <p:nvSpPr>
          <p:cNvPr id="15" name="Freeform 175"/>
          <p:cNvSpPr>
            <a:spLocks noEditPoints="1"/>
          </p:cNvSpPr>
          <p:nvPr>
            <p:custDataLst>
              <p:tags r:id="rId10"/>
            </p:custDataLst>
          </p:nvPr>
        </p:nvSpPr>
        <p:spPr bwMode="auto">
          <a:xfrm>
            <a:off x="5190486" y="4540040"/>
            <a:ext cx="575733" cy="630767"/>
          </a:xfrm>
          <a:custGeom>
            <a:avLst/>
            <a:gdLst>
              <a:gd name="T0" fmla="*/ 165 w 272"/>
              <a:gd name="T1" fmla="*/ 0 h 298"/>
              <a:gd name="T2" fmla="*/ 246 w 272"/>
              <a:gd name="T3" fmla="*/ 47 h 298"/>
              <a:gd name="T4" fmla="*/ 153 w 272"/>
              <a:gd name="T5" fmla="*/ 201 h 298"/>
              <a:gd name="T6" fmla="*/ 108 w 272"/>
              <a:gd name="T7" fmla="*/ 229 h 298"/>
              <a:gd name="T8" fmla="*/ 66 w 272"/>
              <a:gd name="T9" fmla="*/ 232 h 298"/>
              <a:gd name="T10" fmla="*/ 71 w 272"/>
              <a:gd name="T11" fmla="*/ 153 h 298"/>
              <a:gd name="T12" fmla="*/ 165 w 272"/>
              <a:gd name="T13" fmla="*/ 0 h 298"/>
              <a:gd name="T14" fmla="*/ 165 w 272"/>
              <a:gd name="T15" fmla="*/ 0 h 298"/>
              <a:gd name="T16" fmla="*/ 243 w 272"/>
              <a:gd name="T17" fmla="*/ 293 h 298"/>
              <a:gd name="T18" fmla="*/ 248 w 272"/>
              <a:gd name="T19" fmla="*/ 262 h 298"/>
              <a:gd name="T20" fmla="*/ 158 w 272"/>
              <a:gd name="T21" fmla="*/ 260 h 298"/>
              <a:gd name="T22" fmla="*/ 272 w 272"/>
              <a:gd name="T23" fmla="*/ 253 h 298"/>
              <a:gd name="T24" fmla="*/ 272 w 272"/>
              <a:gd name="T25" fmla="*/ 241 h 298"/>
              <a:gd name="T26" fmla="*/ 239 w 272"/>
              <a:gd name="T27" fmla="*/ 239 h 298"/>
              <a:gd name="T28" fmla="*/ 269 w 272"/>
              <a:gd name="T29" fmla="*/ 234 h 298"/>
              <a:gd name="T30" fmla="*/ 257 w 272"/>
              <a:gd name="T31" fmla="*/ 210 h 298"/>
              <a:gd name="T32" fmla="*/ 175 w 272"/>
              <a:gd name="T33" fmla="*/ 201 h 298"/>
              <a:gd name="T34" fmla="*/ 172 w 272"/>
              <a:gd name="T35" fmla="*/ 224 h 298"/>
              <a:gd name="T36" fmla="*/ 208 w 272"/>
              <a:gd name="T37" fmla="*/ 232 h 298"/>
              <a:gd name="T38" fmla="*/ 0 w 272"/>
              <a:gd name="T39" fmla="*/ 243 h 298"/>
              <a:gd name="T40" fmla="*/ 2 w 272"/>
              <a:gd name="T41" fmla="*/ 265 h 298"/>
              <a:gd name="T42" fmla="*/ 137 w 272"/>
              <a:gd name="T43" fmla="*/ 279 h 298"/>
              <a:gd name="T44" fmla="*/ 85 w 272"/>
              <a:gd name="T45" fmla="*/ 281 h 298"/>
              <a:gd name="T46" fmla="*/ 87 w 272"/>
              <a:gd name="T47" fmla="*/ 298 h 298"/>
              <a:gd name="T48" fmla="*/ 243 w 272"/>
              <a:gd name="T49" fmla="*/ 293 h 298"/>
              <a:gd name="T50" fmla="*/ 243 w 272"/>
              <a:gd name="T51" fmla="*/ 293 h 298"/>
              <a:gd name="T52" fmla="*/ 106 w 272"/>
              <a:gd name="T53" fmla="*/ 213 h 298"/>
              <a:gd name="T54" fmla="*/ 137 w 272"/>
              <a:gd name="T55" fmla="*/ 191 h 298"/>
              <a:gd name="T56" fmla="*/ 87 w 272"/>
              <a:gd name="T57" fmla="*/ 163 h 298"/>
              <a:gd name="T58" fmla="*/ 85 w 272"/>
              <a:gd name="T59" fmla="*/ 198 h 298"/>
              <a:gd name="T60" fmla="*/ 106 w 272"/>
              <a:gd name="T61" fmla="*/ 213 h 298"/>
              <a:gd name="T62" fmla="*/ 106 w 272"/>
              <a:gd name="T63" fmla="*/ 213 h 298"/>
              <a:gd name="T64" fmla="*/ 217 w 272"/>
              <a:gd name="T65" fmla="*/ 47 h 298"/>
              <a:gd name="T66" fmla="*/ 142 w 272"/>
              <a:gd name="T67" fmla="*/ 172 h 298"/>
              <a:gd name="T68" fmla="*/ 151 w 272"/>
              <a:gd name="T69" fmla="*/ 177 h 298"/>
              <a:gd name="T70" fmla="*/ 224 w 272"/>
              <a:gd name="T71" fmla="*/ 52 h 298"/>
              <a:gd name="T72" fmla="*/ 217 w 272"/>
              <a:gd name="T73" fmla="*/ 47 h 298"/>
              <a:gd name="T74" fmla="*/ 217 w 272"/>
              <a:gd name="T75" fmla="*/ 47 h 298"/>
              <a:gd name="T76" fmla="*/ 170 w 272"/>
              <a:gd name="T77" fmla="*/ 19 h 298"/>
              <a:gd name="T78" fmla="*/ 97 w 272"/>
              <a:gd name="T79" fmla="*/ 144 h 298"/>
              <a:gd name="T80" fmla="*/ 111 w 272"/>
              <a:gd name="T81" fmla="*/ 153 h 298"/>
              <a:gd name="T82" fmla="*/ 186 w 272"/>
              <a:gd name="T83" fmla="*/ 28 h 298"/>
              <a:gd name="T84" fmla="*/ 170 w 272"/>
              <a:gd name="T85" fmla="*/ 1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2" h="298">
                <a:moveTo>
                  <a:pt x="165" y="0"/>
                </a:moveTo>
                <a:lnTo>
                  <a:pt x="246" y="47"/>
                </a:lnTo>
                <a:lnTo>
                  <a:pt x="153" y="201"/>
                </a:lnTo>
                <a:lnTo>
                  <a:pt x="108" y="229"/>
                </a:lnTo>
                <a:lnTo>
                  <a:pt x="66" y="232"/>
                </a:lnTo>
                <a:lnTo>
                  <a:pt x="71" y="153"/>
                </a:lnTo>
                <a:lnTo>
                  <a:pt x="165" y="0"/>
                </a:lnTo>
                <a:lnTo>
                  <a:pt x="165" y="0"/>
                </a:lnTo>
                <a:close/>
                <a:moveTo>
                  <a:pt x="243" y="293"/>
                </a:moveTo>
                <a:lnTo>
                  <a:pt x="248" y="262"/>
                </a:lnTo>
                <a:lnTo>
                  <a:pt x="158" y="260"/>
                </a:lnTo>
                <a:lnTo>
                  <a:pt x="272" y="253"/>
                </a:lnTo>
                <a:lnTo>
                  <a:pt x="272" y="241"/>
                </a:lnTo>
                <a:lnTo>
                  <a:pt x="239" y="239"/>
                </a:lnTo>
                <a:lnTo>
                  <a:pt x="269" y="234"/>
                </a:lnTo>
                <a:lnTo>
                  <a:pt x="257" y="210"/>
                </a:lnTo>
                <a:lnTo>
                  <a:pt x="175" y="201"/>
                </a:lnTo>
                <a:lnTo>
                  <a:pt x="172" y="224"/>
                </a:lnTo>
                <a:lnTo>
                  <a:pt x="208" y="232"/>
                </a:lnTo>
                <a:lnTo>
                  <a:pt x="0" y="243"/>
                </a:lnTo>
                <a:lnTo>
                  <a:pt x="2" y="265"/>
                </a:lnTo>
                <a:lnTo>
                  <a:pt x="137" y="279"/>
                </a:lnTo>
                <a:lnTo>
                  <a:pt x="85" y="281"/>
                </a:lnTo>
                <a:lnTo>
                  <a:pt x="87" y="298"/>
                </a:lnTo>
                <a:lnTo>
                  <a:pt x="243" y="293"/>
                </a:lnTo>
                <a:lnTo>
                  <a:pt x="243" y="293"/>
                </a:lnTo>
                <a:close/>
                <a:moveTo>
                  <a:pt x="106" y="213"/>
                </a:moveTo>
                <a:lnTo>
                  <a:pt x="137" y="191"/>
                </a:lnTo>
                <a:lnTo>
                  <a:pt x="87" y="163"/>
                </a:lnTo>
                <a:lnTo>
                  <a:pt x="85" y="198"/>
                </a:lnTo>
                <a:lnTo>
                  <a:pt x="106" y="213"/>
                </a:lnTo>
                <a:lnTo>
                  <a:pt x="106" y="213"/>
                </a:lnTo>
                <a:close/>
                <a:moveTo>
                  <a:pt x="217" y="47"/>
                </a:moveTo>
                <a:lnTo>
                  <a:pt x="142" y="172"/>
                </a:lnTo>
                <a:lnTo>
                  <a:pt x="151" y="177"/>
                </a:lnTo>
                <a:lnTo>
                  <a:pt x="224" y="52"/>
                </a:lnTo>
                <a:lnTo>
                  <a:pt x="217" y="47"/>
                </a:lnTo>
                <a:lnTo>
                  <a:pt x="217" y="47"/>
                </a:lnTo>
                <a:close/>
                <a:moveTo>
                  <a:pt x="170" y="19"/>
                </a:moveTo>
                <a:lnTo>
                  <a:pt x="97" y="144"/>
                </a:lnTo>
                <a:lnTo>
                  <a:pt x="111" y="153"/>
                </a:lnTo>
                <a:lnTo>
                  <a:pt x="186" y="28"/>
                </a:lnTo>
                <a:lnTo>
                  <a:pt x="170" y="1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16" name="Freeform 168"/>
          <p:cNvSpPr>
            <a:spLocks noEditPoints="1"/>
          </p:cNvSpPr>
          <p:nvPr>
            <p:custDataLst>
              <p:tags r:id="rId11"/>
            </p:custDataLst>
          </p:nvPr>
        </p:nvSpPr>
        <p:spPr bwMode="auto">
          <a:xfrm>
            <a:off x="5160852" y="2476599"/>
            <a:ext cx="552451" cy="615951"/>
          </a:xfrm>
          <a:custGeom>
            <a:avLst/>
            <a:gdLst>
              <a:gd name="T0" fmla="*/ 55 w 110"/>
              <a:gd name="T1" fmla="*/ 41 h 123"/>
              <a:gd name="T2" fmla="*/ 75 w 110"/>
              <a:gd name="T3" fmla="*/ 31 h 123"/>
              <a:gd name="T4" fmla="*/ 99 w 110"/>
              <a:gd name="T5" fmla="*/ 86 h 123"/>
              <a:gd name="T6" fmla="*/ 97 w 110"/>
              <a:gd name="T7" fmla="*/ 88 h 123"/>
              <a:gd name="T8" fmla="*/ 101 w 110"/>
              <a:gd name="T9" fmla="*/ 96 h 123"/>
              <a:gd name="T10" fmla="*/ 94 w 110"/>
              <a:gd name="T11" fmla="*/ 99 h 123"/>
              <a:gd name="T12" fmla="*/ 90 w 110"/>
              <a:gd name="T13" fmla="*/ 91 h 123"/>
              <a:gd name="T14" fmla="*/ 87 w 110"/>
              <a:gd name="T15" fmla="*/ 93 h 123"/>
              <a:gd name="T16" fmla="*/ 55 w 110"/>
              <a:gd name="T17" fmla="*/ 41 h 123"/>
              <a:gd name="T18" fmla="*/ 0 w 110"/>
              <a:gd name="T19" fmla="*/ 108 h 123"/>
              <a:gd name="T20" fmla="*/ 3 w 110"/>
              <a:gd name="T21" fmla="*/ 115 h 123"/>
              <a:gd name="T22" fmla="*/ 31 w 110"/>
              <a:gd name="T23" fmla="*/ 105 h 123"/>
              <a:gd name="T24" fmla="*/ 30 w 110"/>
              <a:gd name="T25" fmla="*/ 121 h 123"/>
              <a:gd name="T26" fmla="*/ 110 w 110"/>
              <a:gd name="T27" fmla="*/ 105 h 123"/>
              <a:gd name="T28" fmla="*/ 108 w 110"/>
              <a:gd name="T29" fmla="*/ 98 h 123"/>
              <a:gd name="T30" fmla="*/ 36 w 110"/>
              <a:gd name="T31" fmla="*/ 113 h 123"/>
              <a:gd name="T32" fmla="*/ 55 w 110"/>
              <a:gd name="T33" fmla="*/ 96 h 123"/>
              <a:gd name="T34" fmla="*/ 52 w 110"/>
              <a:gd name="T35" fmla="*/ 89 h 123"/>
              <a:gd name="T36" fmla="*/ 0 w 110"/>
              <a:gd name="T37" fmla="*/ 108 h 123"/>
              <a:gd name="T38" fmla="*/ 60 w 110"/>
              <a:gd name="T39" fmla="*/ 9 h 123"/>
              <a:gd name="T40" fmla="*/ 53 w 110"/>
              <a:gd name="T41" fmla="*/ 36 h 123"/>
              <a:gd name="T42" fmla="*/ 72 w 110"/>
              <a:gd name="T43" fmla="*/ 26 h 123"/>
              <a:gd name="T44" fmla="*/ 66 w 110"/>
              <a:gd name="T45" fmla="*/ 15 h 123"/>
              <a:gd name="T46" fmla="*/ 71 w 110"/>
              <a:gd name="T47" fmla="*/ 12 h 123"/>
              <a:gd name="T48" fmla="*/ 86 w 110"/>
              <a:gd name="T49" fmla="*/ 51 h 123"/>
              <a:gd name="T50" fmla="*/ 93 w 110"/>
              <a:gd name="T51" fmla="*/ 48 h 123"/>
              <a:gd name="T52" fmla="*/ 77 w 110"/>
              <a:gd name="T53" fmla="*/ 5 h 123"/>
              <a:gd name="T54" fmla="*/ 75 w 110"/>
              <a:gd name="T55" fmla="*/ 2 h 123"/>
              <a:gd name="T56" fmla="*/ 72 w 110"/>
              <a:gd name="T57" fmla="*/ 3 h 123"/>
              <a:gd name="T58" fmla="*/ 60 w 110"/>
              <a:gd name="T59" fmla="*/ 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0" h="123">
                <a:moveTo>
                  <a:pt x="55" y="41"/>
                </a:moveTo>
                <a:cubicBezTo>
                  <a:pt x="75" y="31"/>
                  <a:pt x="75" y="31"/>
                  <a:pt x="75" y="31"/>
                </a:cubicBezTo>
                <a:cubicBezTo>
                  <a:pt x="99" y="86"/>
                  <a:pt x="99" y="86"/>
                  <a:pt x="99" y="86"/>
                </a:cubicBezTo>
                <a:cubicBezTo>
                  <a:pt x="97" y="88"/>
                  <a:pt x="97" y="88"/>
                  <a:pt x="97" y="88"/>
                </a:cubicBezTo>
                <a:cubicBezTo>
                  <a:pt x="101" y="96"/>
                  <a:pt x="101" y="96"/>
                  <a:pt x="101" y="96"/>
                </a:cubicBezTo>
                <a:cubicBezTo>
                  <a:pt x="94" y="99"/>
                  <a:pt x="94" y="99"/>
                  <a:pt x="94" y="99"/>
                </a:cubicBezTo>
                <a:cubicBezTo>
                  <a:pt x="90" y="91"/>
                  <a:pt x="90" y="91"/>
                  <a:pt x="90" y="91"/>
                </a:cubicBezTo>
                <a:cubicBezTo>
                  <a:pt x="87" y="93"/>
                  <a:pt x="87" y="93"/>
                  <a:pt x="87" y="93"/>
                </a:cubicBezTo>
                <a:cubicBezTo>
                  <a:pt x="55" y="41"/>
                  <a:pt x="55" y="41"/>
                  <a:pt x="55" y="41"/>
                </a:cubicBezTo>
                <a:close/>
                <a:moveTo>
                  <a:pt x="0" y="108"/>
                </a:moveTo>
                <a:cubicBezTo>
                  <a:pt x="3" y="115"/>
                  <a:pt x="3" y="115"/>
                  <a:pt x="3" y="115"/>
                </a:cubicBezTo>
                <a:cubicBezTo>
                  <a:pt x="31" y="105"/>
                  <a:pt x="31" y="105"/>
                  <a:pt x="31" y="105"/>
                </a:cubicBezTo>
                <a:cubicBezTo>
                  <a:pt x="23" y="112"/>
                  <a:pt x="19" y="119"/>
                  <a:pt x="30" y="121"/>
                </a:cubicBezTo>
                <a:cubicBezTo>
                  <a:pt x="44" y="123"/>
                  <a:pt x="110" y="105"/>
                  <a:pt x="110" y="105"/>
                </a:cubicBezTo>
                <a:cubicBezTo>
                  <a:pt x="108" y="98"/>
                  <a:pt x="108" y="98"/>
                  <a:pt x="108" y="98"/>
                </a:cubicBezTo>
                <a:cubicBezTo>
                  <a:pt x="108" y="98"/>
                  <a:pt x="49" y="115"/>
                  <a:pt x="36" y="113"/>
                </a:cubicBezTo>
                <a:cubicBezTo>
                  <a:pt x="33" y="112"/>
                  <a:pt x="55" y="96"/>
                  <a:pt x="55" y="96"/>
                </a:cubicBezTo>
                <a:cubicBezTo>
                  <a:pt x="52" y="89"/>
                  <a:pt x="52" y="89"/>
                  <a:pt x="52" y="89"/>
                </a:cubicBezTo>
                <a:cubicBezTo>
                  <a:pt x="0" y="108"/>
                  <a:pt x="0" y="108"/>
                  <a:pt x="0" y="108"/>
                </a:cubicBezTo>
                <a:close/>
                <a:moveTo>
                  <a:pt x="60" y="9"/>
                </a:moveTo>
                <a:cubicBezTo>
                  <a:pt x="48" y="0"/>
                  <a:pt x="40" y="12"/>
                  <a:pt x="53" y="36"/>
                </a:cubicBezTo>
                <a:cubicBezTo>
                  <a:pt x="72" y="26"/>
                  <a:pt x="72" y="26"/>
                  <a:pt x="72" y="26"/>
                </a:cubicBezTo>
                <a:cubicBezTo>
                  <a:pt x="70" y="21"/>
                  <a:pt x="68" y="18"/>
                  <a:pt x="66" y="15"/>
                </a:cubicBezTo>
                <a:cubicBezTo>
                  <a:pt x="71" y="12"/>
                  <a:pt x="71" y="12"/>
                  <a:pt x="71" y="12"/>
                </a:cubicBezTo>
                <a:cubicBezTo>
                  <a:pt x="86" y="51"/>
                  <a:pt x="86" y="51"/>
                  <a:pt x="86" y="51"/>
                </a:cubicBezTo>
                <a:cubicBezTo>
                  <a:pt x="93" y="48"/>
                  <a:pt x="93" y="48"/>
                  <a:pt x="93" y="48"/>
                </a:cubicBezTo>
                <a:cubicBezTo>
                  <a:pt x="77" y="5"/>
                  <a:pt x="77" y="5"/>
                  <a:pt x="77" y="5"/>
                </a:cubicBezTo>
                <a:cubicBezTo>
                  <a:pt x="75" y="2"/>
                  <a:pt x="75" y="2"/>
                  <a:pt x="75" y="2"/>
                </a:cubicBezTo>
                <a:cubicBezTo>
                  <a:pt x="72" y="3"/>
                  <a:pt x="72" y="3"/>
                  <a:pt x="72" y="3"/>
                </a:cubicBezTo>
                <a:lnTo>
                  <a:pt x="60" y="9"/>
                </a:lnTo>
                <a:close/>
              </a:path>
            </a:pathLst>
          </a:custGeom>
          <a:solidFill>
            <a:schemeClr val="bg1"/>
          </a:solidFill>
          <a:ln>
            <a:noFill/>
          </a:ln>
        </p:spPr>
        <p:txBody>
          <a:bodyPr vert="horz" wrap="square" lIns="121920" tIns="60960" rIns="121920" bIns="60960" numCol="1" anchor="t" anchorCtr="0" compatLnSpc="1"/>
          <a:lstStyle/>
          <a:p>
            <a:endParaRPr lang="zh-CN" altLang="en-US" sz="2400">
              <a:solidFill>
                <a:srgbClr val="E93F30"/>
              </a:solidFill>
              <a:latin typeface="微软雅黑" panose="020B0503020204020204" pitchFamily="34" charset="-122"/>
              <a:ea typeface="微软雅黑" panose="020B0503020204020204" pitchFamily="34" charset="-122"/>
            </a:endParaRPr>
          </a:p>
        </p:txBody>
      </p:sp>
      <p:sp>
        <p:nvSpPr>
          <p:cNvPr id="17" name="TextBox 33"/>
          <p:cNvSpPr txBox="1"/>
          <p:nvPr>
            <p:custDataLst>
              <p:tags r:id="rId12"/>
            </p:custDataLst>
          </p:nvPr>
        </p:nvSpPr>
        <p:spPr>
          <a:xfrm>
            <a:off x="6290945" y="2767330"/>
            <a:ext cx="4884420" cy="415290"/>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algn="just" defTabSz="1219200">
              <a:lnSpc>
                <a:spcPct val="150000"/>
              </a:lnSpc>
              <a:buClrTx/>
              <a:buSzTx/>
              <a:buFontTx/>
            </a:pPr>
            <a:r>
              <a:rPr lang="zh-CN" altLang="zh-CN" sz="1800" dirty="0">
                <a:solidFill>
                  <a:srgbClr val="595959"/>
                </a:solidFill>
                <a:latin typeface="微软雅黑" panose="020B0503020204020204" pitchFamily="34" charset="-122"/>
                <a:ea typeface="微软雅黑" panose="020B0503020204020204" pitchFamily="34" charset="-122"/>
              </a:rPr>
              <a:t>用于指定 Java对象中的属性名</a:t>
            </a:r>
            <a:endParaRPr lang="zh-CN" altLang="zh-CN" sz="1800" dirty="0">
              <a:solidFill>
                <a:srgbClr val="595959"/>
              </a:solidFill>
              <a:latin typeface="微软雅黑" panose="020B0503020204020204" pitchFamily="34" charset="-122"/>
              <a:ea typeface="微软雅黑" panose="020B0503020204020204" pitchFamily="34" charset="-122"/>
            </a:endParaRPr>
          </a:p>
        </p:txBody>
      </p:sp>
      <p:sp>
        <p:nvSpPr>
          <p:cNvPr id="18" name="文本框 9"/>
          <p:cNvSpPr txBox="1"/>
          <p:nvPr>
            <p:custDataLst>
              <p:tags r:id="rId13"/>
            </p:custDataLst>
          </p:nvPr>
        </p:nvSpPr>
        <p:spPr>
          <a:xfrm>
            <a:off x="6302375" y="2345055"/>
            <a:ext cx="3681730" cy="3282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property</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3" name="TextBox 33"/>
          <p:cNvSpPr txBox="1"/>
          <p:nvPr>
            <p:custDataLst>
              <p:tags r:id="rId14"/>
            </p:custDataLst>
          </p:nvPr>
        </p:nvSpPr>
        <p:spPr>
          <a:xfrm>
            <a:off x="6313805" y="4843780"/>
            <a:ext cx="4812030" cy="415290"/>
          </a:xfrm>
          <a:prstGeom prst="rect">
            <a:avLst/>
          </a:prstGeom>
          <a:noFill/>
        </p:spPr>
        <p:txBody>
          <a:bodyPr wrap="square" lIns="0" tIns="0" rIns="0" bIns="0" rtlCol="0">
            <a:spAutoFit/>
          </a:bodyPr>
          <a:lstStyle>
            <a:defPPr>
              <a:defRPr lang="zh-CN"/>
            </a:defPPr>
            <a:lvl1pPr algn="just" defTabSz="1218565">
              <a:lnSpc>
                <a:spcPts val="1600"/>
              </a:lnSpc>
              <a:defRPr sz="1255">
                <a:solidFill>
                  <a:schemeClr val="tx1">
                    <a:lumMod val="65000"/>
                    <a:lumOff val="35000"/>
                  </a:schemeClr>
                </a:solidFill>
                <a:latin typeface="微软雅黑 Light" panose="020B0502040204020203" pitchFamily="34" charset="-122"/>
                <a:ea typeface="微软雅黑 Light" panose="020B0502040204020203" pitchFamily="34" charset="-122"/>
              </a:defRPr>
            </a:lvl1pPr>
            <a:lvl2pPr marL="609600" defTabSz="1218565">
              <a:defRPr sz="2400"/>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0" algn="just" defTabSz="1219200">
              <a:lnSpc>
                <a:spcPct val="150000"/>
              </a:lnSpc>
              <a:buClrTx/>
              <a:buSzTx/>
              <a:buFontTx/>
            </a:pPr>
            <a:r>
              <a:rPr lang="zh-CN" altLang="zh-CN" sz="1800" dirty="0">
                <a:solidFill>
                  <a:srgbClr val="595959"/>
                </a:solidFill>
                <a:latin typeface="微软雅黑" panose="020B0503020204020204" pitchFamily="34" charset="-122"/>
                <a:ea typeface="微软雅黑" panose="020B0503020204020204" pitchFamily="34" charset="-122"/>
                <a:sym typeface="+mn-ea"/>
              </a:rPr>
              <a:t>用于指定数据库表中的字段名</a:t>
            </a:r>
            <a:endParaRPr lang="zh-CN" altLang="zh-CN" sz="1800" dirty="0">
              <a:solidFill>
                <a:srgbClr val="595959"/>
              </a:solidFill>
              <a:latin typeface="微软雅黑" panose="020B0503020204020204" pitchFamily="34" charset="-122"/>
              <a:ea typeface="微软雅黑" panose="020B0503020204020204" pitchFamily="34" charset="-122"/>
              <a:sym typeface="+mn-ea"/>
            </a:endParaRPr>
          </a:p>
        </p:txBody>
      </p:sp>
      <p:sp>
        <p:nvSpPr>
          <p:cNvPr id="34" name="文本框 9"/>
          <p:cNvSpPr txBox="1"/>
          <p:nvPr>
            <p:custDataLst>
              <p:tags r:id="rId15"/>
            </p:custDataLst>
          </p:nvPr>
        </p:nvSpPr>
        <p:spPr>
          <a:xfrm>
            <a:off x="6325235" y="4421505"/>
            <a:ext cx="3755390" cy="32829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rPr>
              <a:t>column</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文本框 9"/>
          <p:cNvSpPr txBox="1"/>
          <p:nvPr>
            <p:custDataLst>
              <p:tags r:id="rId16"/>
            </p:custDataLst>
          </p:nvPr>
        </p:nvSpPr>
        <p:spPr>
          <a:xfrm>
            <a:off x="1031875" y="3303905"/>
            <a:ext cx="2356485" cy="106997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noAutofit/>
          </a:bodyPr>
          <a:lstStyle>
            <a:defPPr>
              <a:defRPr lang="zh-CN"/>
            </a:defPPr>
            <a:lvl1pPr defTabSz="1218565">
              <a:spcBef>
                <a:spcPct val="0"/>
              </a:spcBef>
              <a:defRPr cap="all">
                <a:solidFill>
                  <a:schemeClr val="tx1">
                    <a:lumMod val="65000"/>
                    <a:lumOff val="35000"/>
                  </a:schemeClr>
                </a:solidFill>
                <a:latin typeface="微软雅黑" panose="020B0503020204020204" pitchFamily="34" charset="-122"/>
                <a:ea typeface="微软雅黑" panose="020B0503020204020204" pitchFamily="34" charset="-122"/>
                <a:cs typeface="+mj-cs"/>
              </a:defRPr>
            </a:lvl1pPr>
            <a:lvl2pPr marL="0" lvl="1" defTabSz="1218565">
              <a:defRPr sz="2055">
                <a:solidFill>
                  <a:schemeClr val="tx1">
                    <a:lumMod val="65000"/>
                    <a:lumOff val="35000"/>
                  </a:schemeClr>
                </a:solidFill>
                <a:latin typeface="微软雅黑" panose="020B0503020204020204" pitchFamily="34" charset="-122"/>
                <a:ea typeface="微软雅黑" panose="020B0503020204020204" pitchFamily="34" charset="-122"/>
              </a:defRPr>
            </a:lvl2pPr>
            <a:lvl3pPr marL="1219200" defTabSz="1218565">
              <a:defRPr sz="2400"/>
            </a:lvl3pPr>
            <a:lvl4pPr marL="1828800" defTabSz="1218565">
              <a:defRPr sz="2400"/>
            </a:lvl4pPr>
            <a:lvl5pPr marL="2438400" defTabSz="1218565">
              <a:defRPr sz="2400"/>
            </a:lvl5pPr>
            <a:lvl6pPr marL="3048000" defTabSz="1218565">
              <a:defRPr sz="2400"/>
            </a:lvl6pPr>
            <a:lvl7pPr marL="3657600" defTabSz="1218565">
              <a:defRPr sz="2400"/>
            </a:lvl7pPr>
            <a:lvl8pPr marL="4267200" defTabSz="1218565">
              <a:defRPr sz="2400"/>
            </a:lvl8pPr>
            <a:lvl9pPr marL="4876800" defTabSz="1218565">
              <a:defRPr sz="2400"/>
            </a:lvl9pPr>
          </a:lstStyle>
          <a:p>
            <a:pPr lvl="1"/>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rPr>
              <a:t>&lt;result&gt;子标签的主要属性</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6" name="文本框 35"/>
          <p:cNvSpPr txBox="1"/>
          <p:nvPr>
            <p:custDataLst>
              <p:tags r:id="rId17"/>
            </p:custDataLst>
          </p:nvPr>
        </p:nvSpPr>
        <p:spPr>
          <a:xfrm>
            <a:off x="993775" y="1022350"/>
            <a:ext cx="10295890" cy="1014730"/>
          </a:xfrm>
          <a:prstGeom prst="rect">
            <a:avLst/>
          </a:prstGeom>
          <a:noFill/>
          <a:ln w="9525">
            <a:noFill/>
          </a:ln>
        </p:spPr>
        <p:txBody>
          <a:bodyPr wrap="square">
            <a:spAutoFit/>
          </a:bodyPr>
          <a:p>
            <a:pPr algn="l">
              <a:lnSpc>
                <a:spcPct val="150000"/>
              </a:lnSpc>
              <a:buClrTx/>
              <a:buSzTx/>
              <a:buFontTx/>
            </a:pPr>
            <a:endPar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endParaRPr>
          </a:p>
          <a:p>
            <a:pPr algn="l">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&lt;result&gt;子标签</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用于映射</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数据库表的普通字段</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到</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Java对象的属性</a:t>
            </a:r>
            <a:endPar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2" name="MH_SubTitle_1"/>
          <p:cNvSpPr txBox="1">
            <a:spLocks noChangeArrowheads="1"/>
          </p:cNvSpPr>
          <p:nvPr>
            <p:custDataLst>
              <p:tags r:id="rId2"/>
            </p:custDataLst>
          </p:nvPr>
        </p:nvSpPr>
        <p:spPr bwMode="auto">
          <a:xfrm flipH="1">
            <a:off x="1126490" y="1189355"/>
            <a:ext cx="2898140" cy="35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l" defTabSz="1087755">
              <a:lnSpc>
                <a:spcPct val="120000"/>
              </a:lnSpc>
              <a:defRPr/>
            </a:pPr>
            <a:r>
              <a:rPr lang="en-US"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3</a:t>
            </a:r>
            <a:r>
              <a:rPr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.&lt;association&gt;子标签</a:t>
            </a:r>
            <a:endParaRPr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36" name="文本框 35"/>
          <p:cNvSpPr txBox="1"/>
          <p:nvPr>
            <p:custDataLst>
              <p:tags r:id="rId3"/>
            </p:custDataLst>
          </p:nvPr>
        </p:nvSpPr>
        <p:spPr>
          <a:xfrm>
            <a:off x="993775" y="1452880"/>
            <a:ext cx="10295890" cy="974725"/>
          </a:xfrm>
          <a:prstGeom prst="rect">
            <a:avLst/>
          </a:prstGeom>
          <a:noFill/>
          <a:ln w="9525">
            <a:noFill/>
          </a:ln>
        </p:spPr>
        <p:txBody>
          <a:bodyPr wrap="square">
            <a:noAutofit/>
          </a:bodyPr>
          <a:p>
            <a:pPr algn="l">
              <a:lnSpc>
                <a:spcPct val="150000"/>
              </a:lnSpc>
              <a:buClrTx/>
              <a:buSzTx/>
              <a:buFontTx/>
            </a:pP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&lt;association&gt;子标签</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用于映用于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处理一对一的关系映射</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，将</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结果集</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关联数据映射</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到</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Java对象中</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的另一个</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对象属性</a:t>
            </a:r>
            <a:r>
              <a:rPr lang="zh-CN" altLang="en-US" sz="18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a:t>
            </a:r>
            <a:endPar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endParaRPr>
          </a:p>
        </p:txBody>
      </p:sp>
      <p:sp>
        <p:nvSpPr>
          <p:cNvPr id="5" name="Freeform 7"/>
          <p:cNvSpPr>
            <a:spLocks noChangeArrowheads="1"/>
          </p:cNvSpPr>
          <p:nvPr>
            <p:custDataLst>
              <p:tags r:id="rId4"/>
            </p:custDataLst>
          </p:nvPr>
        </p:nvSpPr>
        <p:spPr bwMode="auto">
          <a:xfrm>
            <a:off x="5287434" y="2527712"/>
            <a:ext cx="1384300" cy="1221316"/>
          </a:xfrm>
          <a:custGeom>
            <a:avLst/>
            <a:gdLst>
              <a:gd name="T0" fmla="*/ 2684 w 2684"/>
              <a:gd name="T1" fmla="*/ 2365 h 2365"/>
              <a:gd name="T2" fmla="*/ 1342 w 2684"/>
              <a:gd name="T3" fmla="*/ 0 h 2365"/>
              <a:gd name="T4" fmla="*/ 0 w 2684"/>
              <a:gd name="T5" fmla="*/ 2365 h 2365"/>
              <a:gd name="T6" fmla="*/ 2684 w 2684"/>
              <a:gd name="T7" fmla="*/ 2365 h 2365"/>
              <a:gd name="T8" fmla="*/ 0 60000 65536"/>
              <a:gd name="T9" fmla="*/ 0 60000 65536"/>
              <a:gd name="T10" fmla="*/ 0 60000 65536"/>
              <a:gd name="T11" fmla="*/ 0 60000 65536"/>
              <a:gd name="T12" fmla="*/ 0 w 2684"/>
              <a:gd name="T13" fmla="*/ 0 h 2365"/>
              <a:gd name="T14" fmla="*/ 2684 w 2684"/>
              <a:gd name="T15" fmla="*/ 2365 h 2365"/>
            </a:gdLst>
            <a:ahLst/>
            <a:cxnLst>
              <a:cxn ang="T8">
                <a:pos x="T0" y="T1"/>
              </a:cxn>
              <a:cxn ang="T9">
                <a:pos x="T2" y="T3"/>
              </a:cxn>
              <a:cxn ang="T10">
                <a:pos x="T4" y="T5"/>
              </a:cxn>
              <a:cxn ang="T11">
                <a:pos x="T6" y="T7"/>
              </a:cxn>
            </a:cxnLst>
            <a:rect l="T12" t="T13" r="T14" b="T15"/>
            <a:pathLst>
              <a:path w="2684" h="2365">
                <a:moveTo>
                  <a:pt x="2684" y="2365"/>
                </a:moveTo>
                <a:lnTo>
                  <a:pt x="1342" y="0"/>
                </a:lnTo>
                <a:lnTo>
                  <a:pt x="0" y="2365"/>
                </a:lnTo>
                <a:lnTo>
                  <a:pt x="2684" y="2365"/>
                </a:lnTo>
                <a:close/>
              </a:path>
            </a:pathLst>
          </a:custGeom>
          <a:solidFill>
            <a:srgbClr val="0070C0"/>
          </a:solidFill>
          <a:ln>
            <a:noFill/>
          </a:ln>
        </p:spPr>
        <p:txBody>
          <a:bodyPr/>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7" name="Freeform 8"/>
          <p:cNvSpPr>
            <a:spLocks noChangeArrowheads="1"/>
          </p:cNvSpPr>
          <p:nvPr>
            <p:custDataLst>
              <p:tags r:id="rId5"/>
            </p:custDataLst>
          </p:nvPr>
        </p:nvSpPr>
        <p:spPr bwMode="auto">
          <a:xfrm>
            <a:off x="3915833" y="3749027"/>
            <a:ext cx="1371600" cy="1320800"/>
          </a:xfrm>
          <a:custGeom>
            <a:avLst/>
            <a:gdLst>
              <a:gd name="T0" fmla="*/ 2664 w 2664"/>
              <a:gd name="T1" fmla="*/ 0 h 2553"/>
              <a:gd name="T2" fmla="*/ 0 w 2664"/>
              <a:gd name="T3" fmla="*/ 546 h 2553"/>
              <a:gd name="T4" fmla="*/ 1835 w 2664"/>
              <a:gd name="T5" fmla="*/ 2553 h 2553"/>
              <a:gd name="T6" fmla="*/ 2664 w 2664"/>
              <a:gd name="T7" fmla="*/ 0 h 2553"/>
              <a:gd name="T8" fmla="*/ 0 60000 65536"/>
              <a:gd name="T9" fmla="*/ 0 60000 65536"/>
              <a:gd name="T10" fmla="*/ 0 60000 65536"/>
              <a:gd name="T11" fmla="*/ 0 60000 65536"/>
              <a:gd name="T12" fmla="*/ 0 w 2664"/>
              <a:gd name="T13" fmla="*/ 0 h 2553"/>
              <a:gd name="T14" fmla="*/ 2664 w 2664"/>
              <a:gd name="T15" fmla="*/ 2553 h 2553"/>
            </a:gdLst>
            <a:ahLst/>
            <a:cxnLst>
              <a:cxn ang="T8">
                <a:pos x="T0" y="T1"/>
              </a:cxn>
              <a:cxn ang="T9">
                <a:pos x="T2" y="T3"/>
              </a:cxn>
              <a:cxn ang="T10">
                <a:pos x="T4" y="T5"/>
              </a:cxn>
              <a:cxn ang="T11">
                <a:pos x="T6" y="T7"/>
              </a:cxn>
            </a:cxnLst>
            <a:rect l="T12" t="T13" r="T14" b="T15"/>
            <a:pathLst>
              <a:path w="2664" h="2553">
                <a:moveTo>
                  <a:pt x="2664" y="0"/>
                </a:moveTo>
                <a:lnTo>
                  <a:pt x="0" y="546"/>
                </a:lnTo>
                <a:lnTo>
                  <a:pt x="1835" y="2553"/>
                </a:lnTo>
                <a:lnTo>
                  <a:pt x="2664" y="0"/>
                </a:lnTo>
                <a:close/>
              </a:path>
            </a:pathLst>
          </a:custGeom>
          <a:solidFill>
            <a:srgbClr val="0070C0"/>
          </a:solidFill>
          <a:ln>
            <a:noFill/>
          </a:ln>
        </p:spPr>
        <p:txBody>
          <a:bodyPr/>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8" name="Freeform 9"/>
          <p:cNvSpPr>
            <a:spLocks noChangeArrowheads="1"/>
          </p:cNvSpPr>
          <p:nvPr>
            <p:custDataLst>
              <p:tags r:id="rId6"/>
            </p:custDataLst>
          </p:nvPr>
        </p:nvSpPr>
        <p:spPr bwMode="auto">
          <a:xfrm>
            <a:off x="4703234" y="5069828"/>
            <a:ext cx="1274233" cy="1392767"/>
          </a:xfrm>
          <a:custGeom>
            <a:avLst/>
            <a:gdLst>
              <a:gd name="T0" fmla="*/ 305 w 2476"/>
              <a:gd name="T1" fmla="*/ 0 h 2702"/>
              <a:gd name="T2" fmla="*/ 0 w 2476"/>
              <a:gd name="T3" fmla="*/ 2702 h 2702"/>
              <a:gd name="T4" fmla="*/ 2476 w 2476"/>
              <a:gd name="T5" fmla="*/ 1578 h 2702"/>
              <a:gd name="T6" fmla="*/ 305 w 2476"/>
              <a:gd name="T7" fmla="*/ 0 h 2702"/>
              <a:gd name="T8" fmla="*/ 0 60000 65536"/>
              <a:gd name="T9" fmla="*/ 0 60000 65536"/>
              <a:gd name="T10" fmla="*/ 0 60000 65536"/>
              <a:gd name="T11" fmla="*/ 0 60000 65536"/>
              <a:gd name="T12" fmla="*/ 0 w 2476"/>
              <a:gd name="T13" fmla="*/ 0 h 2702"/>
              <a:gd name="T14" fmla="*/ 2476 w 2476"/>
              <a:gd name="T15" fmla="*/ 2702 h 2702"/>
            </a:gdLst>
            <a:ahLst/>
            <a:cxnLst>
              <a:cxn ang="T8">
                <a:pos x="T0" y="T1"/>
              </a:cxn>
              <a:cxn ang="T9">
                <a:pos x="T2" y="T3"/>
              </a:cxn>
              <a:cxn ang="T10">
                <a:pos x="T4" y="T5"/>
              </a:cxn>
              <a:cxn ang="T11">
                <a:pos x="T6" y="T7"/>
              </a:cxn>
            </a:cxnLst>
            <a:rect l="T12" t="T13" r="T14" b="T15"/>
            <a:pathLst>
              <a:path w="2476" h="2702">
                <a:moveTo>
                  <a:pt x="305" y="0"/>
                </a:moveTo>
                <a:lnTo>
                  <a:pt x="0" y="2702"/>
                </a:lnTo>
                <a:lnTo>
                  <a:pt x="2476" y="1578"/>
                </a:lnTo>
                <a:lnTo>
                  <a:pt x="305" y="0"/>
                </a:lnTo>
                <a:close/>
              </a:path>
            </a:pathLst>
          </a:custGeom>
          <a:solidFill>
            <a:srgbClr val="0070C0"/>
          </a:solidFill>
          <a:ln>
            <a:noFill/>
          </a:ln>
        </p:spPr>
        <p:txBody>
          <a:bodyPr/>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9" name="Freeform 10"/>
          <p:cNvSpPr>
            <a:spLocks noChangeArrowheads="1"/>
          </p:cNvSpPr>
          <p:nvPr>
            <p:custDataLst>
              <p:tags r:id="rId7"/>
            </p:custDataLst>
          </p:nvPr>
        </p:nvSpPr>
        <p:spPr bwMode="auto">
          <a:xfrm>
            <a:off x="5977467" y="5069828"/>
            <a:ext cx="1278467" cy="1392767"/>
          </a:xfrm>
          <a:custGeom>
            <a:avLst/>
            <a:gdLst>
              <a:gd name="T0" fmla="*/ 0 w 2476"/>
              <a:gd name="T1" fmla="*/ 1578 h 2702"/>
              <a:gd name="T2" fmla="*/ 2476 w 2476"/>
              <a:gd name="T3" fmla="*/ 2702 h 2702"/>
              <a:gd name="T4" fmla="*/ 2172 w 2476"/>
              <a:gd name="T5" fmla="*/ 0 h 2702"/>
              <a:gd name="T6" fmla="*/ 0 w 2476"/>
              <a:gd name="T7" fmla="*/ 1578 h 2702"/>
              <a:gd name="T8" fmla="*/ 0 60000 65536"/>
              <a:gd name="T9" fmla="*/ 0 60000 65536"/>
              <a:gd name="T10" fmla="*/ 0 60000 65536"/>
              <a:gd name="T11" fmla="*/ 0 60000 65536"/>
              <a:gd name="T12" fmla="*/ 0 w 2476"/>
              <a:gd name="T13" fmla="*/ 0 h 2702"/>
              <a:gd name="T14" fmla="*/ 2476 w 2476"/>
              <a:gd name="T15" fmla="*/ 2702 h 2702"/>
            </a:gdLst>
            <a:ahLst/>
            <a:cxnLst>
              <a:cxn ang="T8">
                <a:pos x="T0" y="T1"/>
              </a:cxn>
              <a:cxn ang="T9">
                <a:pos x="T2" y="T3"/>
              </a:cxn>
              <a:cxn ang="T10">
                <a:pos x="T4" y="T5"/>
              </a:cxn>
              <a:cxn ang="T11">
                <a:pos x="T6" y="T7"/>
              </a:cxn>
            </a:cxnLst>
            <a:rect l="T12" t="T13" r="T14" b="T15"/>
            <a:pathLst>
              <a:path w="2476" h="2702">
                <a:moveTo>
                  <a:pt x="0" y="1578"/>
                </a:moveTo>
                <a:lnTo>
                  <a:pt x="2476" y="2702"/>
                </a:lnTo>
                <a:lnTo>
                  <a:pt x="2172" y="0"/>
                </a:lnTo>
                <a:lnTo>
                  <a:pt x="0" y="1578"/>
                </a:lnTo>
                <a:close/>
              </a:path>
            </a:pathLst>
          </a:custGeom>
          <a:solidFill>
            <a:srgbClr val="0070C0"/>
          </a:solidFill>
          <a:ln>
            <a:noFill/>
          </a:ln>
        </p:spPr>
        <p:txBody>
          <a:bodyPr/>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11" name="Freeform 11"/>
          <p:cNvSpPr>
            <a:spLocks noChangeArrowheads="1"/>
          </p:cNvSpPr>
          <p:nvPr>
            <p:custDataLst>
              <p:tags r:id="rId8"/>
            </p:custDataLst>
          </p:nvPr>
        </p:nvSpPr>
        <p:spPr bwMode="auto">
          <a:xfrm>
            <a:off x="6671733" y="3749027"/>
            <a:ext cx="1371600" cy="1320800"/>
          </a:xfrm>
          <a:custGeom>
            <a:avLst/>
            <a:gdLst>
              <a:gd name="T0" fmla="*/ 830 w 2664"/>
              <a:gd name="T1" fmla="*/ 2553 h 2553"/>
              <a:gd name="T2" fmla="*/ 2664 w 2664"/>
              <a:gd name="T3" fmla="*/ 546 h 2553"/>
              <a:gd name="T4" fmla="*/ 0 w 2664"/>
              <a:gd name="T5" fmla="*/ 0 h 2553"/>
              <a:gd name="T6" fmla="*/ 830 w 2664"/>
              <a:gd name="T7" fmla="*/ 2553 h 2553"/>
              <a:gd name="T8" fmla="*/ 0 60000 65536"/>
              <a:gd name="T9" fmla="*/ 0 60000 65536"/>
              <a:gd name="T10" fmla="*/ 0 60000 65536"/>
              <a:gd name="T11" fmla="*/ 0 60000 65536"/>
              <a:gd name="T12" fmla="*/ 0 w 2664"/>
              <a:gd name="T13" fmla="*/ 0 h 2553"/>
              <a:gd name="T14" fmla="*/ 2664 w 2664"/>
              <a:gd name="T15" fmla="*/ 2553 h 2553"/>
            </a:gdLst>
            <a:ahLst/>
            <a:cxnLst>
              <a:cxn ang="T8">
                <a:pos x="T0" y="T1"/>
              </a:cxn>
              <a:cxn ang="T9">
                <a:pos x="T2" y="T3"/>
              </a:cxn>
              <a:cxn ang="T10">
                <a:pos x="T4" y="T5"/>
              </a:cxn>
              <a:cxn ang="T11">
                <a:pos x="T6" y="T7"/>
              </a:cxn>
            </a:cxnLst>
            <a:rect l="T12" t="T13" r="T14" b="T15"/>
            <a:pathLst>
              <a:path w="2664" h="2553">
                <a:moveTo>
                  <a:pt x="830" y="2553"/>
                </a:moveTo>
                <a:lnTo>
                  <a:pt x="2664" y="546"/>
                </a:lnTo>
                <a:lnTo>
                  <a:pt x="0" y="0"/>
                </a:lnTo>
                <a:lnTo>
                  <a:pt x="830" y="2553"/>
                </a:lnTo>
                <a:close/>
              </a:path>
            </a:pathLst>
          </a:custGeom>
          <a:solidFill>
            <a:srgbClr val="0070C0"/>
          </a:solidFill>
          <a:ln>
            <a:noFill/>
          </a:ln>
        </p:spPr>
        <p:txBody>
          <a:bodyPr/>
          <a:p>
            <a:endParaRPr lang="zh-CN" altLang="zh-CN" sz="2400">
              <a:solidFill>
                <a:srgbClr val="000000"/>
              </a:solidFill>
              <a:latin typeface="微软雅黑" panose="020B0503020204020204" pitchFamily="34" charset="-122"/>
              <a:ea typeface="微软雅黑" panose="020B0503020204020204" pitchFamily="34" charset="-122"/>
              <a:cs typeface="+mn-ea"/>
              <a:sym typeface="+mn-lt"/>
            </a:endParaRPr>
          </a:p>
        </p:txBody>
      </p:sp>
      <p:sp>
        <p:nvSpPr>
          <p:cNvPr id="37" name="矩形 7"/>
          <p:cNvSpPr>
            <a:spLocks noChangeArrowheads="1"/>
          </p:cNvSpPr>
          <p:nvPr>
            <p:custDataLst>
              <p:tags r:id="rId9"/>
            </p:custDataLst>
          </p:nvPr>
        </p:nvSpPr>
        <p:spPr bwMode="auto">
          <a:xfrm>
            <a:off x="5615947" y="3086512"/>
            <a:ext cx="723899"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01</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8" name="矩形 8"/>
          <p:cNvSpPr>
            <a:spLocks noChangeArrowheads="1"/>
          </p:cNvSpPr>
          <p:nvPr>
            <p:custDataLst>
              <p:tags r:id="rId10"/>
            </p:custDataLst>
          </p:nvPr>
        </p:nvSpPr>
        <p:spPr bwMode="auto">
          <a:xfrm>
            <a:off x="6817783" y="3957020"/>
            <a:ext cx="876300"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02</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9" name="矩形 9"/>
          <p:cNvSpPr>
            <a:spLocks noChangeArrowheads="1"/>
          </p:cNvSpPr>
          <p:nvPr>
            <p:custDataLst>
              <p:tags r:id="rId11"/>
            </p:custDataLst>
          </p:nvPr>
        </p:nvSpPr>
        <p:spPr bwMode="auto">
          <a:xfrm>
            <a:off x="6462183" y="5513724"/>
            <a:ext cx="711200"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03</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40" name="矩形 10"/>
          <p:cNvSpPr>
            <a:spLocks noChangeArrowheads="1"/>
          </p:cNvSpPr>
          <p:nvPr>
            <p:custDataLst>
              <p:tags r:id="rId12"/>
            </p:custDataLst>
          </p:nvPr>
        </p:nvSpPr>
        <p:spPr bwMode="auto">
          <a:xfrm>
            <a:off x="4861984" y="5537611"/>
            <a:ext cx="657952"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04</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41" name="矩形 11"/>
          <p:cNvSpPr>
            <a:spLocks noChangeArrowheads="1"/>
          </p:cNvSpPr>
          <p:nvPr>
            <p:custDataLst>
              <p:tags r:id="rId13"/>
            </p:custDataLst>
          </p:nvPr>
        </p:nvSpPr>
        <p:spPr bwMode="auto">
          <a:xfrm>
            <a:off x="4464051" y="4011494"/>
            <a:ext cx="622564" cy="574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ctr"/>
            <a:r>
              <a:rPr lang="en-US" altLang="zh-CN" sz="3735" dirty="0">
                <a:solidFill>
                  <a:schemeClr val="bg1"/>
                </a:solidFill>
                <a:latin typeface="微软雅黑" panose="020B0503020204020204" pitchFamily="34" charset="-122"/>
                <a:ea typeface="微软雅黑" panose="020B0503020204020204" pitchFamily="34" charset="-122"/>
                <a:cs typeface="+mn-ea"/>
                <a:sym typeface="+mn-lt"/>
              </a:rPr>
              <a:t>05</a:t>
            </a:r>
            <a:endParaRPr lang="zh-CN" altLang="en-US" sz="3735"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42" name="TextBox 12"/>
          <p:cNvSpPr>
            <a:spLocks noChangeArrowheads="1"/>
          </p:cNvSpPr>
          <p:nvPr>
            <p:custDataLst>
              <p:tags r:id="rId14"/>
            </p:custDataLst>
          </p:nvPr>
        </p:nvSpPr>
        <p:spPr bwMode="auto">
          <a:xfrm>
            <a:off x="6506845" y="2435860"/>
            <a:ext cx="4201795"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r>
              <a:rPr sz="1800" dirty="0">
                <a:solidFill>
                  <a:srgbClr val="595959"/>
                </a:solidFill>
                <a:latin typeface="微软雅黑" panose="020B0503020204020204" pitchFamily="34" charset="-122"/>
                <a:ea typeface="微软雅黑" panose="020B0503020204020204" pitchFamily="34" charset="-122"/>
                <a:cs typeface="+mn-ea"/>
                <a:sym typeface="+mn-lt"/>
              </a:rPr>
              <a:t>用于指定Java对象中对应的属性名，该属性应映射到一个复杂类型</a:t>
            </a:r>
            <a:endParaRPr sz="18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3" name="TextBox 13"/>
          <p:cNvSpPr>
            <a:spLocks noChangeArrowheads="1"/>
          </p:cNvSpPr>
          <p:nvPr>
            <p:custDataLst>
              <p:tags r:id="rId15"/>
            </p:custDataLst>
          </p:nvPr>
        </p:nvSpPr>
        <p:spPr bwMode="auto">
          <a:xfrm>
            <a:off x="8185150" y="3958590"/>
            <a:ext cx="3267710" cy="1107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buClrTx/>
              <a:buSzTx/>
              <a:buFontTx/>
            </a:pPr>
            <a:r>
              <a:rPr sz="1800" dirty="0">
                <a:solidFill>
                  <a:srgbClr val="595959"/>
                </a:solidFill>
                <a:latin typeface="微软雅黑" panose="020B0503020204020204" pitchFamily="34" charset="-122"/>
                <a:ea typeface="微软雅黑" panose="020B0503020204020204" pitchFamily="34" charset="-122"/>
                <a:cs typeface="+mn-ea"/>
                <a:sym typeface="+mn-lt"/>
              </a:rPr>
              <a:t>用于指定从主查询结果中提取的某个字段值，该字段值将作为参数传递给通过select属性定义的嵌套查询</a:t>
            </a:r>
            <a:endParaRPr sz="18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4" name="TextBox 14"/>
          <p:cNvSpPr>
            <a:spLocks noChangeArrowheads="1"/>
          </p:cNvSpPr>
          <p:nvPr>
            <p:custDataLst>
              <p:tags r:id="rId16"/>
            </p:custDataLst>
          </p:nvPr>
        </p:nvSpPr>
        <p:spPr bwMode="auto">
          <a:xfrm>
            <a:off x="7497233" y="5886861"/>
            <a:ext cx="3179233" cy="27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buClrTx/>
              <a:buSzTx/>
              <a:buFontTx/>
            </a:pPr>
            <a:r>
              <a:rPr sz="1800" dirty="0">
                <a:solidFill>
                  <a:srgbClr val="595959"/>
                </a:solidFill>
                <a:latin typeface="微软雅黑" panose="020B0503020204020204" pitchFamily="34" charset="-122"/>
                <a:ea typeface="微软雅黑" panose="020B0503020204020204" pitchFamily="34" charset="-122"/>
                <a:cs typeface="+mn-ea"/>
                <a:sym typeface="+mn-lt"/>
              </a:rPr>
              <a:t>用于指定属性的Java类型</a:t>
            </a:r>
            <a:endParaRPr sz="18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5" name="TextBox 15"/>
          <p:cNvSpPr>
            <a:spLocks noChangeArrowheads="1"/>
          </p:cNvSpPr>
          <p:nvPr>
            <p:custDataLst>
              <p:tags r:id="rId17"/>
            </p:custDataLst>
          </p:nvPr>
        </p:nvSpPr>
        <p:spPr bwMode="auto">
          <a:xfrm>
            <a:off x="572770" y="5484495"/>
            <a:ext cx="3754120" cy="830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buClrTx/>
              <a:buSzTx/>
              <a:buFontTx/>
            </a:pPr>
            <a:r>
              <a:rPr sz="1800" dirty="0">
                <a:solidFill>
                  <a:srgbClr val="595959"/>
                </a:solidFill>
                <a:latin typeface="微软雅黑" panose="020B0503020204020204" pitchFamily="34" charset="-122"/>
                <a:ea typeface="微软雅黑" panose="020B0503020204020204" pitchFamily="34" charset="-122"/>
                <a:cs typeface="+mn-ea"/>
                <a:sym typeface="+mn-lt"/>
              </a:rPr>
              <a:t>用于指定一个预先定义的resultMap的id，当关联对象的映射较为复杂时，需要引用已有的详细映射规则时使用</a:t>
            </a:r>
            <a:endParaRPr sz="18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6" name="TextBox 16"/>
          <p:cNvSpPr>
            <a:spLocks noChangeArrowheads="1"/>
          </p:cNvSpPr>
          <p:nvPr>
            <p:custDataLst>
              <p:tags r:id="rId18"/>
            </p:custDataLst>
          </p:nvPr>
        </p:nvSpPr>
        <p:spPr bwMode="auto">
          <a:xfrm>
            <a:off x="572770" y="3154045"/>
            <a:ext cx="3754120" cy="830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a:r>
              <a:rPr sz="1800" dirty="0">
                <a:solidFill>
                  <a:srgbClr val="595959"/>
                </a:solidFill>
                <a:latin typeface="微软雅黑" panose="020B0503020204020204" pitchFamily="34" charset="-122"/>
                <a:ea typeface="微软雅黑" panose="020B0503020204020204" pitchFamily="34" charset="-122"/>
                <a:cs typeface="+mn-ea"/>
                <a:sym typeface="+mn-lt"/>
              </a:rPr>
              <a:t>用于指定一个单独的查询来加载关联对象，其值通常是一个映射器中定义的另一个&lt;select&gt;标签的id</a:t>
            </a:r>
            <a:endParaRPr sz="1800"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47" name="TextBox 17"/>
          <p:cNvSpPr>
            <a:spLocks noChangeArrowheads="1"/>
          </p:cNvSpPr>
          <p:nvPr>
            <p:custDataLst>
              <p:tags r:id="rId19"/>
            </p:custDataLst>
          </p:nvPr>
        </p:nvSpPr>
        <p:spPr bwMode="auto">
          <a:xfrm>
            <a:off x="6506634" y="2057973"/>
            <a:ext cx="1682751"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property</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8" name="TextBox 18"/>
          <p:cNvSpPr>
            <a:spLocks noChangeArrowheads="1"/>
          </p:cNvSpPr>
          <p:nvPr>
            <p:custDataLst>
              <p:tags r:id="rId20"/>
            </p:custDataLst>
          </p:nvPr>
        </p:nvSpPr>
        <p:spPr bwMode="auto">
          <a:xfrm>
            <a:off x="8185152" y="3572032"/>
            <a:ext cx="1682749"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column</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49" name="TextBox 19"/>
          <p:cNvSpPr>
            <a:spLocks noChangeArrowheads="1"/>
          </p:cNvSpPr>
          <p:nvPr>
            <p:custDataLst>
              <p:tags r:id="rId21"/>
            </p:custDataLst>
          </p:nvPr>
        </p:nvSpPr>
        <p:spPr bwMode="auto">
          <a:xfrm>
            <a:off x="7497233" y="5503837"/>
            <a:ext cx="1682751"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javaType</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50" name="TextBox 20"/>
          <p:cNvSpPr>
            <a:spLocks noChangeArrowheads="1"/>
          </p:cNvSpPr>
          <p:nvPr>
            <p:custDataLst>
              <p:tags r:id="rId22"/>
            </p:custDataLst>
          </p:nvPr>
        </p:nvSpPr>
        <p:spPr bwMode="auto">
          <a:xfrm>
            <a:off x="572558" y="5014007"/>
            <a:ext cx="1604136"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resultMap</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51" name="TextBox 21"/>
          <p:cNvSpPr>
            <a:spLocks noChangeArrowheads="1"/>
          </p:cNvSpPr>
          <p:nvPr>
            <p:custDataLst>
              <p:tags r:id="rId23"/>
            </p:custDataLst>
          </p:nvPr>
        </p:nvSpPr>
        <p:spPr bwMode="auto">
          <a:xfrm>
            <a:off x="582718" y="2664990"/>
            <a:ext cx="1441451" cy="36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rPr>
              <a:t>select</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52" name="TextBox 22"/>
          <p:cNvSpPr>
            <a:spLocks noChangeArrowheads="1"/>
          </p:cNvSpPr>
          <p:nvPr>
            <p:custDataLst>
              <p:tags r:id="rId24"/>
            </p:custDataLst>
          </p:nvPr>
        </p:nvSpPr>
        <p:spPr bwMode="auto">
          <a:xfrm>
            <a:off x="5029835" y="4224655"/>
            <a:ext cx="1878330" cy="923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ctr"/>
            <a:r>
              <a:rPr lang="zh-CN" altLang="en-US" sz="2000" b="1" dirty="0">
                <a:solidFill>
                  <a:schemeClr val="accent1"/>
                </a:solidFill>
                <a:latin typeface="微软雅黑" panose="020B0503020204020204" pitchFamily="34" charset="-122"/>
                <a:ea typeface="微软雅黑" panose="020B0503020204020204" pitchFamily="34" charset="-122"/>
                <a:cs typeface="+mn-ea"/>
                <a:sym typeface="+mn-lt"/>
              </a:rPr>
              <a:t>&lt;association&gt;子标签的主要</a:t>
            </a:r>
            <a:endParaRPr lang="zh-CN" altLang="en-US" sz="2000" b="1" dirty="0">
              <a:solidFill>
                <a:schemeClr val="accent1"/>
              </a:solidFill>
              <a:latin typeface="微软雅黑" panose="020B0503020204020204" pitchFamily="34" charset="-122"/>
              <a:ea typeface="微软雅黑" panose="020B0503020204020204" pitchFamily="34" charset="-122"/>
              <a:cs typeface="+mn-ea"/>
              <a:sym typeface="+mn-lt"/>
            </a:endParaRPr>
          </a:p>
          <a:p>
            <a:pPr algn="ctr"/>
            <a:r>
              <a:rPr lang="zh-CN" altLang="en-US" sz="2000" b="1" dirty="0">
                <a:solidFill>
                  <a:schemeClr val="accent1"/>
                </a:solidFill>
                <a:latin typeface="微软雅黑" panose="020B0503020204020204" pitchFamily="34" charset="-122"/>
                <a:ea typeface="微软雅黑" panose="020B0503020204020204" pitchFamily="34" charset="-122"/>
                <a:cs typeface="+mn-ea"/>
                <a:sym typeface="+mn-lt"/>
              </a:rPr>
              <a:t>属性</a:t>
            </a:r>
            <a:endParaRPr lang="zh-CN" altLang="en-US" sz="2000" b="1" dirty="0">
              <a:solidFill>
                <a:schemeClr val="accent1"/>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751965"/>
            <a:ext cx="2501265"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(1)数据库数据准备</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文件8-9</a:t>
                </a:r>
                <a:endParaRPr sz="1800">
                  <a:sym typeface="+mn-ea"/>
                </a:endParaRPr>
              </a:p>
              <a:p>
                <a:pPr algn="ctr"/>
                <a:r>
                  <a:rPr sz="1800">
                    <a:sym typeface="+mn-ea"/>
                    <a:hlinkClick r:id="rId7"/>
                  </a:rPr>
                  <a:t>association.sql</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6" name="文本框 5"/>
          <p:cNvSpPr txBox="1"/>
          <p:nvPr>
            <p:custDataLst>
              <p:tags r:id="rId13"/>
            </p:custDataLst>
          </p:nvPr>
        </p:nvSpPr>
        <p:spPr>
          <a:xfrm>
            <a:off x="993775" y="2313940"/>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在名称为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mybatis</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的数据库中，创建人员</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数据表person</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和</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身份证数据表idcard</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，并插入若干条测试数据，具体SQL语句如文件8-9所示。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custDataLst>
              <p:tags r:id="rId14"/>
            </p:custDataLst>
          </p:nvPr>
        </p:nvSpPr>
        <p:spPr>
          <a:xfrm>
            <a:off x="1049020" y="1077595"/>
            <a:ext cx="10295890" cy="50673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下面基于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&lt;association&gt;</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子标签实现人和对应身份证信息的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一对一关联查询</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的案例。</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501265"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(2)定义实体类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文件8-10</a:t>
                </a:r>
                <a:r>
                  <a:rPr lang="en-US" sz="1800">
                    <a:sym typeface="+mn-ea"/>
                  </a:rPr>
                  <a:t>    </a:t>
                </a:r>
                <a:r>
                  <a:rPr sz="1800">
                    <a:sym typeface="+mn-ea"/>
                    <a:hlinkClick r:id="rId7"/>
                  </a:rPr>
                  <a:t>Person.java</a:t>
                </a:r>
                <a:endParaRPr sz="1800">
                  <a:sym typeface="+mn-ea"/>
                </a:endParaRPr>
              </a:p>
              <a:p>
                <a:pPr algn="ctr"/>
                <a:r>
                  <a:rPr sz="1800">
                    <a:sym typeface="+mn-ea"/>
                  </a:rPr>
                  <a:t>文件8-11</a:t>
                </a:r>
                <a:r>
                  <a:rPr lang="en-US" sz="1800">
                    <a:sym typeface="+mn-ea"/>
                  </a:rPr>
                  <a:t>    </a:t>
                </a:r>
                <a:r>
                  <a:rPr sz="1800">
                    <a:sym typeface="+mn-ea"/>
                    <a:hlinkClick r:id="rId8"/>
                  </a:rPr>
                  <a:t>IDCard.java</a:t>
                </a:r>
                <a:endParaRPr sz="1800">
                  <a:sym typeface="+mn-ea"/>
                </a:endParaRPr>
              </a:p>
            </p:txBody>
          </p:sp>
          <p:sp>
            <p:nvSpPr>
              <p:cNvPr id="17" name="圆角矩形 16"/>
              <p:cNvSpPr/>
              <p:nvPr>
                <p:custDataLst>
                  <p:tags r:id="rId9"/>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10"/>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62438" y="5126050"/>
              <a:ext cx="914400" cy="914400"/>
            </a:xfrm>
            <a:prstGeom prst="rect">
              <a:avLst/>
            </a:prstGeom>
          </p:spPr>
        </p:pic>
      </p:grpSp>
      <p:sp>
        <p:nvSpPr>
          <p:cNvPr id="6" name="文本框 5"/>
          <p:cNvSpPr txBox="1"/>
          <p:nvPr>
            <p:custDataLst>
              <p:tags r:id="rId14"/>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在com.itheima.entity包下创建与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数据表person和idcard</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对应的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实体类Person和IDCard</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，具体如文件8-10和文件8-11所示。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18516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(3)定义查询人员信息的方法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文件8-12</a:t>
                </a:r>
                <a:endParaRPr sz="1800">
                  <a:sym typeface="+mn-ea"/>
                </a:endParaRPr>
              </a:p>
              <a:p>
                <a:pPr algn="ctr"/>
                <a:r>
                  <a:rPr sz="1800">
                    <a:sym typeface="+mn-ea"/>
                    <a:hlinkClick r:id="rId7"/>
                  </a:rPr>
                  <a:t>PersonMapper.java</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6" name="文本框 5"/>
          <p:cNvSpPr txBox="1"/>
          <p:nvPr>
            <p:custDataLst>
              <p:tags r:id="rId13"/>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在com.itheima.mapper包下创建操作Person对象和数据库数据映射的Mapper接口</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PersonMapper</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，并在该接口中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定义方法getPersonById()</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，具体如下文件8-12所示。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18516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(4)编写映射信息</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文件8-13</a:t>
                </a:r>
                <a:endParaRPr sz="1800">
                  <a:sym typeface="+mn-ea"/>
                </a:endParaRPr>
              </a:p>
              <a:p>
                <a:pPr algn="ctr"/>
                <a:r>
                  <a:rPr sz="1800">
                    <a:sym typeface="+mn-ea"/>
                    <a:hlinkClick r:id="rId7"/>
                  </a:rPr>
                  <a:t>PersonMapper.xml</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6" name="文本框 5"/>
          <p:cNvSpPr txBox="1"/>
          <p:nvPr>
            <p:custDataLst>
              <p:tags r:id="rId13"/>
            </p:custDataLst>
          </p:nvPr>
        </p:nvSpPr>
        <p:spPr>
          <a:xfrm>
            <a:off x="993775" y="1883410"/>
            <a:ext cx="10295890" cy="1337945"/>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在src/main/resources目录的文件夹com/itheima/mapper下创建一个名称为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PersonMapper.xml</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的文件，在该文件定义查询语句，在查询语句中根据</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传入的人员id查询包含人员身份证信息的人员信息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，具体如文件8-13所示。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18516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(5)定义测试方法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317477"/>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hlinkClick r:id="rId7"/>
                  </a:rPr>
                  <a:t>getPersonById()方法</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6" name="文本框 5"/>
          <p:cNvSpPr txBox="1"/>
          <p:nvPr>
            <p:custDataLst>
              <p:tags r:id="rId13"/>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在文件8-8中的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MapperTest类中</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测试方法associationTest()</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，在测试方法中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获取PersonMapper对象</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，并通过PersonMapper对象调用其</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getPersonById()方法查询人员信息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18516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(6)测试效果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1883410"/>
            <a:ext cx="10295890" cy="50673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运行文件8-8中的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associationTest()方法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，运行效果如下图所示。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9" name="图片 1"/>
          <p:cNvPicPr>
            <a:picLocks noChangeAspect="1"/>
          </p:cNvPicPr>
          <p:nvPr>
            <p:custDataLst>
              <p:tags r:id="rId5"/>
            </p:custDataLst>
          </p:nvPr>
        </p:nvPicPr>
        <p:blipFill>
          <a:blip r:embed="rId6"/>
          <a:stretch>
            <a:fillRect/>
          </a:stretch>
        </p:blipFill>
        <p:spPr>
          <a:xfrm>
            <a:off x="1270952" y="2781300"/>
            <a:ext cx="10007262" cy="1764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2" name="MH_SubTitle_1"/>
          <p:cNvSpPr txBox="1">
            <a:spLocks noChangeArrowheads="1"/>
          </p:cNvSpPr>
          <p:nvPr>
            <p:custDataLst>
              <p:tags r:id="rId2"/>
            </p:custDataLst>
          </p:nvPr>
        </p:nvSpPr>
        <p:spPr bwMode="auto">
          <a:xfrm flipH="1">
            <a:off x="1126490" y="1189355"/>
            <a:ext cx="2898140" cy="354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gn="l" defTabSz="1087755">
              <a:lnSpc>
                <a:spcPct val="120000"/>
              </a:lnSpc>
              <a:defRPr/>
            </a:pPr>
            <a:r>
              <a:rPr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rPr>
              <a:t>4.&lt;collection&gt;子标签</a:t>
            </a:r>
            <a:endParaRPr sz="2000" b="1"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mn-ea"/>
            </a:endParaRPr>
          </a:p>
        </p:txBody>
      </p:sp>
      <p:sp>
        <p:nvSpPr>
          <p:cNvPr id="36" name="文本框 35"/>
          <p:cNvSpPr txBox="1"/>
          <p:nvPr>
            <p:custDataLst>
              <p:tags r:id="rId3"/>
            </p:custDataLst>
          </p:nvPr>
        </p:nvSpPr>
        <p:spPr>
          <a:xfrm>
            <a:off x="993775" y="1739900"/>
            <a:ext cx="10295890" cy="1938020"/>
          </a:xfrm>
          <a:prstGeom prst="rect">
            <a:avLst/>
          </a:prstGeom>
          <a:noFill/>
          <a:ln w="9525">
            <a:noFill/>
          </a:ln>
        </p:spPr>
        <p:txBody>
          <a:bodyPr wrap="square">
            <a:spAutoFit/>
          </a:bodyPr>
          <a:p>
            <a:pPr algn="l">
              <a:lnSpc>
                <a:spcPct val="150000"/>
              </a:lnSpc>
              <a:buClrTx/>
              <a:buSzTx/>
              <a:buFontTx/>
            </a:pP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&lt;collection&gt;子标签</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用于处理</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一对多的关系映射</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，将结果集中的多</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个关联数据</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映射到</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Java对象中的集合属性</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。&lt;collection&gt;子标签比&lt;association&gt;子标签多了一个</a:t>
            </a:r>
            <a:r>
              <a:rPr lang="it-IT" altLang="zh-CN" sz="20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ofType属性</a:t>
            </a:r>
            <a:r>
              <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，该属性用于指定集合中元素的类型，MyBatis会根据 ofType 属性的值来创建集合，并将查询结果填充到集合中。</a:t>
            </a:r>
            <a:endParaRPr lang="zh-CN" altLang="en-US" sz="2000" b="0"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751965"/>
            <a:ext cx="2501265"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(1)数据库数据准备</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文件8-14</a:t>
                </a:r>
                <a:endParaRPr sz="1800">
                  <a:sym typeface="+mn-ea"/>
                </a:endParaRPr>
              </a:p>
              <a:p>
                <a:pPr algn="ctr"/>
                <a:r>
                  <a:rPr sz="1800">
                    <a:sym typeface="+mn-ea"/>
                    <a:hlinkClick r:id="rId7"/>
                  </a:rPr>
                  <a:t>collection.sql</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6" name="文本框 5"/>
          <p:cNvSpPr txBox="1"/>
          <p:nvPr>
            <p:custDataLst>
              <p:tags r:id="rId13"/>
            </p:custDataLst>
          </p:nvPr>
        </p:nvSpPr>
        <p:spPr>
          <a:xfrm>
            <a:off x="993775" y="2313940"/>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在名称为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mybatis的数据库</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中，创建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会员数据表member和订单数据表order</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，并插入若干条测试数据，具体SQL语句如文件8-14所示。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custDataLst>
              <p:tags r:id="rId14"/>
            </p:custDataLst>
          </p:nvPr>
        </p:nvSpPr>
        <p:spPr>
          <a:xfrm>
            <a:off x="1049020" y="1077595"/>
            <a:ext cx="10295890" cy="50673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下面基于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&lt;collection&gt;子标签</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实现会员和对应订单信息的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一对多关联查询</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的案例。</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2501265"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(2)定义实体类</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文件8-15</a:t>
                </a:r>
                <a:r>
                  <a:rPr lang="en-US" sz="1800">
                    <a:sym typeface="+mn-ea"/>
                  </a:rPr>
                  <a:t>  </a:t>
                </a:r>
                <a:r>
                  <a:rPr lang="en-US" sz="1800">
                    <a:sym typeface="+mn-ea"/>
                    <a:hlinkClick r:id="rId7"/>
                  </a:rPr>
                  <a:t> </a:t>
                </a:r>
                <a:r>
                  <a:rPr sz="1800">
                    <a:sym typeface="+mn-ea"/>
                    <a:hlinkClick r:id="rId7"/>
                  </a:rPr>
                  <a:t>Member.java</a:t>
                </a:r>
                <a:endParaRPr sz="1800">
                  <a:sym typeface="+mn-ea"/>
                </a:endParaRPr>
              </a:p>
              <a:p>
                <a:pPr algn="ctr"/>
                <a:r>
                  <a:rPr sz="1800">
                    <a:sym typeface="+mn-ea"/>
                  </a:rPr>
                  <a:t>文件8-16</a:t>
                </a:r>
                <a:r>
                  <a:rPr lang="en-US" sz="1800">
                    <a:sym typeface="+mn-ea"/>
                  </a:rPr>
                  <a:t>    </a:t>
                </a:r>
                <a:r>
                  <a:rPr sz="1800">
                    <a:sym typeface="+mn-ea"/>
                    <a:hlinkClick r:id="rId8"/>
                  </a:rPr>
                  <a:t>Order.java</a:t>
                </a:r>
                <a:endParaRPr sz="1800">
                  <a:sym typeface="+mn-ea"/>
                </a:endParaRPr>
              </a:p>
            </p:txBody>
          </p:sp>
          <p:sp>
            <p:nvSpPr>
              <p:cNvPr id="17" name="圆角矩形 16"/>
              <p:cNvSpPr/>
              <p:nvPr>
                <p:custDataLst>
                  <p:tags r:id="rId9"/>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10"/>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62438" y="5126050"/>
              <a:ext cx="914400" cy="914400"/>
            </a:xfrm>
            <a:prstGeom prst="rect">
              <a:avLst/>
            </a:prstGeom>
          </p:spPr>
        </p:pic>
      </p:grpSp>
      <p:sp>
        <p:nvSpPr>
          <p:cNvPr id="6" name="文本框 5"/>
          <p:cNvSpPr txBox="1"/>
          <p:nvPr>
            <p:custDataLst>
              <p:tags r:id="rId14"/>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在com.itheima.entity包下创建与</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数据表member和order对应的实体类Member和Order</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，具体如文件8-15和文件8-16所示。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12928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(3)定义查询会员信息的方法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文件8-17</a:t>
                </a:r>
                <a:endParaRPr sz="1800">
                  <a:sym typeface="+mn-ea"/>
                </a:endParaRPr>
              </a:p>
              <a:p>
                <a:pPr algn="ctr"/>
                <a:r>
                  <a:rPr sz="1800">
                    <a:sym typeface="+mn-ea"/>
                    <a:hlinkClick r:id="rId7"/>
                  </a:rPr>
                  <a:t>MemberMapper.java</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6" name="文本框 5"/>
          <p:cNvSpPr txBox="1"/>
          <p:nvPr>
            <p:custDataLst>
              <p:tags r:id="rId13"/>
            </p:custDataLst>
          </p:nvPr>
        </p:nvSpPr>
        <p:spPr>
          <a:xfrm>
            <a:off x="993775" y="1883410"/>
            <a:ext cx="10295890" cy="92202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在com.itheima.mapper包下创建操作Member对象和数据库数据映射的Mapper接口</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MemberMapper</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，并在该接口中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定义方法getMemberWithOrders()</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，具体如下文件8-17所示。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12928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(4)编写映射信息</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173967"/>
                <a:ext cx="3421380" cy="92202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rPr>
                  <a:t>文件8-18</a:t>
                </a:r>
                <a:endParaRPr sz="1800">
                  <a:sym typeface="+mn-ea"/>
                </a:endParaRPr>
              </a:p>
              <a:p>
                <a:pPr algn="ctr"/>
                <a:r>
                  <a:rPr sz="1800">
                    <a:sym typeface="+mn-ea"/>
                    <a:hlinkClick r:id="rId7"/>
                  </a:rPr>
                  <a:t>MemberMapper.xml</a:t>
                </a:r>
                <a:endParaRPr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6" name="文本框 5"/>
          <p:cNvSpPr txBox="1"/>
          <p:nvPr>
            <p:custDataLst>
              <p:tags r:id="rId13"/>
            </p:custDataLst>
          </p:nvPr>
        </p:nvSpPr>
        <p:spPr>
          <a:xfrm>
            <a:off x="993775" y="1883410"/>
            <a:ext cx="10295890" cy="1337945"/>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在src/main/resources目录的文件夹com/itheima/mapper下创建一个名称为</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MemberMapper.xml</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的文件，在该文件</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定义查询语句</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，在查询语句中根据传入的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会员id</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查询</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包含订单信息的会员信息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，具体如文件8-18所示。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12928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(5)定义测试方法</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pic>
        <p:nvPicPr>
          <p:cNvPr id="12" name="图片 11" descr="图片包含 形状&#10;&#10;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1884980" y="3479623"/>
            <a:ext cx="2232248" cy="2232248"/>
          </a:xfrm>
          <a:prstGeom prst="rect">
            <a:avLst/>
          </a:prstGeom>
        </p:spPr>
      </p:pic>
      <p:grpSp>
        <p:nvGrpSpPr>
          <p:cNvPr id="10" name="组合 9"/>
          <p:cNvGrpSpPr/>
          <p:nvPr/>
        </p:nvGrpSpPr>
        <p:grpSpPr>
          <a:xfrm>
            <a:off x="5388978" y="3588497"/>
            <a:ext cx="4098250" cy="2542123"/>
            <a:chOff x="5478588" y="3498327"/>
            <a:chExt cx="4098250" cy="2542123"/>
          </a:xfrm>
        </p:grpSpPr>
        <p:grpSp>
          <p:nvGrpSpPr>
            <p:cNvPr id="14" name="组合 13"/>
            <p:cNvGrpSpPr/>
            <p:nvPr/>
          </p:nvGrpSpPr>
          <p:grpSpPr>
            <a:xfrm>
              <a:off x="5478588" y="3498327"/>
              <a:ext cx="4073003" cy="2163715"/>
              <a:chOff x="5478588" y="3498327"/>
              <a:chExt cx="4073003" cy="2163715"/>
            </a:xfrm>
          </p:grpSpPr>
          <p:sp>
            <p:nvSpPr>
              <p:cNvPr id="16" name="文本框 15"/>
              <p:cNvSpPr txBox="1"/>
              <p:nvPr>
                <p:custDataLst>
                  <p:tags r:id="rId6"/>
                </p:custDataLst>
              </p:nvPr>
            </p:nvSpPr>
            <p:spPr>
              <a:xfrm>
                <a:off x="5827203" y="4317477"/>
                <a:ext cx="3421380" cy="506730"/>
              </a:xfrm>
              <a:prstGeom prst="rect">
                <a:avLst/>
              </a:prstGeom>
              <a:noFill/>
            </p:spPr>
            <p:txBody>
              <a:bodyPr wrap="square" rtlCol="0">
                <a:spAutoFit/>
              </a:bodyPr>
              <a:lstStyle>
                <a:defPPr>
                  <a:defRPr lang="zh-CN"/>
                </a:defPPr>
                <a:lvl1pPr>
                  <a:lnSpc>
                    <a:spcPct val="150000"/>
                  </a:lnSpc>
                  <a:defRPr sz="2000">
                    <a:solidFill>
                      <a:schemeClr val="tx1">
                        <a:lumMod val="75000"/>
                        <a:lumOff val="25000"/>
                      </a:schemeClr>
                    </a:solidFill>
                    <a:latin typeface="+mn-ea"/>
                    <a:cs typeface="+mn-ea"/>
                  </a:defRPr>
                </a:lvl1pPr>
              </a:lstStyle>
              <a:p>
                <a:pPr algn="ctr"/>
                <a:r>
                  <a:rPr sz="1800">
                    <a:sym typeface="+mn-ea"/>
                    <a:hlinkClick r:id="rId7"/>
                  </a:rPr>
                  <a:t>collectionTest()</a:t>
                </a:r>
                <a:r>
                  <a:rPr lang="zh-CN" sz="1800">
                    <a:sym typeface="+mn-ea"/>
                    <a:hlinkClick r:id="rId7"/>
                  </a:rPr>
                  <a:t>方法</a:t>
                </a:r>
                <a:endParaRPr lang="zh-CN" sz="1800">
                  <a:sym typeface="+mn-ea"/>
                </a:endParaRPr>
              </a:p>
            </p:txBody>
          </p:sp>
          <p:sp>
            <p:nvSpPr>
              <p:cNvPr id="17" name="圆角矩形 16"/>
              <p:cNvSpPr/>
              <p:nvPr>
                <p:custDataLst>
                  <p:tags r:id="rId8"/>
                </p:custDataLst>
              </p:nvPr>
            </p:nvSpPr>
            <p:spPr>
              <a:xfrm>
                <a:off x="5478589" y="3504286"/>
                <a:ext cx="4073002" cy="2157756"/>
              </a:xfrm>
              <a:prstGeom prst="roundRect">
                <a:avLst>
                  <a:gd name="adj" fmla="val 3179"/>
                </a:avLst>
              </a:prstGeom>
              <a:noFill/>
              <a:ln>
                <a:solidFill>
                  <a:srgbClr val="36373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文本框 17"/>
              <p:cNvSpPr txBox="1"/>
              <p:nvPr>
                <p:custDataLst>
                  <p:tags r:id="rId9"/>
                </p:custDataLst>
              </p:nvPr>
            </p:nvSpPr>
            <p:spPr>
              <a:xfrm>
                <a:off x="5478588" y="3498327"/>
                <a:ext cx="4073002" cy="369332"/>
              </a:xfrm>
              <a:prstGeom prst="rect">
                <a:avLst/>
              </a:prstGeom>
              <a:solidFill>
                <a:srgbClr val="363736"/>
              </a:solidFill>
            </p:spPr>
            <p:txBody>
              <a:bodyPr wrap="square" rtlCol="0">
                <a:spAutoFit/>
              </a:bodyPr>
              <a:lstStyle/>
              <a:p>
                <a:pPr algn="ctr"/>
                <a:r>
                  <a:rPr kumimoji="1" lang="zh-CN" altLang="en-US" sz="1800" dirty="0">
                    <a:solidFill>
                      <a:srgbClr val="FACA42"/>
                    </a:solidFill>
                    <a:latin typeface="微软雅黑" panose="020B0503020204020204" pitchFamily="34" charset="-122"/>
                    <a:ea typeface="微软雅黑" panose="020B0503020204020204" pitchFamily="34" charset="-122"/>
                  </a:rPr>
                  <a:t>源 代 码</a:t>
                </a:r>
                <a:endParaRPr kumimoji="1" lang="zh-CN" altLang="en-US" sz="1800" dirty="0">
                  <a:solidFill>
                    <a:srgbClr val="FACA42"/>
                  </a:solidFill>
                  <a:latin typeface="微软雅黑" panose="020B0503020204020204" pitchFamily="34" charset="-122"/>
                  <a:ea typeface="微软雅黑" panose="020B0503020204020204" pitchFamily="34" charset="-122"/>
                </a:endParaRPr>
              </a:p>
            </p:txBody>
          </p:sp>
        </p:grpSp>
        <p:pic>
          <p:nvPicPr>
            <p:cNvPr id="15" name="图形 14" descr="触控屏 纯色填充"/>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62438" y="5126050"/>
              <a:ext cx="914400" cy="914400"/>
            </a:xfrm>
            <a:prstGeom prst="rect">
              <a:avLst/>
            </a:prstGeom>
          </p:spPr>
        </p:pic>
      </p:grpSp>
      <p:sp>
        <p:nvSpPr>
          <p:cNvPr id="6" name="文本框 5"/>
          <p:cNvSpPr txBox="1"/>
          <p:nvPr>
            <p:custDataLst>
              <p:tags r:id="rId13"/>
            </p:custDataLst>
          </p:nvPr>
        </p:nvSpPr>
        <p:spPr>
          <a:xfrm>
            <a:off x="993775" y="1883410"/>
            <a:ext cx="10295890" cy="1337945"/>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在文件8-8中的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MapperTest类</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中定义</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测试方法collectionTest()</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，在测试方法中</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获取MemberMapper</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对象，并通过MemberMapper对象</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调用其getMemberWithOrders()方法查询人员信息</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，具体如下所示。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grpSp>
        <p:nvGrpSpPr>
          <p:cNvPr id="2" name="组合 1"/>
          <p:cNvGrpSpPr/>
          <p:nvPr/>
        </p:nvGrpSpPr>
        <p:grpSpPr>
          <a:xfrm>
            <a:off x="938530" y="1321435"/>
            <a:ext cx="3129280" cy="546735"/>
            <a:chOff x="901662" y="1797999"/>
            <a:chExt cx="1721506" cy="546735"/>
          </a:xfrm>
        </p:grpSpPr>
        <p:sp>
          <p:nvSpPr>
            <p:cNvPr id="3" name="矩形: 圆角 6"/>
            <p:cNvSpPr/>
            <p:nvPr>
              <p:custDataLst>
                <p:tags r:id="rId2"/>
              </p:custDataLst>
            </p:nvPr>
          </p:nvSpPr>
          <p:spPr>
            <a:xfrm>
              <a:off x="979455" y="1813239"/>
              <a:ext cx="1536200" cy="461645"/>
            </a:xfrm>
            <a:prstGeom prst="roundRect">
              <a:avLst>
                <a:gd name="adj" fmla="val 50000"/>
              </a:avLst>
            </a:prstGeom>
            <a:solidFill>
              <a:srgbClr val="005DA2"/>
            </a:solidFill>
            <a:ln>
              <a:noFill/>
            </a:ln>
            <a:effectLst>
              <a:outerShdw blurRad="190500" dist="38100" dir="5400000" algn="t"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dirty="0">
                <a:solidFill>
                  <a:schemeClr val="lt1"/>
                </a:solidFill>
                <a:latin typeface="Arial" panose="020B0604020202090204" pitchFamily="34" charset="0"/>
                <a:ea typeface="思源黑体 CN Normal" panose="020B0400000000000000" pitchFamily="34" charset="-122"/>
                <a:sym typeface="Arial" panose="020B0604020202090204" pitchFamily="34" charset="0"/>
              </a:endParaRPr>
            </a:p>
          </p:txBody>
        </p:sp>
        <p:sp>
          <p:nvSpPr>
            <p:cNvPr id="4" name="文本框 3"/>
            <p:cNvSpPr txBox="1"/>
            <p:nvPr>
              <p:custDataLst>
                <p:tags r:id="rId3"/>
              </p:custDataLst>
            </p:nvPr>
          </p:nvSpPr>
          <p:spPr>
            <a:xfrm>
              <a:off x="901662" y="1797999"/>
              <a:ext cx="1721506" cy="546735"/>
            </a:xfrm>
            <a:prstGeom prst="rect">
              <a:avLst/>
            </a:prstGeom>
            <a:noFill/>
          </p:spPr>
          <p:txBody>
            <a:bodyPr wrap="square" rtlCol="0">
              <a:noAutofit/>
            </a:bodyPr>
            <a:lstStyle>
              <a:defPPr>
                <a:defRPr lang="zh-CN"/>
              </a:defPPr>
              <a:lvl1pPr algn="ctr">
                <a:lnSpc>
                  <a:spcPct val="135000"/>
                </a:lnSpc>
                <a:defRPr sz="2000" b="1">
                  <a:solidFill>
                    <a:schemeClr val="bg1"/>
                  </a:solidFill>
                  <a:effectLst>
                    <a:outerShdw blurRad="38100" dist="38100" dir="2700000" algn="tl">
                      <a:srgbClr val="000000">
                        <a:alpha val="43137"/>
                      </a:srgbClr>
                    </a:outerShdw>
                  </a:effectLst>
                  <a:latin typeface="+mn-ea"/>
                </a:defRPr>
              </a:lvl1pPr>
            </a:lstStyle>
            <a:p>
              <a:r>
                <a:rPr sz="1700" dirty="0">
                  <a:latin typeface="Arial" panose="020B0604020202090204" pitchFamily="34" charset="0"/>
                  <a:ea typeface="思源黑体 CN Normal" panose="020B0400000000000000" pitchFamily="34" charset="-122"/>
                  <a:sym typeface="Arial" panose="020B0604020202090204" pitchFamily="34" charset="0"/>
                </a:rPr>
                <a:t>(6)测试效果</a:t>
              </a:r>
              <a:endParaRPr sz="1700" dirty="0">
                <a:latin typeface="Arial" panose="020B0604020202090204" pitchFamily="34" charset="0"/>
                <a:ea typeface="思源黑体 CN Normal" panose="020B0400000000000000" pitchFamily="34" charset="-122"/>
                <a:sym typeface="Arial" panose="020B0604020202090204" pitchFamily="34" charset="0"/>
              </a:endParaRPr>
            </a:p>
          </p:txBody>
        </p:sp>
      </p:grpSp>
      <p:sp>
        <p:nvSpPr>
          <p:cNvPr id="6" name="文本框 5"/>
          <p:cNvSpPr txBox="1"/>
          <p:nvPr>
            <p:custDataLst>
              <p:tags r:id="rId4"/>
            </p:custDataLst>
          </p:nvPr>
        </p:nvSpPr>
        <p:spPr>
          <a:xfrm>
            <a:off x="993775" y="2026920"/>
            <a:ext cx="10295890" cy="506730"/>
          </a:xfrm>
          <a:prstGeom prst="rect">
            <a:avLst/>
          </a:prstGeom>
          <a:noFill/>
          <a:ln w="9525">
            <a:noFill/>
          </a:ln>
        </p:spPr>
        <p:txBody>
          <a:bodyPr wrap="square">
            <a:spAutoFit/>
          </a:bodyPr>
          <a:p>
            <a:pPr algn="l">
              <a:lnSpc>
                <a:spcPct val="150000"/>
              </a:lnSpc>
              <a:buClrTx/>
              <a:buSzTx/>
              <a:buFontTx/>
            </a:pP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运行文件8-8中的</a:t>
            </a:r>
            <a:r>
              <a:rPr lang="it-IT" altLang="zh-CN" sz="1800" b="0" dirty="0">
                <a:solidFill>
                  <a:srgbClr val="1369B2"/>
                </a:solidFill>
                <a:latin typeface="微软雅黑" panose="020B0503020204020204" pitchFamily="34" charset="-122"/>
                <a:ea typeface="微软雅黑" panose="020B0503020204020204" pitchFamily="34" charset="-122"/>
                <a:cs typeface="Courier New" panose="02070409020205090404" pitchFamily="49" charset="0"/>
              </a:rPr>
              <a:t>collectionTest()方法</a:t>
            </a:r>
            <a:r>
              <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rPr>
              <a:t>，运行效果如下图所示。</a:t>
            </a:r>
            <a:endParaRPr lang="zh-CN" altLang="en-US" sz="1800" b="0">
              <a:solidFill>
                <a:srgbClr val="595959"/>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5" name="图片 3"/>
          <p:cNvPicPr>
            <a:picLocks noChangeAspect="1"/>
          </p:cNvPicPr>
          <p:nvPr>
            <p:custDataLst>
              <p:tags r:id="rId5"/>
            </p:custDataLst>
          </p:nvPr>
        </p:nvPicPr>
        <p:blipFill>
          <a:blip r:embed="rId6"/>
          <a:stretch>
            <a:fillRect/>
          </a:stretch>
        </p:blipFill>
        <p:spPr>
          <a:xfrm>
            <a:off x="1143635" y="2780983"/>
            <a:ext cx="10246392" cy="1908000"/>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定义和引用SQL片段的标签</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pic>
        <p:nvPicPr>
          <p:cNvPr id="6" name="图片 5"/>
          <p:cNvPicPr>
            <a:picLocks noChangeAspect="1"/>
          </p:cNvPicPr>
          <p:nvPr>
            <p:custDataLst>
              <p:tags r:id="rId1"/>
            </p:custDataLst>
          </p:nvPr>
        </p:nvPicPr>
        <p:blipFill>
          <a:blip r:embed="rId2"/>
          <a:stretch>
            <a:fillRect/>
          </a:stretch>
        </p:blipFill>
        <p:spPr>
          <a:xfrm>
            <a:off x="944855" y="2215827"/>
            <a:ext cx="2797737" cy="3896754"/>
          </a:xfrm>
          <a:prstGeom prst="rect">
            <a:avLst/>
          </a:prstGeom>
        </p:spPr>
      </p:pic>
      <p:sp>
        <p:nvSpPr>
          <p:cNvPr id="7" name="TextBox 35"/>
          <p:cNvSpPr txBox="1">
            <a:spLocks noChangeArrowheads="1"/>
          </p:cNvSpPr>
          <p:nvPr>
            <p:custDataLst>
              <p:tags r:id="rId3"/>
            </p:custDataLst>
          </p:nvPr>
        </p:nvSpPr>
        <p:spPr bwMode="auto">
          <a:xfrm>
            <a:off x="3247306" y="1638836"/>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8" name="椭圆形标注 7"/>
          <p:cNvSpPr/>
          <p:nvPr>
            <p:custDataLst>
              <p:tags r:id="rId4"/>
            </p:custDataLst>
          </p:nvPr>
        </p:nvSpPr>
        <p:spPr>
          <a:xfrm>
            <a:off x="2968547" y="1560761"/>
            <a:ext cx="2071316" cy="1492941"/>
          </a:xfrm>
          <a:prstGeom prst="wedgeEllipseCallout">
            <a:avLst/>
          </a:prstGeom>
          <a:solidFill>
            <a:schemeClr val="bg1">
              <a:lumMod val="85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 </a:t>
            </a:r>
            <a:endParaRPr lang="en-US" altLang="zh-CN"/>
          </a:p>
        </p:txBody>
      </p:sp>
      <p:sp>
        <p:nvSpPr>
          <p:cNvPr id="9" name="TextBox 35"/>
          <p:cNvSpPr txBox="1">
            <a:spLocks noChangeArrowheads="1"/>
          </p:cNvSpPr>
          <p:nvPr>
            <p:custDataLst>
              <p:tags r:id="rId5"/>
            </p:custDataLst>
          </p:nvPr>
        </p:nvSpPr>
        <p:spPr bwMode="auto">
          <a:xfrm>
            <a:off x="3214803" y="1698161"/>
            <a:ext cx="1606508" cy="1228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sz="2000" dirty="0" smtClean="0">
                <a:solidFill>
                  <a:srgbClr val="595959"/>
                </a:solidFill>
                <a:latin typeface="微软雅黑" panose="020B0503020204020204" pitchFamily="34" charset="-122"/>
                <a:ea typeface="微软雅黑" panose="020B0503020204020204" pitchFamily="34" charset="-122"/>
              </a:rPr>
              <a:t>先定一个</a:t>
            </a:r>
            <a:r>
              <a:rPr lang="zh-CN" altLang="en-US" dirty="0" smtClean="0">
                <a:solidFill>
                  <a:srgbClr val="595959"/>
                </a:solidFill>
                <a:latin typeface="微软雅黑" panose="020B0503020204020204" pitchFamily="34" charset="-122"/>
                <a:ea typeface="微软雅黑" panose="020B0503020204020204" pitchFamily="34" charset="-122"/>
              </a:rPr>
              <a:t>小目标！</a:t>
            </a:r>
            <a:endParaRPr lang="zh-CN" altLang="en-US" dirty="0" smtClean="0">
              <a:solidFill>
                <a:srgbClr val="595959"/>
              </a:solidFill>
              <a:latin typeface="微软雅黑" panose="020B0503020204020204" pitchFamily="34" charset="-122"/>
              <a:ea typeface="微软雅黑" panose="020B0503020204020204" pitchFamily="34" charset="-122"/>
            </a:endParaRPr>
          </a:p>
        </p:txBody>
      </p:sp>
      <p:sp>
        <p:nvSpPr>
          <p:cNvPr id="10" name="TextBox 35"/>
          <p:cNvSpPr txBox="1">
            <a:spLocks noChangeArrowheads="1"/>
          </p:cNvSpPr>
          <p:nvPr>
            <p:custDataLst>
              <p:tags r:id="rId6"/>
            </p:custDataLst>
          </p:nvPr>
        </p:nvSpPr>
        <p:spPr bwMode="auto">
          <a:xfrm>
            <a:off x="5815965" y="2282190"/>
            <a:ext cx="5445760" cy="1782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97" tIns="60948" rIns="121897" bIns="6094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just">
              <a:lnSpc>
                <a:spcPct val="150000"/>
              </a:lnSpc>
            </a:pPr>
            <a:r>
              <a:rPr lang="zh-CN" altLang="en-US" dirty="0">
                <a:solidFill>
                  <a:srgbClr val="595959"/>
                </a:solidFill>
                <a:latin typeface="微软雅黑" panose="020B0503020204020204" pitchFamily="34" charset="-122"/>
                <a:ea typeface="微软雅黑" panose="020B0503020204020204" pitchFamily="34" charset="-122"/>
                <a:sym typeface="+mn-ea"/>
              </a:rPr>
              <a:t>掌握</a:t>
            </a:r>
            <a:r>
              <a:rPr lang="zh-CN" altLang="en-US" dirty="0">
                <a:solidFill>
                  <a:srgbClr val="1369B2"/>
                </a:solidFill>
                <a:latin typeface="微软雅黑" panose="020B0503020204020204" pitchFamily="34" charset="-122"/>
                <a:ea typeface="微软雅黑" panose="020B0503020204020204" pitchFamily="34" charset="-122"/>
                <a:sym typeface="+mn-ea"/>
              </a:rPr>
              <a:t>定义和引用SQL片段的标签</a:t>
            </a:r>
            <a:r>
              <a:rPr lang="zh-CN" altLang="en-US" dirty="0">
                <a:solidFill>
                  <a:srgbClr val="595959"/>
                </a:solidFill>
                <a:latin typeface="微软雅黑" panose="020B0503020204020204" pitchFamily="34" charset="-122"/>
                <a:ea typeface="微软雅黑" panose="020B0503020204020204" pitchFamily="34" charset="-122"/>
                <a:sym typeface="+mn-ea"/>
              </a:rPr>
              <a:t>，能够在MyBatis映射文件中使用</a:t>
            </a:r>
            <a:r>
              <a:rPr lang="zh-CN" altLang="en-US" dirty="0">
                <a:solidFill>
                  <a:srgbClr val="1369B2"/>
                </a:solidFill>
                <a:latin typeface="微软雅黑" panose="020B0503020204020204" pitchFamily="34" charset="-122"/>
                <a:ea typeface="微软雅黑" panose="020B0503020204020204" pitchFamily="34" charset="-122"/>
                <a:sym typeface="+mn-ea"/>
              </a:rPr>
              <a:t>&lt;sql&gt;</a:t>
            </a:r>
            <a:r>
              <a:rPr lang="zh-CN" altLang="en-US" dirty="0">
                <a:solidFill>
                  <a:srgbClr val="595959"/>
                </a:solidFill>
                <a:latin typeface="微软雅黑" panose="020B0503020204020204" pitchFamily="34" charset="-122"/>
                <a:ea typeface="微软雅黑" panose="020B0503020204020204" pitchFamily="34" charset="-122"/>
                <a:sym typeface="+mn-ea"/>
              </a:rPr>
              <a:t> 和 </a:t>
            </a:r>
            <a:r>
              <a:rPr lang="zh-CN" altLang="en-US" dirty="0">
                <a:solidFill>
                  <a:srgbClr val="1369B2"/>
                </a:solidFill>
                <a:latin typeface="微软雅黑" panose="020B0503020204020204" pitchFamily="34" charset="-122"/>
                <a:ea typeface="微软雅黑" panose="020B0503020204020204" pitchFamily="34" charset="-122"/>
                <a:sym typeface="+mn-ea"/>
              </a:rPr>
              <a:t>&lt;include&gt;标签</a:t>
            </a:r>
            <a:r>
              <a:rPr lang="zh-CN" altLang="en-US" dirty="0">
                <a:solidFill>
                  <a:srgbClr val="595959"/>
                </a:solidFill>
                <a:latin typeface="微软雅黑" panose="020B0503020204020204" pitchFamily="34" charset="-122"/>
                <a:ea typeface="微软雅黑" panose="020B0503020204020204" pitchFamily="34" charset="-122"/>
                <a:sym typeface="+mn-ea"/>
              </a:rPr>
              <a:t>定义和引用SQL片段</a:t>
            </a:r>
            <a:endParaRPr lang="zh-CN" altLang="en-US" dirty="0">
              <a:solidFill>
                <a:srgbClr val="595959"/>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定义和引用SQL片段的标签</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TextBox 35"/>
          <p:cNvSpPr txBox="1">
            <a:spLocks noChangeArrowheads="1"/>
          </p:cNvSpPr>
          <p:nvPr>
            <p:custDataLst>
              <p:tags r:id="rId1"/>
            </p:custDataLst>
          </p:nvPr>
        </p:nvSpPr>
        <p:spPr bwMode="auto">
          <a:xfrm>
            <a:off x="923925" y="1390015"/>
            <a:ext cx="1054544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在实际的软件开发过程中，数据库查询语句往往存在大量</a:t>
            </a:r>
            <a:r>
              <a:rPr lang="zh-CN" altLang="en-US" sz="2000" dirty="0">
                <a:solidFill>
                  <a:srgbClr val="1369B2"/>
                </a:solidFill>
                <a:latin typeface="微软雅黑" panose="020B0503020204020204" pitchFamily="34" charset="-122"/>
                <a:ea typeface="微软雅黑" panose="020B0503020204020204" pitchFamily="34" charset="-122"/>
                <a:cs typeface="+mn-ea"/>
              </a:rPr>
              <a:t>重复的SQL片段</a:t>
            </a:r>
            <a:r>
              <a:rPr lang="zh-CN" altLang="zh-CN" sz="2000" dirty="0">
                <a:solidFill>
                  <a:srgbClr val="595959"/>
                </a:solidFill>
                <a:latin typeface="微软雅黑" panose="020B0503020204020204" pitchFamily="34" charset="-122"/>
                <a:ea typeface="微软雅黑" panose="020B0503020204020204" pitchFamily="34" charset="-122"/>
              </a:rPr>
              <a:t>。为了提高代码的可维护性、减少冗余代码，MyBatis提供了定义和引用SQL片段的功能。通过在映射文件中使用</a:t>
            </a:r>
            <a:r>
              <a:rPr lang="zh-CN" altLang="en-US" sz="2000" dirty="0">
                <a:solidFill>
                  <a:srgbClr val="1369B2"/>
                </a:solidFill>
                <a:latin typeface="微软雅黑" panose="020B0503020204020204" pitchFamily="34" charset="-122"/>
                <a:ea typeface="微软雅黑" panose="020B0503020204020204" pitchFamily="34" charset="-122"/>
                <a:cs typeface="+mn-ea"/>
              </a:rPr>
              <a:t>&lt;sql&gt;和&lt;include&gt;标签</a:t>
            </a:r>
            <a:r>
              <a:rPr lang="zh-CN" altLang="zh-CN" sz="2000" dirty="0">
                <a:solidFill>
                  <a:srgbClr val="595959"/>
                </a:solidFill>
                <a:latin typeface="微软雅黑" panose="020B0503020204020204" pitchFamily="34" charset="-122"/>
                <a:ea typeface="微软雅黑" panose="020B0503020204020204" pitchFamily="34" charset="-122"/>
              </a:rPr>
              <a:t>，开发者可以将常用的</a:t>
            </a:r>
            <a:r>
              <a:rPr lang="zh-CN" altLang="en-US" sz="2000" dirty="0">
                <a:solidFill>
                  <a:srgbClr val="1369B2"/>
                </a:solidFill>
                <a:latin typeface="微软雅黑" panose="020B0503020204020204" pitchFamily="34" charset="-122"/>
                <a:ea typeface="微软雅黑" panose="020B0503020204020204" pitchFamily="34" charset="-122"/>
                <a:cs typeface="+mn-ea"/>
              </a:rPr>
              <a:t>SQL片段抽取</a:t>
            </a:r>
            <a:r>
              <a:rPr lang="zh-CN" altLang="zh-CN" sz="2000" dirty="0">
                <a:solidFill>
                  <a:srgbClr val="595959"/>
                </a:solidFill>
                <a:latin typeface="微软雅黑" panose="020B0503020204020204" pitchFamily="34" charset="-122"/>
                <a:ea typeface="微软雅黑" panose="020B0503020204020204" pitchFamily="34" charset="-122"/>
              </a:rPr>
              <a:t>出来，作为可</a:t>
            </a:r>
            <a:r>
              <a:rPr lang="zh-CN" altLang="en-US" sz="2000" dirty="0">
                <a:solidFill>
                  <a:srgbClr val="1369B2"/>
                </a:solidFill>
                <a:latin typeface="微软雅黑" panose="020B0503020204020204" pitchFamily="34" charset="-122"/>
                <a:ea typeface="微软雅黑" panose="020B0503020204020204" pitchFamily="34" charset="-122"/>
                <a:cs typeface="+mn-ea"/>
              </a:rPr>
              <a:t>复用</a:t>
            </a:r>
            <a:r>
              <a:rPr lang="zh-CN" altLang="zh-CN" sz="2000" dirty="0">
                <a:solidFill>
                  <a:srgbClr val="595959"/>
                </a:solidFill>
                <a:latin typeface="微软雅黑" panose="020B0503020204020204" pitchFamily="34" charset="-122"/>
                <a:ea typeface="微软雅黑" panose="020B0503020204020204" pitchFamily="34" charset="-122"/>
              </a:rPr>
              <a:t>的模块，然后在其他查询语句中轻松</a:t>
            </a:r>
            <a:r>
              <a:rPr lang="zh-CN" altLang="en-US" sz="2000" dirty="0">
                <a:solidFill>
                  <a:srgbClr val="1369B2"/>
                </a:solidFill>
                <a:latin typeface="微软雅黑" panose="020B0503020204020204" pitchFamily="34" charset="-122"/>
                <a:ea typeface="微软雅黑" panose="020B0503020204020204" pitchFamily="34" charset="-122"/>
                <a:cs typeface="+mn-ea"/>
              </a:rPr>
              <a:t>引用</a:t>
            </a:r>
            <a:r>
              <a:rPr lang="zh-CN" altLang="zh-CN" sz="2000" dirty="0">
                <a:solidFill>
                  <a:srgbClr val="595959"/>
                </a:solidFill>
                <a:latin typeface="微软雅黑" panose="020B0503020204020204" pitchFamily="34" charset="-122"/>
                <a:ea typeface="微软雅黑" panose="020B0503020204020204" pitchFamily="34" charset="-122"/>
              </a:rPr>
              <a:t>这些片段，从而极大地简化SQL管理与维护工作。下面将对&lt;sql&gt;和&lt;include&gt;标签进行讲解。</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8.6.3</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定义和引用SQL片段的标签</a:t>
            </a:r>
            <a:endParaRPr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3" name="TextBox 35"/>
          <p:cNvSpPr txBox="1">
            <a:spLocks noChangeArrowheads="1"/>
          </p:cNvSpPr>
          <p:nvPr>
            <p:custDataLst>
              <p:tags r:id="rId1"/>
            </p:custDataLst>
          </p:nvPr>
        </p:nvSpPr>
        <p:spPr bwMode="auto">
          <a:xfrm>
            <a:off x="923925" y="1390015"/>
            <a:ext cx="10545445" cy="3352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（1）&lt;sql&gt;标签</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&lt;sql&gt;标签</a:t>
            </a:r>
            <a:r>
              <a:rPr lang="zh-CN" altLang="zh-CN" sz="2000" dirty="0">
                <a:solidFill>
                  <a:srgbClr val="595959"/>
                </a:solidFill>
                <a:latin typeface="微软雅黑" panose="020B0503020204020204" pitchFamily="34" charset="-122"/>
                <a:ea typeface="微软雅黑" panose="020B0503020204020204" pitchFamily="34" charset="-122"/>
              </a:rPr>
              <a:t>用于定义</a:t>
            </a:r>
            <a:r>
              <a:rPr lang="zh-CN" altLang="en-US" sz="2000" dirty="0">
                <a:solidFill>
                  <a:srgbClr val="1369B2"/>
                </a:solidFill>
                <a:latin typeface="微软雅黑" panose="020B0503020204020204" pitchFamily="34" charset="-122"/>
                <a:ea typeface="微软雅黑" panose="020B0503020204020204" pitchFamily="34" charset="-122"/>
                <a:cs typeface="+mn-ea"/>
              </a:rPr>
              <a:t>可重用的SQL片段</a:t>
            </a:r>
            <a:r>
              <a:rPr lang="zh-CN" altLang="zh-CN" sz="2000" dirty="0">
                <a:solidFill>
                  <a:srgbClr val="595959"/>
                </a:solidFill>
                <a:latin typeface="微软雅黑" panose="020B0503020204020204" pitchFamily="34" charset="-122"/>
                <a:ea typeface="微软雅黑" panose="020B0503020204020204" pitchFamily="34" charset="-122"/>
              </a:rPr>
              <a:t>，通过其</a:t>
            </a:r>
            <a:r>
              <a:rPr lang="zh-CN" altLang="en-US" sz="2000" dirty="0">
                <a:solidFill>
                  <a:srgbClr val="1369B2"/>
                </a:solidFill>
                <a:latin typeface="微软雅黑" panose="020B0503020204020204" pitchFamily="34" charset="-122"/>
                <a:ea typeface="微软雅黑" panose="020B0503020204020204" pitchFamily="34" charset="-122"/>
                <a:cs typeface="+mn-ea"/>
              </a:rPr>
              <a:t>id属性</a:t>
            </a:r>
            <a:r>
              <a:rPr lang="zh-CN" altLang="zh-CN" sz="2000" dirty="0">
                <a:solidFill>
                  <a:srgbClr val="595959"/>
                </a:solidFill>
                <a:latin typeface="微软雅黑" panose="020B0503020204020204" pitchFamily="34" charset="-122"/>
                <a:ea typeface="微软雅黑" panose="020B0503020204020204" pitchFamily="34" charset="-122"/>
              </a:rPr>
              <a:t>指定</a:t>
            </a:r>
            <a:r>
              <a:rPr lang="zh-CN" altLang="en-US" sz="2000" dirty="0">
                <a:solidFill>
                  <a:srgbClr val="1369B2"/>
                </a:solidFill>
                <a:latin typeface="微软雅黑" panose="020B0503020204020204" pitchFamily="34" charset="-122"/>
                <a:ea typeface="微软雅黑" panose="020B0503020204020204" pitchFamily="34" charset="-122"/>
                <a:cs typeface="+mn-ea"/>
              </a:rPr>
              <a:t>SQL片段的唯一标识</a:t>
            </a:r>
            <a:r>
              <a:rPr lang="zh-CN" altLang="zh-CN" sz="2000" dirty="0">
                <a:solidFill>
                  <a:srgbClr val="595959"/>
                </a:solidFill>
                <a:latin typeface="微软雅黑" panose="020B0503020204020204" pitchFamily="34" charset="-122"/>
                <a:ea typeface="微软雅黑" panose="020B0503020204020204" pitchFamily="34" charset="-122"/>
              </a:rPr>
              <a:t>。&lt;sql&gt;标签通常用于定义一些公共的SQL片段，比如一些固定的查询条件或者JOIN语句等，这些片段可以在多个地方被引用，而不需要在每个地方都重新编写相同的代码。</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（2）&lt;include&gt;标签</a:t>
            </a:r>
            <a:endParaRPr lang="zh-CN" altLang="zh-CN" sz="2000" dirty="0">
              <a:solidFill>
                <a:srgbClr val="595959"/>
              </a:solidFill>
              <a:latin typeface="微软雅黑" panose="020B0503020204020204" pitchFamily="34" charset="-122"/>
              <a:ea typeface="微软雅黑" panose="020B0503020204020204" pitchFamily="34" charset="-122"/>
            </a:endParaRPr>
          </a:p>
          <a:p>
            <a:pPr indent="0" algn="just" fontAlgn="auto">
              <a:lnSpc>
                <a:spcPct val="150000"/>
              </a:lnSpc>
            </a:pPr>
            <a:r>
              <a:rPr lang="zh-CN" altLang="en-US" sz="2000" dirty="0">
                <a:solidFill>
                  <a:srgbClr val="1369B2"/>
                </a:solidFill>
                <a:latin typeface="微软雅黑" panose="020B0503020204020204" pitchFamily="34" charset="-122"/>
                <a:ea typeface="微软雅黑" panose="020B0503020204020204" pitchFamily="34" charset="-122"/>
                <a:cs typeface="+mn-ea"/>
              </a:rPr>
              <a:t>&lt;include&gt;标签</a:t>
            </a:r>
            <a:r>
              <a:rPr lang="zh-CN" altLang="zh-CN" sz="2000" dirty="0">
                <a:solidFill>
                  <a:srgbClr val="595959"/>
                </a:solidFill>
                <a:latin typeface="微软雅黑" panose="020B0503020204020204" pitchFamily="34" charset="-122"/>
                <a:ea typeface="微软雅黑" panose="020B0503020204020204" pitchFamily="34" charset="-122"/>
              </a:rPr>
              <a:t>用于在SQL语句中</a:t>
            </a:r>
            <a:r>
              <a:rPr lang="zh-CN" altLang="en-US" sz="2000" dirty="0">
                <a:solidFill>
                  <a:srgbClr val="1369B2"/>
                </a:solidFill>
                <a:latin typeface="微软雅黑" panose="020B0503020204020204" pitchFamily="34" charset="-122"/>
                <a:ea typeface="微软雅黑" panose="020B0503020204020204" pitchFamily="34" charset="-122"/>
                <a:cs typeface="+mn-ea"/>
              </a:rPr>
              <a:t>引用</a:t>
            </a:r>
            <a:r>
              <a:rPr lang="zh-CN" altLang="zh-CN" sz="2000" dirty="0">
                <a:solidFill>
                  <a:srgbClr val="595959"/>
                </a:solidFill>
                <a:latin typeface="微软雅黑" panose="020B0503020204020204" pitchFamily="34" charset="-122"/>
                <a:ea typeface="微软雅黑" panose="020B0503020204020204" pitchFamily="34" charset="-122"/>
              </a:rPr>
              <a:t>前面定义的SQL片段，通过其</a:t>
            </a:r>
            <a:r>
              <a:rPr lang="zh-CN" altLang="en-US" sz="2000" dirty="0">
                <a:solidFill>
                  <a:srgbClr val="1369B2"/>
                </a:solidFill>
                <a:latin typeface="微软雅黑" panose="020B0503020204020204" pitchFamily="34" charset="-122"/>
                <a:ea typeface="微软雅黑" panose="020B0503020204020204" pitchFamily="34" charset="-122"/>
                <a:cs typeface="+mn-ea"/>
              </a:rPr>
              <a:t>refid属性</a:t>
            </a:r>
            <a:r>
              <a:rPr lang="zh-CN" altLang="zh-CN" sz="2000" dirty="0">
                <a:solidFill>
                  <a:srgbClr val="595959"/>
                </a:solidFill>
                <a:latin typeface="微软雅黑" panose="020B0503020204020204" pitchFamily="34" charset="-122"/>
                <a:ea typeface="微软雅黑" panose="020B0503020204020204" pitchFamily="34" charset="-122"/>
              </a:rPr>
              <a:t>指定需要</a:t>
            </a:r>
            <a:r>
              <a:rPr lang="zh-CN" altLang="en-US" sz="2000" dirty="0">
                <a:solidFill>
                  <a:srgbClr val="1369B2"/>
                </a:solidFill>
                <a:latin typeface="微软雅黑" panose="020B0503020204020204" pitchFamily="34" charset="-122"/>
                <a:ea typeface="微软雅黑" panose="020B0503020204020204" pitchFamily="34" charset="-122"/>
                <a:cs typeface="+mn-ea"/>
              </a:rPr>
              <a:t>引用</a:t>
            </a:r>
            <a:r>
              <a:rPr lang="zh-CN" altLang="zh-CN" sz="2000" dirty="0">
                <a:solidFill>
                  <a:srgbClr val="595959"/>
                </a:solidFill>
                <a:latin typeface="微软雅黑" panose="020B0503020204020204" pitchFamily="34" charset="-122"/>
                <a:ea typeface="微软雅黑" panose="020B0503020204020204" pitchFamily="34" charset="-122"/>
              </a:rPr>
              <a:t>的</a:t>
            </a:r>
            <a:r>
              <a:rPr lang="zh-CN" altLang="en-US" sz="2000" dirty="0">
                <a:solidFill>
                  <a:srgbClr val="1369B2"/>
                </a:solidFill>
                <a:latin typeface="微软雅黑" panose="020B0503020204020204" pitchFamily="34" charset="-122"/>
                <a:ea typeface="微软雅黑" panose="020B0503020204020204" pitchFamily="34" charset="-122"/>
                <a:cs typeface="+mn-ea"/>
              </a:rPr>
              <a:t>&lt;sql&gt;标签</a:t>
            </a:r>
            <a:r>
              <a:rPr lang="zh-CN" altLang="zh-CN" sz="2000" dirty="0">
                <a:solidFill>
                  <a:srgbClr val="595959"/>
                </a:solidFill>
                <a:latin typeface="微软雅黑" panose="020B0503020204020204" pitchFamily="34" charset="-122"/>
                <a:ea typeface="微软雅黑" panose="020B0503020204020204" pitchFamily="34" charset="-122"/>
              </a:rPr>
              <a:t>。</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custDataLst>
              <p:tags r:id="rId1"/>
            </p:custDataLst>
          </p:nvPr>
        </p:nvSpPr>
        <p:spPr>
          <a:xfrm>
            <a:off x="1143635" y="266700"/>
            <a:ext cx="6576695" cy="506095"/>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sz="2400" b="1" dirty="0">
                <a:solidFill>
                  <a:srgbClr val="595959"/>
                </a:solidFill>
                <a:latin typeface="微软雅黑" panose="020B0503020204020204" pitchFamily="34" charset="-122"/>
                <a:ea typeface="微软雅黑" panose="020B0503020204020204" pitchFamily="34" charset="-122"/>
                <a:cs typeface="+mn-ea"/>
                <a:sym typeface="+mn-lt"/>
              </a:rPr>
              <a:t>8.6.2</a:t>
            </a:r>
            <a:r>
              <a:rPr lang="en-US" sz="2400" b="1" dirty="0">
                <a:solidFill>
                  <a:srgbClr val="595959"/>
                </a:solidFill>
                <a:latin typeface="微软雅黑" panose="020B0503020204020204" pitchFamily="34" charset="-122"/>
                <a:ea typeface="微软雅黑" panose="020B0503020204020204" pitchFamily="34" charset="-122"/>
                <a:cs typeface="+mn-ea"/>
                <a:sym typeface="+mn-lt"/>
              </a:rPr>
              <a:t> </a:t>
            </a:r>
            <a:r>
              <a:rPr sz="2400" b="1" dirty="0">
                <a:solidFill>
                  <a:srgbClr val="595959"/>
                </a:solidFill>
                <a:latin typeface="微软雅黑" panose="020B0503020204020204" pitchFamily="34" charset="-122"/>
                <a:ea typeface="微软雅黑" panose="020B0503020204020204" pitchFamily="34" charset="-122"/>
                <a:cs typeface="+mn-ea"/>
                <a:sym typeface="+mn-lt"/>
              </a:rPr>
              <a:t>定义结果集映射的标签</a:t>
            </a:r>
            <a:endParaRPr lang="zh-CN" altLang="en-US"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5" name="TextBox 35"/>
          <p:cNvSpPr txBox="1">
            <a:spLocks noChangeArrowheads="1"/>
          </p:cNvSpPr>
          <p:nvPr>
            <p:custDataLst>
              <p:tags r:id="rId2"/>
            </p:custDataLst>
          </p:nvPr>
        </p:nvSpPr>
        <p:spPr bwMode="auto">
          <a:xfrm>
            <a:off x="923925" y="1102995"/>
            <a:ext cx="10545445" cy="582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nchor="t">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lang="zh-CN" altLang="zh-CN" sz="2000" dirty="0">
                <a:solidFill>
                  <a:srgbClr val="595959"/>
                </a:solidFill>
                <a:latin typeface="微软雅黑" panose="020B0503020204020204" pitchFamily="34" charset="-122"/>
                <a:ea typeface="微软雅黑" panose="020B0503020204020204" pitchFamily="34" charset="-122"/>
              </a:rPr>
              <a:t>下面通过一个示例演示</a:t>
            </a:r>
            <a:r>
              <a:rPr lang="zh-CN" altLang="en-US" sz="2000" dirty="0">
                <a:solidFill>
                  <a:srgbClr val="1369B2"/>
                </a:solidFill>
                <a:latin typeface="微软雅黑" panose="020B0503020204020204" pitchFamily="34" charset="-122"/>
                <a:ea typeface="微软雅黑" panose="020B0503020204020204" pitchFamily="34" charset="-122"/>
                <a:cs typeface="+mn-ea"/>
              </a:rPr>
              <a:t>&lt;sql&gt; 和 &lt;include&gt;标签的使用。</a:t>
            </a:r>
            <a:endParaRPr lang="zh-CN" altLang="zh-CN" sz="2000" dirty="0">
              <a:solidFill>
                <a:srgbClr val="595959"/>
              </a:solidFill>
              <a:latin typeface="微软雅黑" panose="020B0503020204020204" pitchFamily="34" charset="-122"/>
              <a:ea typeface="微软雅黑" panose="020B0503020204020204" pitchFamily="34" charset="-122"/>
            </a:endParaRPr>
          </a:p>
        </p:txBody>
      </p:sp>
      <p:sp>
        <p:nvSpPr>
          <p:cNvPr id="7" name="矩形 6"/>
          <p:cNvSpPr/>
          <p:nvPr>
            <p:custDataLst>
              <p:tags r:id="rId3"/>
            </p:custDataLst>
          </p:nvPr>
        </p:nvSpPr>
        <p:spPr>
          <a:xfrm>
            <a:off x="967740" y="1903730"/>
            <a:ext cx="10337800" cy="41738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defRPr/>
            </a:pPr>
            <a:endParaRPr lang="zh-CN" altLang="en-US" sz="3200">
              <a:solidFill>
                <a:schemeClr val="tx1"/>
              </a:solidFill>
              <a:latin typeface="微软雅黑" panose="020B0503020204020204" pitchFamily="34" charset="-122"/>
              <a:ea typeface="微软雅黑" panose="020B0503020204020204" pitchFamily="34" charset="-122"/>
              <a:cs typeface="Courier New" panose="02070409020205090404" pitchFamily="49" charset="0"/>
              <a:sym typeface="+mn-ea"/>
            </a:endParaRPr>
          </a:p>
        </p:txBody>
      </p:sp>
      <p:sp>
        <p:nvSpPr>
          <p:cNvPr id="8" name="矩形 7"/>
          <p:cNvSpPr/>
          <p:nvPr>
            <p:custDataLst>
              <p:tags r:id="rId4"/>
            </p:custDataLst>
          </p:nvPr>
        </p:nvSpPr>
        <p:spPr>
          <a:xfrm>
            <a:off x="1489710" y="1936115"/>
            <a:ext cx="9533890" cy="4127500"/>
          </a:xfrm>
          <a:prstGeom prst="rect">
            <a:avLst/>
          </a:prstGeom>
        </p:spPr>
        <p:txBody>
          <a:bodyPr wrap="square">
            <a:noAutofit/>
          </a:bodyPr>
          <a:p>
            <a:pPr algn="l">
              <a:lnSpc>
                <a:spcPct val="130000"/>
              </a:lnSpc>
              <a:spcBef>
                <a:spcPts val="0"/>
              </a:spcBef>
              <a:spcAft>
                <a:spcPts val="0"/>
              </a:spcAft>
              <a:defRPr/>
            </a:pPr>
            <a:r>
              <a:rPr sz="1800">
                <a:latin typeface="Courier New" panose="02070409020205090404" pitchFamily="49" charset="0"/>
                <a:sym typeface="+mn-ea"/>
              </a:rPr>
              <a:t>&lt;mapper namespace="com.itheima.mapper.UserMapper"&gt; </a:t>
            </a:r>
            <a:endParaRPr sz="1800">
              <a:latin typeface="Courier New" panose="02070409020205090404" pitchFamily="49" charset="0"/>
              <a:sym typeface="+mn-ea"/>
            </a:endParaRPr>
          </a:p>
          <a:p>
            <a:pPr algn="l">
              <a:lnSpc>
                <a:spcPct val="130000"/>
              </a:lnSpc>
              <a:spcBef>
                <a:spcPts val="0"/>
              </a:spcBef>
              <a:spcAft>
                <a:spcPts val="0"/>
              </a:spcAft>
              <a:defRPr/>
            </a:pPr>
            <a:r>
              <a:rPr sz="1800">
                <a:latin typeface="Courier New" panose="02070409020205090404" pitchFamily="49" charset="0"/>
                <a:sym typeface="+mn-ea"/>
              </a:rPr>
              <a:t>	&lt;sql id="commonFields"&gt;  </a:t>
            </a:r>
            <a:endParaRPr sz="1800">
              <a:latin typeface="Courier New" panose="02070409020205090404" pitchFamily="49" charset="0"/>
              <a:sym typeface="+mn-ea"/>
            </a:endParaRPr>
          </a:p>
          <a:p>
            <a:pPr algn="l">
              <a:lnSpc>
                <a:spcPct val="130000"/>
              </a:lnSpc>
              <a:spcBef>
                <a:spcPts val="0"/>
              </a:spcBef>
              <a:spcAft>
                <a:spcPts val="0"/>
              </a:spcAft>
              <a:defRPr/>
            </a:pPr>
            <a:r>
              <a:rPr sz="1800">
                <a:latin typeface="Courier New" panose="02070409020205090404" pitchFamily="49" charset="0"/>
                <a:sym typeface="+mn-ea"/>
              </a:rPr>
              <a:t>	  id, name, age, address  </a:t>
            </a:r>
            <a:endParaRPr sz="1800">
              <a:latin typeface="Courier New" panose="02070409020205090404" pitchFamily="49" charset="0"/>
              <a:sym typeface="+mn-ea"/>
            </a:endParaRPr>
          </a:p>
          <a:p>
            <a:pPr algn="l">
              <a:lnSpc>
                <a:spcPct val="130000"/>
              </a:lnSpc>
              <a:spcBef>
                <a:spcPts val="0"/>
              </a:spcBef>
              <a:spcAft>
                <a:spcPts val="0"/>
              </a:spcAft>
              <a:defRPr/>
            </a:pPr>
            <a:r>
              <a:rPr sz="1800">
                <a:latin typeface="Courier New" panose="02070409020205090404" pitchFamily="49" charset="0"/>
                <a:sym typeface="+mn-ea"/>
              </a:rPr>
              <a:t>	&lt;/sql&gt;</a:t>
            </a:r>
            <a:endParaRPr sz="1800">
              <a:latin typeface="Courier New" panose="02070409020205090404" pitchFamily="49" charset="0"/>
              <a:sym typeface="+mn-ea"/>
            </a:endParaRPr>
          </a:p>
          <a:p>
            <a:pPr algn="l">
              <a:lnSpc>
                <a:spcPct val="130000"/>
              </a:lnSpc>
              <a:spcBef>
                <a:spcPts val="0"/>
              </a:spcBef>
              <a:spcAft>
                <a:spcPts val="0"/>
              </a:spcAft>
              <a:defRPr/>
            </a:pPr>
            <a:r>
              <a:rPr sz="1800">
                <a:latin typeface="Courier New" panose="02070409020205090404" pitchFamily="49" charset="0"/>
                <a:sym typeface="+mn-ea"/>
              </a:rPr>
              <a:t>	&lt;select id="selectUsers" resultType="User"&gt;  </a:t>
            </a:r>
            <a:endParaRPr sz="1800">
              <a:latin typeface="Courier New" panose="02070409020205090404" pitchFamily="49" charset="0"/>
              <a:sym typeface="+mn-ea"/>
            </a:endParaRPr>
          </a:p>
          <a:p>
            <a:pPr algn="l">
              <a:lnSpc>
                <a:spcPct val="130000"/>
              </a:lnSpc>
              <a:spcBef>
                <a:spcPts val="0"/>
              </a:spcBef>
              <a:spcAft>
                <a:spcPts val="0"/>
              </a:spcAft>
              <a:defRPr/>
            </a:pPr>
            <a:r>
              <a:rPr sz="1800">
                <a:latin typeface="Courier New" panose="02070409020205090404" pitchFamily="49" charset="0"/>
                <a:sym typeface="+mn-ea"/>
              </a:rPr>
              <a:t>	  SELECT  </a:t>
            </a:r>
            <a:endParaRPr sz="1800">
              <a:latin typeface="Courier New" panose="02070409020205090404" pitchFamily="49" charset="0"/>
              <a:sym typeface="+mn-ea"/>
            </a:endParaRPr>
          </a:p>
          <a:p>
            <a:pPr algn="l">
              <a:lnSpc>
                <a:spcPct val="130000"/>
              </a:lnSpc>
              <a:spcBef>
                <a:spcPts val="0"/>
              </a:spcBef>
              <a:spcAft>
                <a:spcPts val="0"/>
              </a:spcAft>
              <a:defRPr/>
            </a:pPr>
            <a:r>
              <a:rPr sz="1800">
                <a:latin typeface="Courier New" panose="02070409020205090404" pitchFamily="49" charset="0"/>
                <a:sym typeface="+mn-ea"/>
              </a:rPr>
              <a:t>	  &lt;include refid="commonFields"/&gt;  </a:t>
            </a:r>
            <a:endParaRPr sz="1800">
              <a:latin typeface="Courier New" panose="02070409020205090404" pitchFamily="49" charset="0"/>
              <a:sym typeface="+mn-ea"/>
            </a:endParaRPr>
          </a:p>
          <a:p>
            <a:pPr algn="l">
              <a:lnSpc>
                <a:spcPct val="130000"/>
              </a:lnSpc>
              <a:spcBef>
                <a:spcPts val="0"/>
              </a:spcBef>
              <a:spcAft>
                <a:spcPts val="0"/>
              </a:spcAft>
              <a:defRPr/>
            </a:pPr>
            <a:r>
              <a:rPr sz="1800">
                <a:latin typeface="Courier New" panose="02070409020205090404" pitchFamily="49" charset="0"/>
                <a:sym typeface="+mn-ea"/>
              </a:rPr>
              <a:t>	  FROM user_table  </a:t>
            </a:r>
            <a:endParaRPr sz="1800">
              <a:latin typeface="Courier New" panose="02070409020205090404" pitchFamily="49" charset="0"/>
              <a:sym typeface="+mn-ea"/>
            </a:endParaRPr>
          </a:p>
          <a:p>
            <a:pPr algn="l">
              <a:lnSpc>
                <a:spcPct val="130000"/>
              </a:lnSpc>
              <a:spcBef>
                <a:spcPts val="0"/>
              </a:spcBef>
              <a:spcAft>
                <a:spcPts val="0"/>
              </a:spcAft>
              <a:defRPr/>
            </a:pPr>
            <a:r>
              <a:rPr sz="1800">
                <a:latin typeface="Courier New" panose="02070409020205090404" pitchFamily="49" charset="0"/>
                <a:sym typeface="+mn-ea"/>
              </a:rPr>
              <a:t>	  WHERE status = 'ACTIVE'  </a:t>
            </a:r>
            <a:endParaRPr sz="1800">
              <a:latin typeface="Courier New" panose="02070409020205090404" pitchFamily="49" charset="0"/>
              <a:sym typeface="+mn-ea"/>
            </a:endParaRPr>
          </a:p>
          <a:p>
            <a:pPr algn="l">
              <a:lnSpc>
                <a:spcPct val="130000"/>
              </a:lnSpc>
              <a:spcBef>
                <a:spcPts val="0"/>
              </a:spcBef>
              <a:spcAft>
                <a:spcPts val="0"/>
              </a:spcAft>
              <a:defRPr/>
            </a:pPr>
            <a:r>
              <a:rPr sz="1800">
                <a:latin typeface="Courier New" panose="02070409020205090404" pitchFamily="49" charset="0"/>
                <a:sym typeface="+mn-ea"/>
              </a:rPr>
              <a:t>	&lt;/select&gt;</a:t>
            </a:r>
            <a:endParaRPr sz="1800">
              <a:latin typeface="Courier New" panose="02070409020205090404" pitchFamily="49" charset="0"/>
              <a:sym typeface="+mn-ea"/>
            </a:endParaRPr>
          </a:p>
          <a:p>
            <a:pPr algn="l">
              <a:lnSpc>
                <a:spcPct val="130000"/>
              </a:lnSpc>
              <a:spcBef>
                <a:spcPts val="0"/>
              </a:spcBef>
              <a:spcAft>
                <a:spcPts val="0"/>
              </a:spcAft>
              <a:defRPr/>
            </a:pPr>
            <a:r>
              <a:rPr sz="1800">
                <a:latin typeface="Courier New" panose="02070409020205090404" pitchFamily="49" charset="0"/>
                <a:sym typeface="+mn-ea"/>
              </a:rPr>
              <a:t>&lt;/mapper&gt;</a:t>
            </a:r>
            <a:endParaRPr sz="1800">
              <a:latin typeface="Courier New" panose="02070409020205090404" pitchFamily="49" charset="0"/>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1"/>
          <p:cNvSpPr txBox="1"/>
          <p:nvPr/>
        </p:nvSpPr>
        <p:spPr>
          <a:xfrm>
            <a:off x="1143690" y="266995"/>
            <a:ext cx="5671595" cy="506086"/>
          </a:xfrm>
          <a:prstGeom prst="rect">
            <a:avLst/>
          </a:prstGeom>
        </p:spPr>
        <p:txBody>
          <a:bodyPr lIns="0" tIns="60958" rIns="0" bIns="60958"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buNone/>
            </a:pPr>
            <a:r>
              <a:rPr lang="zh-CN" altLang="en-US" sz="2400" b="1" dirty="0">
                <a:solidFill>
                  <a:srgbClr val="595959"/>
                </a:solidFill>
                <a:latin typeface="微软雅黑" panose="020B0503020204020204" pitchFamily="34" charset="-122"/>
                <a:ea typeface="微软雅黑" panose="020B0503020204020204" pitchFamily="34" charset="-122"/>
                <a:cs typeface="+mn-ea"/>
                <a:sym typeface="+mn-lt"/>
              </a:rPr>
              <a:t>本章小结</a:t>
            </a:r>
            <a:endParaRPr lang="en-GB" altLang="zh-CN" sz="2400" b="1" dirty="0">
              <a:solidFill>
                <a:srgbClr val="595959"/>
              </a:solidFill>
              <a:latin typeface="微软雅黑" panose="020B0503020204020204" pitchFamily="34" charset="-122"/>
              <a:ea typeface="微软雅黑" panose="020B0503020204020204" pitchFamily="34" charset="-122"/>
              <a:cs typeface="+mn-ea"/>
              <a:sym typeface="+mn-lt"/>
            </a:endParaRPr>
          </a:p>
        </p:txBody>
      </p:sp>
      <p:sp>
        <p:nvSpPr>
          <p:cNvPr id="2" name="TextBox 35"/>
          <p:cNvSpPr txBox="1">
            <a:spLocks noChangeArrowheads="1"/>
          </p:cNvSpPr>
          <p:nvPr/>
        </p:nvSpPr>
        <p:spPr bwMode="auto">
          <a:xfrm>
            <a:off x="1126245" y="2908355"/>
            <a:ext cx="9793605" cy="1782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917" tIns="60958" rIns="121917" bIns="60958">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indent="0" algn="just" fontAlgn="auto">
              <a:lnSpc>
                <a:spcPct val="150000"/>
              </a:lnSpc>
            </a:pP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本章对</a:t>
            </a:r>
            <a:r>
              <a:rPr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MyBatis快速</a:t>
            </a:r>
            <a:r>
              <a:rPr 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入门</a:t>
            </a:r>
            <a:r>
              <a:rPr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进行了</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讲解。首先</a:t>
            </a:r>
            <a:r>
              <a:rPr 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MyBatis概述</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进行了讲解，然后对通过一个</a:t>
            </a:r>
            <a:r>
              <a:rPr 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MyBatis入门程序</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对MyBatis的工作流程进行了讲解，接着讲解了</a:t>
            </a:r>
            <a:r>
              <a:rPr 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MyBatis的核心组件</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，最后讲解了</a:t>
            </a:r>
            <a:r>
              <a:rPr lang="zh-CN" sz="18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MyBatis的核心配置文件和映射文件</a:t>
            </a:r>
            <a:r>
              <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。通过本章的学习，读者可以了解MyBatis框架及其作用，熟悉MyBatis的工作流程，并能够独立完成MyBatis框架环境的搭建以及入门程序的编写。</a:t>
            </a:r>
            <a:endParaRPr sz="180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7" name="圆角矩形 26"/>
          <p:cNvSpPr/>
          <p:nvPr/>
        </p:nvSpPr>
        <p:spPr>
          <a:xfrm>
            <a:off x="839470" y="2396490"/>
            <a:ext cx="10511790" cy="2861310"/>
          </a:xfrm>
          <a:prstGeom prst="roundRect">
            <a:avLst>
              <a:gd name="adj" fmla="val 0"/>
            </a:avLst>
          </a:prstGeom>
          <a:noFill/>
          <a:ln w="3175">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cs typeface="+mn-ea"/>
              <a:sym typeface="+mn-lt"/>
            </a:endParaRPr>
          </a:p>
        </p:txBody>
      </p:sp>
      <p:sp>
        <p:nvSpPr>
          <p:cNvPr id="3" name="椭圆 2"/>
          <p:cNvSpPr/>
          <p:nvPr/>
        </p:nvSpPr>
        <p:spPr>
          <a:xfrm>
            <a:off x="4347710" y="198783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a:t>本</a:t>
            </a:r>
            <a:endParaRPr lang="zh-CN" altLang="en-US" sz="2800" b="1"/>
          </a:p>
        </p:txBody>
      </p:sp>
      <p:sp>
        <p:nvSpPr>
          <p:cNvPr id="9" name="椭圆 8"/>
          <p:cNvSpPr/>
          <p:nvPr/>
        </p:nvSpPr>
        <p:spPr>
          <a:xfrm>
            <a:off x="5066530" y="198783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章</a:t>
            </a:r>
            <a:endParaRPr lang="zh-CN" altLang="en-US" sz="2800" b="1" dirty="0">
              <a:sym typeface="+mn-ea"/>
            </a:endParaRPr>
          </a:p>
        </p:txBody>
      </p:sp>
      <p:sp>
        <p:nvSpPr>
          <p:cNvPr id="10" name="椭圆 9"/>
          <p:cNvSpPr/>
          <p:nvPr/>
        </p:nvSpPr>
        <p:spPr>
          <a:xfrm>
            <a:off x="5785350" y="198783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dirty="0">
                <a:sym typeface="+mn-ea"/>
              </a:rPr>
              <a:t>小</a:t>
            </a:r>
            <a:endParaRPr lang="zh-CN" altLang="en-US" sz="2800" b="1" dirty="0">
              <a:sym typeface="+mn-ea"/>
            </a:endParaRPr>
          </a:p>
        </p:txBody>
      </p:sp>
      <p:sp>
        <p:nvSpPr>
          <p:cNvPr id="11" name="椭圆 10"/>
          <p:cNvSpPr/>
          <p:nvPr/>
        </p:nvSpPr>
        <p:spPr>
          <a:xfrm>
            <a:off x="6504170" y="1987834"/>
            <a:ext cx="718820" cy="718820"/>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b="1">
                <a:sym typeface="+mn-ea"/>
              </a:rPr>
              <a:t>结</a:t>
            </a:r>
            <a:endParaRPr lang="zh-CN" altLang="en-US" sz="2800" b="1">
              <a:sym typeface="+mn-ea"/>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p="http://schemas.openxmlformats.org/presentationml/2006/main">
  <p:tag name="KSO_WM_DIAGRAM_VIRTUALLY_FRAME" val="{&quot;height&quot;:228.5,&quot;left&quot;:122.65,&quot;top&quot;:157.65,&quot;width&quot;:709.8}"/>
</p:tagLst>
</file>

<file path=ppt/tags/tag2.xml><?xml version="1.0" encoding="utf-8"?>
<p:tagLst xmlns:p="http://schemas.openxmlformats.org/presentationml/2006/main">
  <p:tag name="KSO_WM_DIAGRAM_VIRTUALLY_FRAME" val="{&quot;height&quot;:228.5,&quot;left&quot;:122.65,&quot;top&quot;:157.65,&quot;width&quot;:709.8}"/>
</p:tagLst>
</file>

<file path=ppt/tags/tag3.xml><?xml version="1.0" encoding="utf-8"?>
<p:tagLst xmlns:p="http://schemas.openxmlformats.org/presentationml/2006/main">
  <p:tag name="KSO_WM_DIAGRAM_VIRTUALLY_FRAME" val="{&quot;height&quot;:228.5,&quot;left&quot;:122.65,&quot;top&quot;:157.65,&quot;width&quot;:709.8}"/>
</p:tagLst>
</file>

<file path=ppt/tags/tag4.xml><?xml version="1.0" encoding="utf-8"?>
<p:tagLst xmlns:p="http://schemas.openxmlformats.org/presentationml/2006/main">
  <p:tag name="KSO_WM_DIAGRAM_VIRTUALLY_FRAME" val="{&quot;height&quot;:228.5,&quot;left&quot;:122.65,&quot;top&quot;:157.65,&quot;width&quot;:709.8}"/>
</p:tagLst>
</file>

<file path=ppt/tags/tag5.xml><?xml version="1.0" encoding="utf-8"?>
<p:tagLst xmlns:p="http://schemas.openxmlformats.org/presentationml/2006/main">
  <p:tag name="KSO_WM_DIAGRAM_VIRTUALLY_FRAME" val="{&quot;height&quot;:228.5,&quot;left&quot;:122.65,&quot;top&quot;:157.65,&quot;width&quot;:709.8}"/>
</p:tagLst>
</file>

<file path=ppt/tags/tag6.xml><?xml version="1.0" encoding="utf-8"?>
<p:tagLst xmlns:p="http://schemas.openxmlformats.org/presentationml/2006/main">
  <p:tag name="KSO_WM_DIAGRAM_VIRTUALLY_FRAME" val="{&quot;height&quot;:228.5,&quot;left&quot;:122.65,&quot;top&quot;:157.65,&quot;width&quot;:709.8}"/>
</p:tagLst>
</file>

<file path=ppt/tags/tag7.xml><?xml version="1.0" encoding="utf-8"?>
<p:tagLst xmlns:p="http://schemas.openxmlformats.org/presentationml/2006/main">
  <p:tag name="KSO_WM_DIAGRAM_VIRTUALLY_FRAME" val="{&quot;height&quot;:228.5,&quot;left&quot;:122.65,&quot;top&quot;:157.65,&quot;width&quot;:709.8}"/>
</p:tagLst>
</file>

<file path=ppt/tags/tag8.xml><?xml version="1.0" encoding="utf-8"?>
<p:tagLst xmlns:p="http://schemas.openxmlformats.org/presentationml/2006/main">
  <p:tag name="KSO_WM_DIAGRAM_VIRTUALLY_FRAME" val="{&quot;height&quot;:228.5,&quot;left&quot;:122.65,&quot;top&quot;:157.65,&quot;width&quot;:709.8}"/>
</p:tagLst>
</file>

<file path=ppt/tags/tag9.xml><?xml version="1.0" encoding="utf-8"?>
<p:tagLst xmlns:p="http://schemas.openxmlformats.org/presentationml/2006/main">
  <p:tag name="KSO_WM_DIAGRAM_VIRTUALLY_FRAME" val="{&quot;height&quot;:228.5,&quot;left&quot;:122.65,&quot;top&quot;:157.65,&quot;width&quot;:709.8}"/>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UNIT_TABLE_BEAUTIFY" val="smartTable{ed44427d-ddfd-4be2-bea4-a95c384d163c}"/>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UNIT_TABLE_BEAUTIFY" val="smartTable{9d93cfb5-1c42-4816-9202-1b39988853c2}"/>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UNIT_TABLE_BEAUTIFY" val="smartTable{aad0c87e-dd64-4925-b00f-58a74bbeb7b0}"/>
  <p:tag name="TABLE_ENDDRAG_ORIGIN_RECT" val="823*323"/>
  <p:tag name="TABLE_ENDDRAG_RECT" val="84*133*823*323"/>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UNIT_TABLE_BEAUTIFY" val="smartTable{aad0c87e-dd64-4925-b00f-58a74bbeb7b0}"/>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UNIT_TABLE_BEAUTIFY" val="smartTable{aad0c87e-dd64-4925-b00f-58a74bbeb7b0}"/>
  <p:tag name="TABLE_ENDDRAG_ORIGIN_RECT" val="823*344"/>
  <p:tag name="TABLE_ENDDRAG_RECT" val="84*119*823*344"/>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UNIT_TABLE_BEAUTIFY" val="smartTable{aad0c87e-dd64-4925-b00f-58a74bbeb7b0}"/>
  <p:tag name="TABLE_ENDDRAG_ORIGIN_RECT" val="823*344"/>
  <p:tag name="TABLE_ENDDRAG_RECT" val="84*119*823*344"/>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UNIT_TABLE_BEAUTIFY" val="smartTable{c1c9fe46-7a7e-4d6f-abf6-619ac2fbcb75}"/>
  <p:tag name="TABLE_ENDDRAG_ORIGIN_RECT" val="412*293"/>
  <p:tag name="TABLE_ENDDRAG_RECT" val="274*170*412*293"/>
</p:tagLst>
</file>

<file path=ppt/tags/tag225.xml><?xml version="1.0" encoding="utf-8"?>
<p:tagLst xmlns:p="http://schemas.openxmlformats.org/presentationml/2006/main">
  <p:tag name="KSO_WM_UNIT_TABLE_BEAUTIFY" val="smartTable{d14a082e-68b2-4977-993c-d7b66e8edd48}"/>
  <p:tag name="TABLE_ENDDRAG_ORIGIN_RECT" val="468*373"/>
  <p:tag name="TABLE_ENDDRAG_RECT" val="248*126*468*373"/>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KSO_WM_BEAUTIFY_FLAG" val=""/>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KSO_WM_BEAUTIFY_FLAG" val=""/>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MH" val="20180611105247"/>
  <p:tag name="MH_LIBRARY" val="GRAPHIC"/>
  <p:tag name="MH_TYPE" val="Other"/>
  <p:tag name="MH_ORDER" val="1"/>
  <p:tag name="KSO_WM_BEAUTIFY_FLAG" val=""/>
</p:tagLst>
</file>

<file path=ppt/tags/tag280.xml><?xml version="1.0" encoding="utf-8"?>
<p:tagLst xmlns:p="http://schemas.openxmlformats.org/presentationml/2006/main">
  <p:tag name="MH" val="20180611105247"/>
  <p:tag name="MH_LIBRARY" val="GRAPHIC"/>
  <p:tag name="MH_TYPE" val="SubTitle"/>
  <p:tag name="MH_ORDER" val="4"/>
  <p:tag name="KSO_WM_BEAUTIFY_FLAG" val=""/>
</p:tagLst>
</file>

<file path=ppt/tags/tag281.xml><?xml version="1.0" encoding="utf-8"?>
<p:tagLst xmlns:p="http://schemas.openxmlformats.org/presentationml/2006/main">
  <p:tag name="MH" val="20180611105247"/>
  <p:tag name="MH_LIBRARY" val="GRAPHIC"/>
  <p:tag name="MH_TYPE" val="Text"/>
  <p:tag name="MH_ORDER" val="4"/>
  <p:tag name="KSO_WM_BEAUTIFY_FLAG" val=""/>
</p:tagLst>
</file>

<file path=ppt/tags/tag282.xml><?xml version="1.0" encoding="utf-8"?>
<p:tagLst xmlns:p="http://schemas.openxmlformats.org/presentationml/2006/main">
  <p:tag name="MH" val="20180611105247"/>
  <p:tag name="MH_LIBRARY" val="GRAPHIC"/>
  <p:tag name="MH_TYPE" val="Other"/>
  <p:tag name="MH_ORDER" val="2"/>
  <p:tag name="KSO_WM_BEAUTIFY_FLAG" val=""/>
</p:tagLst>
</file>

<file path=ppt/tags/tag283.xml><?xml version="1.0" encoding="utf-8"?>
<p:tagLst xmlns:p="http://schemas.openxmlformats.org/presentationml/2006/main">
  <p:tag name="MH" val="20180611105247"/>
  <p:tag name="MH_LIBRARY" val="GRAPHIC"/>
  <p:tag name="MH_TYPE" val="SubTitle"/>
  <p:tag name="MH_ORDER" val="1"/>
  <p:tag name="KSO_WM_BEAUTIFY_FLAG" val=""/>
</p:tagLst>
</file>

<file path=ppt/tags/tag284.xml><?xml version="1.0" encoding="utf-8"?>
<p:tagLst xmlns:p="http://schemas.openxmlformats.org/presentationml/2006/main">
  <p:tag name="MH" val="20180611105247"/>
  <p:tag name="MH_LIBRARY" val="GRAPHIC"/>
  <p:tag name="MH_TYPE" val="Text"/>
  <p:tag name="MH_ORDER" val="1"/>
  <p:tag name="KSO_WM_BEAUTIFY_FLAG" val=""/>
</p:tagLst>
</file>

<file path=ppt/tags/tag285.xml><?xml version="1.0" encoding="utf-8"?>
<p:tagLst xmlns:p="http://schemas.openxmlformats.org/presentationml/2006/main">
  <p:tag name="MH" val="20180611105247"/>
  <p:tag name="MH_LIBRARY" val="GRAPHIC"/>
  <p:tag name="MH_TYPE" val="Other"/>
  <p:tag name="MH_ORDER" val="3"/>
  <p:tag name="KSO_WM_BEAUTIFY_FLAG" val=""/>
</p:tagLst>
</file>

<file path=ppt/tags/tag286.xml><?xml version="1.0" encoding="utf-8"?>
<p:tagLst xmlns:p="http://schemas.openxmlformats.org/presentationml/2006/main">
  <p:tag name="MH" val="20180611105247"/>
  <p:tag name="MH_LIBRARY" val="GRAPHIC"/>
  <p:tag name="MH_TYPE" val="Other"/>
  <p:tag name="MH_ORDER" val="4"/>
  <p:tag name="KSO_WM_BEAUTIFY_FLAG" val=""/>
</p:tagLst>
</file>

<file path=ppt/tags/tag287.xml><?xml version="1.0" encoding="utf-8"?>
<p:tagLst xmlns:p="http://schemas.openxmlformats.org/presentationml/2006/main">
  <p:tag name="MH" val="20180611105247"/>
  <p:tag name="MH_LIBRARY" val="GRAPHIC"/>
  <p:tag name="MH_TYPE" val="Other"/>
  <p:tag name="MH_ORDER" val="5"/>
  <p:tag name="KSO_WM_BEAUTIFY_FLAG" val=""/>
</p:tagLst>
</file>

<file path=ppt/tags/tag288.xml><?xml version="1.0" encoding="utf-8"?>
<p:tagLst xmlns:p="http://schemas.openxmlformats.org/presentationml/2006/main">
  <p:tag name="MH" val="20180611105247"/>
  <p:tag name="MH_LIBRARY" val="GRAPHIC"/>
  <p:tag name="MH_TYPE" val="Other"/>
  <p:tag name="MH_ORDER" val="6"/>
  <p:tag name="KSO_WM_BEAUTIFY_FLAG" val=""/>
</p:tagLst>
</file>

<file path=ppt/tags/tag289.xml><?xml version="1.0" encoding="utf-8"?>
<p:tagLst xmlns:p="http://schemas.openxmlformats.org/presentationml/2006/main">
  <p:tag name="MH" val="20180611105247"/>
  <p:tag name="MH_LIBRARY" val="GRAPHIC"/>
  <p:tag name="MH_TYPE" val="Other"/>
  <p:tag name="MH_ORDER" val="7"/>
  <p:tag name="KSO_WM_BEAUTIFY_FLAG" val=""/>
</p:tagLst>
</file>

<file path=ppt/tags/tag290.xml><?xml version="1.0" encoding="utf-8"?>
<p:tagLst xmlns:p="http://schemas.openxmlformats.org/presentationml/2006/main">
  <p:tag name="MH" val="20180611105247"/>
  <p:tag name="MH_LIBRARY" val="GRAPHIC"/>
  <p:tag name="MH_TYPE" val="Other"/>
  <p:tag name="MH_ORDER" val="8"/>
  <p:tag name="KSO_WM_BEAUTIFY_FLAG" val=""/>
</p:tagLst>
</file>

<file path=ppt/tags/tag291.xml><?xml version="1.0" encoding="utf-8"?>
<p:tagLst xmlns:p="http://schemas.openxmlformats.org/presentationml/2006/main">
  <p:tag name="MH" val="20180611105247"/>
  <p:tag name="MH_LIBRARY" val="GRAPHIC"/>
  <p:tag name="MH_TYPE" val="SubTitle"/>
  <p:tag name="MH_ORDER" val="3"/>
  <p:tag name="KSO_WM_BEAUTIFY_FLAG" val=""/>
</p:tagLst>
</file>

<file path=ppt/tags/tag292.xml><?xml version="1.0" encoding="utf-8"?>
<p:tagLst xmlns:p="http://schemas.openxmlformats.org/presentationml/2006/main">
  <p:tag name="MH" val="20180611105247"/>
  <p:tag name="MH_LIBRARY" val="GRAPHIC"/>
  <p:tag name="MH_TYPE" val="Text"/>
  <p:tag name="MH_ORDER" val="3"/>
  <p:tag name="KSO_WM_BEAUTIFY_FLAG" val=""/>
</p:tagLst>
</file>

<file path=ppt/tags/tag293.xml><?xml version="1.0" encoding="utf-8"?>
<p:tagLst xmlns:p="http://schemas.openxmlformats.org/presentationml/2006/main">
  <p:tag name="MH" val="20180611105247"/>
  <p:tag name="MH_LIBRARY" val="GRAPHIC"/>
  <p:tag name="MH_TYPE" val="SubTitle"/>
  <p:tag name="MH_ORDER" val="2"/>
  <p:tag name="KSO_WM_BEAUTIFY_FLAG" val=""/>
</p:tagLst>
</file>

<file path=ppt/tags/tag294.xml><?xml version="1.0" encoding="utf-8"?>
<p:tagLst xmlns:p="http://schemas.openxmlformats.org/presentationml/2006/main">
  <p:tag name="MH" val="20180611105247"/>
  <p:tag name="MH_LIBRARY" val="GRAPHIC"/>
  <p:tag name="MH_TYPE" val="Text"/>
  <p:tag name="MH_ORDER" val="2"/>
  <p:tag name="KSO_WM_BEAUTIFY_FLAG" val=""/>
</p:tagLst>
</file>

<file path=ppt/tags/tag295.xml><?xml version="1.0" encoding="utf-8"?>
<p:tagLst xmlns:p="http://schemas.openxmlformats.org/presentationml/2006/main">
  <p:tag name="MH" val="20180611105247"/>
  <p:tag name="MH_LIBRARY" val="GRAPHIC"/>
  <p:tag name="MH_TYPE" val="SubTitle"/>
  <p:tag name="MH_ORDER" val="1"/>
  <p:tag name="KSO_WM_BEAUTIFY_FLAG" val=""/>
</p:tagLst>
</file>

<file path=ppt/tags/tag296.xml><?xml version="1.0" encoding="utf-8"?>
<p:tagLst xmlns:p="http://schemas.openxmlformats.org/presentationml/2006/main">
  <p:tag name="MH" val="20180611105247"/>
  <p:tag name="MH_LIBRARY" val="GRAPHIC"/>
  <p:tag name="MH_TYPE" val="SubTitle"/>
  <p:tag name="MH_ORDER" val="1"/>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KSO_WM_BEAUTIFY_FLAG" val=""/>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BEAUTIFY_FLAG" val=""/>
</p:tagLst>
</file>

<file path=ppt/tags/tag338.xml><?xml version="1.0" encoding="utf-8"?>
<p:tagLst xmlns:p="http://schemas.openxmlformats.org/presentationml/2006/main">
  <p:tag name="KSO_WM_BEAUTIFY_FLAG" val=""/>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BEAUTIFY_FLAG" val=""/>
</p:tagLst>
</file>

<file path=ppt/tags/tag341.xml><?xml version="1.0" encoding="utf-8"?>
<p:tagLst xmlns:p="http://schemas.openxmlformats.org/presentationml/2006/main">
  <p:tag name="KSO_WM_BEAUTIFY_FLAG" val=""/>
</p:tagLst>
</file>

<file path=ppt/tags/tag342.xml><?xml version="1.0" encoding="utf-8"?>
<p:tagLst xmlns:p="http://schemas.openxmlformats.org/presentationml/2006/main">
  <p:tag name="KSO_WM_BEAUTIFY_FLAG" val=""/>
</p:tagLst>
</file>

<file path=ppt/tags/tag343.xml><?xml version="1.0" encoding="utf-8"?>
<p:tagLst xmlns:p="http://schemas.openxmlformats.org/presentationml/2006/main">
  <p:tag name="KSO_WM_BEAUTIFY_FLAG" val=""/>
</p:tagLst>
</file>

<file path=ppt/tags/tag344.xml><?xml version="1.0" encoding="utf-8"?>
<p:tagLst xmlns:p="http://schemas.openxmlformats.org/presentationml/2006/main">
  <p:tag name="KSO_WM_BEAUTIFY_FLAG" val=""/>
</p:tagLst>
</file>

<file path=ppt/tags/tag345.xml><?xml version="1.0" encoding="utf-8"?>
<p:tagLst xmlns:p="http://schemas.openxmlformats.org/presentationml/2006/main">
  <p:tag name="KSO_WM_BEAUTIFY_FLAG" val=""/>
</p:tagLst>
</file>

<file path=ppt/tags/tag346.xml><?xml version="1.0" encoding="utf-8"?>
<p:tagLst xmlns:p="http://schemas.openxmlformats.org/presentationml/2006/main">
  <p:tag name="KSO_WM_BEAUTIFY_FLAG" val=""/>
</p:tagLst>
</file>

<file path=ppt/tags/tag347.xml><?xml version="1.0" encoding="utf-8"?>
<p:tagLst xmlns:p="http://schemas.openxmlformats.org/presentationml/2006/main">
  <p:tag name="KSO_WM_BEAUTIFY_FLAG" val=""/>
</p:tagLst>
</file>

<file path=ppt/tags/tag348.xml><?xml version="1.0" encoding="utf-8"?>
<p:tagLst xmlns:p="http://schemas.openxmlformats.org/presentationml/2006/main">
  <p:tag name="KSO_WM_BEAUTIFY_FLAG" val=""/>
</p:tagLst>
</file>

<file path=ppt/tags/tag349.xml><?xml version="1.0" encoding="utf-8"?>
<p:tagLst xmlns:p="http://schemas.openxmlformats.org/presentationml/2006/main">
  <p:tag name="KSO_WM_BEAUTIFY_FLAG" val=""/>
</p:tagLst>
</file>

<file path=ppt/tags/tag350.xml><?xml version="1.0" encoding="utf-8"?>
<p:tagLst xmlns:p="http://schemas.openxmlformats.org/presentationml/2006/main">
  <p:tag name="KSO_WM_BEAUTIFY_FLAG" val=""/>
</p:tagLst>
</file>

<file path=ppt/tags/tag351.xml><?xml version="1.0" encoding="utf-8"?>
<p:tagLst xmlns:p="http://schemas.openxmlformats.org/presentationml/2006/main">
  <p:tag name="KSO_WM_BEAUTIFY_FLAG" val=""/>
</p:tagLst>
</file>

<file path=ppt/tags/tag352.xml><?xml version="1.0" encoding="utf-8"?>
<p:tagLst xmlns:p="http://schemas.openxmlformats.org/presentationml/2006/main">
  <p:tag name="KSO_WM_BEAUTIFY_FLAG" val=""/>
</p:tagLst>
</file>

<file path=ppt/tags/tag353.xml><?xml version="1.0" encoding="utf-8"?>
<p:tagLst xmlns:p="http://schemas.openxmlformats.org/presentationml/2006/main">
  <p:tag name="KSO_WM_BEAUTIFY_FLAG" val=""/>
</p:tagLst>
</file>

<file path=ppt/tags/tag354.xml><?xml version="1.0" encoding="utf-8"?>
<p:tagLst xmlns:p="http://schemas.openxmlformats.org/presentationml/2006/main">
  <p:tag name="KSO_WM_BEAUTIFY_FLAG" val=""/>
</p:tagLst>
</file>

<file path=ppt/tags/tag355.xml><?xml version="1.0" encoding="utf-8"?>
<p:tagLst xmlns:p="http://schemas.openxmlformats.org/presentationml/2006/main">
  <p:tag name="KSO_WM_BEAUTIFY_FLAG" val=""/>
</p:tagLst>
</file>

<file path=ppt/tags/tag356.xml><?xml version="1.0" encoding="utf-8"?>
<p:tagLst xmlns:p="http://schemas.openxmlformats.org/presentationml/2006/main">
  <p:tag name="KSO_WM_BEAUTIFY_FLAG" val=""/>
</p:tagLst>
</file>

<file path=ppt/tags/tag357.xml><?xml version="1.0" encoding="utf-8"?>
<p:tagLst xmlns:p="http://schemas.openxmlformats.org/presentationml/2006/main">
  <p:tag name="KSO_WM_BEAUTIFY_FLAG" val=""/>
</p:tagLst>
</file>

<file path=ppt/tags/tag358.xml><?xml version="1.0" encoding="utf-8"?>
<p:tagLst xmlns:p="http://schemas.openxmlformats.org/presentationml/2006/main">
  <p:tag name="KSO_WM_BEAUTIFY_FLAG" val=""/>
</p:tagLst>
</file>

<file path=ppt/tags/tag359.xml><?xml version="1.0" encoding="utf-8"?>
<p:tagLst xmlns:p="http://schemas.openxmlformats.org/presentationml/2006/main">
  <p:tag name="KSO_WM_BEAUTIFY_FLAG" val=""/>
</p:tagLst>
</file>

<file path=ppt/tags/tag360.xml><?xml version="1.0" encoding="utf-8"?>
<p:tagLst xmlns:p="http://schemas.openxmlformats.org/presentationml/2006/main">
  <p:tag name="KSO_WM_BEAUTIFY_FLAG" val=""/>
</p:tagLst>
</file>

<file path=ppt/tags/tag361.xml><?xml version="1.0" encoding="utf-8"?>
<p:tagLst xmlns:p="http://schemas.openxmlformats.org/presentationml/2006/main">
  <p:tag name="MH" val="20180611105247"/>
  <p:tag name="MH_LIBRARY" val="GRAPHIC"/>
  <p:tag name="MH_TYPE" val="SubTitle"/>
  <p:tag name="MH_ORDER" val="1"/>
  <p:tag name="KSO_WM_BEAUTIFY_FLAG" val=""/>
</p:tagLst>
</file>

<file path=ppt/tags/tag362.xml><?xml version="1.0" encoding="utf-8"?>
<p:tagLst xmlns:p="http://schemas.openxmlformats.org/presentationml/2006/main">
  <p:tag name="KSO_WM_BEAUTIFY_FLAG" val=""/>
</p:tagLst>
</file>

<file path=ppt/tags/tag363.xml><?xml version="1.0" encoding="utf-8"?>
<p:tagLst xmlns:p="http://schemas.openxmlformats.org/presentationml/2006/main">
  <p:tag name="KSO_WM_BEAUTIFY_FLAG" val=""/>
</p:tagLst>
</file>

<file path=ppt/tags/tag364.xml><?xml version="1.0" encoding="utf-8"?>
<p:tagLst xmlns:p="http://schemas.openxmlformats.org/presentationml/2006/main">
  <p:tag name="KSO_WM_BEAUTIFY_FLAG" val=""/>
</p:tagLst>
</file>

<file path=ppt/tags/tag365.xml><?xml version="1.0" encoding="utf-8"?>
<p:tagLst xmlns:p="http://schemas.openxmlformats.org/presentationml/2006/main">
  <p:tag name="KSO_WM_BEAUTIFY_FLAG" val=""/>
</p:tagLst>
</file>

<file path=ppt/tags/tag366.xml><?xml version="1.0" encoding="utf-8"?>
<p:tagLst xmlns:p="http://schemas.openxmlformats.org/presentationml/2006/main">
  <p:tag name="KSO_WM_BEAUTIFY_FLAG" val=""/>
</p:tagLst>
</file>

<file path=ppt/tags/tag367.xml><?xml version="1.0" encoding="utf-8"?>
<p:tagLst xmlns:p="http://schemas.openxmlformats.org/presentationml/2006/main">
  <p:tag name="KSO_WM_BEAUTIFY_FLAG" val=""/>
</p:tagLst>
</file>

<file path=ppt/tags/tag368.xml><?xml version="1.0" encoding="utf-8"?>
<p:tagLst xmlns:p="http://schemas.openxmlformats.org/presentationml/2006/main">
  <p:tag name="KSO_WM_BEAUTIFY_FLAG" val=""/>
</p:tagLst>
</file>

<file path=ppt/tags/tag369.xml><?xml version="1.0" encoding="utf-8"?>
<p:tagLst xmlns:p="http://schemas.openxmlformats.org/presentationml/2006/main">
  <p:tag name="KSO_WM_BEAUTIFY_FLAG" val=""/>
</p:tagLst>
</file>

<file path=ppt/tags/tag370.xml><?xml version="1.0" encoding="utf-8"?>
<p:tagLst xmlns:p="http://schemas.openxmlformats.org/presentationml/2006/main">
  <p:tag name="KSO_WM_BEAUTIFY_FLAG" val=""/>
</p:tagLst>
</file>

<file path=ppt/tags/tag371.xml><?xml version="1.0" encoding="utf-8"?>
<p:tagLst xmlns:p="http://schemas.openxmlformats.org/presentationml/2006/main">
  <p:tag name="KSO_WM_BEAUTIFY_FLAG" val=""/>
</p:tagLst>
</file>

<file path=ppt/tags/tag372.xml><?xml version="1.0" encoding="utf-8"?>
<p:tagLst xmlns:p="http://schemas.openxmlformats.org/presentationml/2006/main">
  <p:tag name="KSO_WM_BEAUTIFY_FLAG" val=""/>
</p:tagLst>
</file>

<file path=ppt/tags/tag373.xml><?xml version="1.0" encoding="utf-8"?>
<p:tagLst xmlns:p="http://schemas.openxmlformats.org/presentationml/2006/main">
  <p:tag name="KSO_WM_BEAUTIFY_FLAG" val=""/>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BEAUTIFY_FLAG" val=""/>
</p:tagLst>
</file>

<file path=ppt/tags/tag376.xml><?xml version="1.0" encoding="utf-8"?>
<p:tagLst xmlns:p="http://schemas.openxmlformats.org/presentationml/2006/main">
  <p:tag name="KSO_WM_BEAUTIFY_FLAG" val=""/>
</p:tagLst>
</file>

<file path=ppt/tags/tag377.xml><?xml version="1.0" encoding="utf-8"?>
<p:tagLst xmlns:p="http://schemas.openxmlformats.org/presentationml/2006/main">
  <p:tag name="KSO_WM_BEAUTIFY_FLAG" val=""/>
</p:tagLst>
</file>

<file path=ppt/tags/tag378.xml><?xml version="1.0" encoding="utf-8"?>
<p:tagLst xmlns:p="http://schemas.openxmlformats.org/presentationml/2006/main">
  <p:tag name="KSO_WM_BEAUTIFY_FLAG" val=""/>
</p:tagLst>
</file>

<file path=ppt/tags/tag379.xml><?xml version="1.0" encoding="utf-8"?>
<p:tagLst xmlns:p="http://schemas.openxmlformats.org/presentationml/2006/main">
  <p:tag name="KSO_WM_BEAUTIFY_FLAG" val=""/>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Lst>
</file>

<file path=ppt/tags/tag382.xml><?xml version="1.0" encoding="utf-8"?>
<p:tagLst xmlns:p="http://schemas.openxmlformats.org/presentationml/2006/main">
  <p:tag name="KSO_WM_BEAUTIFY_FLAG" val=""/>
</p:tagLst>
</file>

<file path=ppt/tags/tag383.xml><?xml version="1.0" encoding="utf-8"?>
<p:tagLst xmlns:p="http://schemas.openxmlformats.org/presentationml/2006/main">
  <p:tag name="KSO_WM_BEAUTIFY_FLAG" val=""/>
</p:tagLst>
</file>

<file path=ppt/tags/tag384.xml><?xml version="1.0" encoding="utf-8"?>
<p:tagLst xmlns:p="http://schemas.openxmlformats.org/presentationml/2006/main">
  <p:tag name="KSO_WM_BEAUTIFY_FLAG" val=""/>
</p:tagLst>
</file>

<file path=ppt/tags/tag385.xml><?xml version="1.0" encoding="utf-8"?>
<p:tagLst xmlns:p="http://schemas.openxmlformats.org/presentationml/2006/main">
  <p:tag name="KSO_WM_BEAUTIFY_FLAG" val=""/>
</p:tagLst>
</file>

<file path=ppt/tags/tag386.xml><?xml version="1.0" encoding="utf-8"?>
<p:tagLst xmlns:p="http://schemas.openxmlformats.org/presentationml/2006/main">
  <p:tag name="KSO_WM_BEAUTIFY_FLAG" val=""/>
</p:tagLst>
</file>

<file path=ppt/tags/tag387.xml><?xml version="1.0" encoding="utf-8"?>
<p:tagLst xmlns:p="http://schemas.openxmlformats.org/presentationml/2006/main">
  <p:tag name="KSO_WM_BEAUTIFY_FLAG" val=""/>
</p:tagLst>
</file>

<file path=ppt/tags/tag388.xml><?xml version="1.0" encoding="utf-8"?>
<p:tagLst xmlns:p="http://schemas.openxmlformats.org/presentationml/2006/main">
  <p:tag name="KSO_WM_BEAUTIFY_FLAG" val=""/>
</p:tagLst>
</file>

<file path=ppt/tags/tag389.xml><?xml version="1.0" encoding="utf-8"?>
<p:tagLst xmlns:p="http://schemas.openxmlformats.org/presentationml/2006/main">
  <p:tag name="KSO_WM_BEAUTIFY_FLAG" val=""/>
</p:tagLst>
</file>

<file path=ppt/tags/tag390.xml><?xml version="1.0" encoding="utf-8"?>
<p:tagLst xmlns:p="http://schemas.openxmlformats.org/presentationml/2006/main">
  <p:tag name="KSO_WM_BEAUTIFY_FLAG" val=""/>
</p:tagLst>
</file>

<file path=ppt/tags/tag391.xml><?xml version="1.0" encoding="utf-8"?>
<p:tagLst xmlns:p="http://schemas.openxmlformats.org/presentationml/2006/main">
  <p:tag name="KSO_WM_BEAUTIFY_FLAG" val=""/>
</p:tagLst>
</file>

<file path=ppt/tags/tag392.xml><?xml version="1.0" encoding="utf-8"?>
<p:tagLst xmlns:p="http://schemas.openxmlformats.org/presentationml/2006/main">
  <p:tag name="KSO_WM_BEAUTIFY_FLAG" val=""/>
</p:tagLst>
</file>

<file path=ppt/tags/tag393.xml><?xml version="1.0" encoding="utf-8"?>
<p:tagLst xmlns:p="http://schemas.openxmlformats.org/presentationml/2006/main">
  <p:tag name="MH" val="20180611105247"/>
  <p:tag name="MH_LIBRARY" val="GRAPHIC"/>
  <p:tag name="MH_TYPE" val="SubTitle"/>
  <p:tag name="MH_ORDER" val="1"/>
  <p:tag name="KSO_WM_BEAUTIFY_FLAG" val=""/>
</p:tagLst>
</file>

<file path=ppt/tags/tag394.xml><?xml version="1.0" encoding="utf-8"?>
<p:tagLst xmlns:p="http://schemas.openxmlformats.org/presentationml/2006/main">
  <p:tag name="KSO_WM_BEAUTIFY_FLAG" val=""/>
</p:tagLst>
</file>

<file path=ppt/tags/tag395.xml><?xml version="1.0" encoding="utf-8"?>
<p:tagLst xmlns:p="http://schemas.openxmlformats.org/presentationml/2006/main">
  <p:tag name="KSO_WM_BEAUTIFY_FLAG" val=""/>
</p:tagLst>
</file>

<file path=ppt/tags/tag396.xml><?xml version="1.0" encoding="utf-8"?>
<p:tagLst xmlns:p="http://schemas.openxmlformats.org/presentationml/2006/main">
  <p:tag name="KSO_WM_BEAUTIFY_FLAG" val=""/>
</p:tagLst>
</file>

<file path=ppt/tags/tag397.xml><?xml version="1.0" encoding="utf-8"?>
<p:tagLst xmlns:p="http://schemas.openxmlformats.org/presentationml/2006/main">
  <p:tag name="KSO_WM_BEAUTIFY_FLAG" val=""/>
</p:tagLst>
</file>

<file path=ppt/tags/tag398.xml><?xml version="1.0" encoding="utf-8"?>
<p:tagLst xmlns:p="http://schemas.openxmlformats.org/presentationml/2006/main">
  <p:tag name="KSO_WM_BEAUTIFY_FLAG" val=""/>
</p:tagLst>
</file>

<file path=ppt/tags/tag399.xml><?xml version="1.0" encoding="utf-8"?>
<p:tagLst xmlns:p="http://schemas.openxmlformats.org/presentationml/2006/main">
  <p:tag name="KSO_WM_BEAUTIFY_FLAG" val=""/>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Lst>
</file>

<file path=ppt/tags/tag402.xml><?xml version="1.0" encoding="utf-8"?>
<p:tagLst xmlns:p="http://schemas.openxmlformats.org/presentationml/2006/main">
  <p:tag name="KSO_WM_BEAUTIFY_FLAG" val=""/>
</p:tagLst>
</file>

<file path=ppt/tags/tag403.xml><?xml version="1.0" encoding="utf-8"?>
<p:tagLst xmlns:p="http://schemas.openxmlformats.org/presentationml/2006/main">
  <p:tag name="KSO_WM_BEAUTIFY_FLAG" val=""/>
</p:tagLst>
</file>

<file path=ppt/tags/tag404.xml><?xml version="1.0" encoding="utf-8"?>
<p:tagLst xmlns:p="http://schemas.openxmlformats.org/presentationml/2006/main">
  <p:tag name="KSO_WM_BEAUTIFY_FLAG" val=""/>
</p:tagLst>
</file>

<file path=ppt/tags/tag405.xml><?xml version="1.0" encoding="utf-8"?>
<p:tagLst xmlns:p="http://schemas.openxmlformats.org/presentationml/2006/main">
  <p:tag name="KSO_WM_BEAUTIFY_FLAG" val=""/>
</p:tagLst>
</file>

<file path=ppt/tags/tag406.xml><?xml version="1.0" encoding="utf-8"?>
<p:tagLst xmlns:p="http://schemas.openxmlformats.org/presentationml/2006/main">
  <p:tag name="KSO_WM_BEAUTIFY_FLAG" val=""/>
</p:tagLst>
</file>

<file path=ppt/tags/tag407.xml><?xml version="1.0" encoding="utf-8"?>
<p:tagLst xmlns:p="http://schemas.openxmlformats.org/presentationml/2006/main">
  <p:tag name="KSO_WM_BEAUTIFY_FLAG" val=""/>
</p:tagLst>
</file>

<file path=ppt/tags/tag408.xml><?xml version="1.0" encoding="utf-8"?>
<p:tagLst xmlns:p="http://schemas.openxmlformats.org/presentationml/2006/main">
  <p:tag name="KSO_WM_BEAUTIFY_FLAG" val=""/>
</p:tagLst>
</file>

<file path=ppt/tags/tag409.xml><?xml version="1.0" encoding="utf-8"?>
<p:tagLst xmlns:p="http://schemas.openxmlformats.org/presentationml/2006/main">
  <p:tag name="KSO_WM_BEAUTIFY_FLAG" val=""/>
</p:tagLst>
</file>

<file path=ppt/tags/tag410.xml><?xml version="1.0" encoding="utf-8"?>
<p:tagLst xmlns:p="http://schemas.openxmlformats.org/presentationml/2006/main">
  <p:tag name="KSO_WM_BEAUTIFY_FLAG" val=""/>
</p:tagLst>
</file>

<file path=ppt/tags/tag411.xml><?xml version="1.0" encoding="utf-8"?>
<p:tagLst xmlns:p="http://schemas.openxmlformats.org/presentationml/2006/main">
  <p:tag name="KSO_WM_BEAUTIFY_FLAG" val=""/>
</p:tagLst>
</file>

<file path=ppt/tags/tag412.xml><?xml version="1.0" encoding="utf-8"?>
<p:tagLst xmlns:p="http://schemas.openxmlformats.org/presentationml/2006/main">
  <p:tag name="KSO_WM_BEAUTIFY_FLAG" val=""/>
</p:tagLst>
</file>

<file path=ppt/tags/tag413.xml><?xml version="1.0" encoding="utf-8"?>
<p:tagLst xmlns:p="http://schemas.openxmlformats.org/presentationml/2006/main">
  <p:tag name="KSO_WM_BEAUTIFY_FLAG" val=""/>
</p:tagLst>
</file>

<file path=ppt/tags/tag414.xml><?xml version="1.0" encoding="utf-8"?>
<p:tagLst xmlns:p="http://schemas.openxmlformats.org/presentationml/2006/main">
  <p:tag name="KSO_WM_BEAUTIFY_FLAG" val=""/>
</p:tagLst>
</file>

<file path=ppt/tags/tag415.xml><?xml version="1.0" encoding="utf-8"?>
<p:tagLst xmlns:p="http://schemas.openxmlformats.org/presentationml/2006/main">
  <p:tag name="MH" val="20180611105247"/>
  <p:tag name="MH_LIBRARY" val="GRAPHIC"/>
  <p:tag name="MH_TYPE" val="SubTitle"/>
  <p:tag name="MH_ORDER" val="1"/>
  <p:tag name="KSO_WM_BEAUTIFY_FLAG" val=""/>
</p:tagLst>
</file>

<file path=ppt/tags/tag416.xml><?xml version="1.0" encoding="utf-8"?>
<p:tagLst xmlns:p="http://schemas.openxmlformats.org/presentationml/2006/main">
  <p:tag name="KSO_WM_BEAUTIFY_FLAG" val=""/>
</p:tagLst>
</file>

<file path=ppt/tags/tag417.xml><?xml version="1.0" encoding="utf-8"?>
<p:tagLst xmlns:p="http://schemas.openxmlformats.org/presentationml/2006/main">
  <p:tag name="KSO_WM_BEAUTIFY_FLAG" val=""/>
</p:tagLst>
</file>

<file path=ppt/tags/tag418.xml><?xml version="1.0" encoding="utf-8"?>
<p:tagLst xmlns:p="http://schemas.openxmlformats.org/presentationml/2006/main">
  <p:tag name="KSO_WM_BEAUTIFY_FLAG" val=""/>
</p:tagLst>
</file>

<file path=ppt/tags/tag419.xml><?xml version="1.0" encoding="utf-8"?>
<p:tagLst xmlns:p="http://schemas.openxmlformats.org/presentationml/2006/main">
  <p:tag name="KSO_WM_BEAUTIFY_FLAG" val=""/>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Lst>
</file>

<file path=ppt/tags/tag422.xml><?xml version="1.0" encoding="utf-8"?>
<p:tagLst xmlns:p="http://schemas.openxmlformats.org/presentationml/2006/main">
  <p:tag name="KSO_WM_BEAUTIFY_FLAG" val=""/>
</p:tagLst>
</file>

<file path=ppt/tags/tag423.xml><?xml version="1.0" encoding="utf-8"?>
<p:tagLst xmlns:p="http://schemas.openxmlformats.org/presentationml/2006/main">
  <p:tag name="KSO_WM_BEAUTIFY_FLAG" val=""/>
</p:tagLst>
</file>

<file path=ppt/tags/tag424.xml><?xml version="1.0" encoding="utf-8"?>
<p:tagLst xmlns:p="http://schemas.openxmlformats.org/presentationml/2006/main">
  <p:tag name="KSO_WM_BEAUTIFY_FLAG" val=""/>
</p:tagLst>
</file>

<file path=ppt/tags/tag425.xml><?xml version="1.0" encoding="utf-8"?>
<p:tagLst xmlns:p="http://schemas.openxmlformats.org/presentationml/2006/main">
  <p:tag name="KSO_WM_BEAUTIFY_FLAG" val=""/>
</p:tagLst>
</file>

<file path=ppt/tags/tag426.xml><?xml version="1.0" encoding="utf-8"?>
<p:tagLst xmlns:p="http://schemas.openxmlformats.org/presentationml/2006/main">
  <p:tag name="KSO_WM_BEAUTIFY_FLAG" val=""/>
</p:tagLst>
</file>

<file path=ppt/tags/tag427.xml><?xml version="1.0" encoding="utf-8"?>
<p:tagLst xmlns:p="http://schemas.openxmlformats.org/presentationml/2006/main">
  <p:tag name="KSO_WM_BEAUTIFY_FLAG" val=""/>
</p:tagLst>
</file>

<file path=ppt/tags/tag428.xml><?xml version="1.0" encoding="utf-8"?>
<p:tagLst xmlns:p="http://schemas.openxmlformats.org/presentationml/2006/main">
  <p:tag name="KSO_WM_BEAUTIFY_FLAG" val=""/>
</p:tagLst>
</file>

<file path=ppt/tags/tag429.xml><?xml version="1.0" encoding="utf-8"?>
<p:tagLst xmlns:p="http://schemas.openxmlformats.org/presentationml/2006/main">
  <p:tag name="KSO_WM_BEAUTIFY_FLAG" val=""/>
</p:tagLst>
</file>

<file path=ppt/tags/tag430.xml><?xml version="1.0" encoding="utf-8"?>
<p:tagLst xmlns:p="http://schemas.openxmlformats.org/presentationml/2006/main">
  <p:tag name="KSO_WM_BEAUTIFY_FLAG" val=""/>
</p:tagLst>
</file>

<file path=ppt/tags/tag431.xml><?xml version="1.0" encoding="utf-8"?>
<p:tagLst xmlns:p="http://schemas.openxmlformats.org/presentationml/2006/main">
  <p:tag name="KSO_WM_BEAUTIFY_FLAG" val=""/>
</p:tagLst>
</file>

<file path=ppt/tags/tag432.xml><?xml version="1.0" encoding="utf-8"?>
<p:tagLst xmlns:p="http://schemas.openxmlformats.org/presentationml/2006/main">
  <p:tag name="KSO_WM_BEAUTIFY_FLAG" val=""/>
</p:tagLst>
</file>

<file path=ppt/tags/tag433.xml><?xml version="1.0" encoding="utf-8"?>
<p:tagLst xmlns:p="http://schemas.openxmlformats.org/presentationml/2006/main">
  <p:tag name="KSO_WM_BEAUTIFY_FLAG" val=""/>
</p:tagLst>
</file>

<file path=ppt/tags/tag434.xml><?xml version="1.0" encoding="utf-8"?>
<p:tagLst xmlns:p="http://schemas.openxmlformats.org/presentationml/2006/main">
  <p:tag name="KSO_WM_BEAUTIFY_FLAG" val=""/>
</p:tagLst>
</file>

<file path=ppt/tags/tag435.xml><?xml version="1.0" encoding="utf-8"?>
<p:tagLst xmlns:p="http://schemas.openxmlformats.org/presentationml/2006/main">
  <p:tag name="KSO_WM_BEAUTIFY_FLAG" val=""/>
</p:tagLst>
</file>

<file path=ppt/tags/tag436.xml><?xml version="1.0" encoding="utf-8"?>
<p:tagLst xmlns:p="http://schemas.openxmlformats.org/presentationml/2006/main">
  <p:tag name="KSO_WM_BEAUTIFY_FLAG" val=""/>
</p:tagLst>
</file>

<file path=ppt/tags/tag437.xml><?xml version="1.0" encoding="utf-8"?>
<p:tagLst xmlns:p="http://schemas.openxmlformats.org/presentationml/2006/main">
  <p:tag name="KSO_WM_BEAUTIFY_FLAG" val=""/>
</p:tagLst>
</file>

<file path=ppt/tags/tag438.xml><?xml version="1.0" encoding="utf-8"?>
<p:tagLst xmlns:p="http://schemas.openxmlformats.org/presentationml/2006/main">
  <p:tag name="KSO_WM_BEAUTIFY_FLAG" val=""/>
</p:tagLst>
</file>

<file path=ppt/tags/tag439.xml><?xml version="1.0" encoding="utf-8"?>
<p:tagLst xmlns:p="http://schemas.openxmlformats.org/presentationml/2006/main">
  <p:tag name="KSO_WM_BEAUTIFY_FLAG" val=""/>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Lst>
</file>

<file path=ppt/tags/tag442.xml><?xml version="1.0" encoding="utf-8"?>
<p:tagLst xmlns:p="http://schemas.openxmlformats.org/presentationml/2006/main">
  <p:tag name="KSO_WM_BEAUTIFY_FLAG" val=""/>
</p:tagLst>
</file>

<file path=ppt/tags/tag443.xml><?xml version="1.0" encoding="utf-8"?>
<p:tagLst xmlns:p="http://schemas.openxmlformats.org/presentationml/2006/main">
  <p:tag name="KSO_WM_BEAUTIFY_FLAG" val=""/>
</p:tagLst>
</file>

<file path=ppt/tags/tag444.xml><?xml version="1.0" encoding="utf-8"?>
<p:tagLst xmlns:p="http://schemas.openxmlformats.org/presentationml/2006/main">
  <p:tag name="KSO_WM_BEAUTIFY_FLAG" val=""/>
</p:tagLst>
</file>

<file path=ppt/tags/tag445.xml><?xml version="1.0" encoding="utf-8"?>
<p:tagLst xmlns:p="http://schemas.openxmlformats.org/presentationml/2006/main">
  <p:tag name="KSO_WM_BEAUTIFY_FLAG" val=""/>
</p:tagLst>
</file>

<file path=ppt/tags/tag446.xml><?xml version="1.0" encoding="utf-8"?>
<p:tagLst xmlns:p="http://schemas.openxmlformats.org/presentationml/2006/main">
  <p:tag name="MH" val="20180611105247"/>
  <p:tag name="MH_LIBRARY" val="GRAPHIC"/>
  <p:tag name="MH_TYPE" val="Other"/>
  <p:tag name="MH_ORDER" val="1"/>
  <p:tag name="KSO_WM_BEAUTIFY_FLAG" val=""/>
</p:tagLst>
</file>

<file path=ppt/tags/tag447.xml><?xml version="1.0" encoding="utf-8"?>
<p:tagLst xmlns:p="http://schemas.openxmlformats.org/presentationml/2006/main">
  <p:tag name="MH" val="20180611105247"/>
  <p:tag name="MH_LIBRARY" val="GRAPHIC"/>
  <p:tag name="MH_TYPE" val="SubTitle"/>
  <p:tag name="MH_ORDER" val="4"/>
  <p:tag name="KSO_WM_BEAUTIFY_FLAG" val=""/>
</p:tagLst>
</file>

<file path=ppt/tags/tag448.xml><?xml version="1.0" encoding="utf-8"?>
<p:tagLst xmlns:p="http://schemas.openxmlformats.org/presentationml/2006/main">
  <p:tag name="MH" val="20180611105247"/>
  <p:tag name="MH_LIBRARY" val="GRAPHIC"/>
  <p:tag name="MH_TYPE" val="Text"/>
  <p:tag name="MH_ORDER" val="4"/>
  <p:tag name="KSO_WM_BEAUTIFY_FLAG" val=""/>
</p:tagLst>
</file>

<file path=ppt/tags/tag449.xml><?xml version="1.0" encoding="utf-8"?>
<p:tagLst xmlns:p="http://schemas.openxmlformats.org/presentationml/2006/main">
  <p:tag name="MH" val="20180611105247"/>
  <p:tag name="MH_LIBRARY" val="GRAPHIC"/>
  <p:tag name="MH_TYPE" val="Other"/>
  <p:tag name="MH_ORDER" val="2"/>
  <p:tag name="KSO_WM_BEAUTIFY_FLAG" val=""/>
</p:tagLst>
</file>

<file path=ppt/tags/tag450.xml><?xml version="1.0" encoding="utf-8"?>
<p:tagLst xmlns:p="http://schemas.openxmlformats.org/presentationml/2006/main">
  <p:tag name="MH" val="20180611105247"/>
  <p:tag name="MH_LIBRARY" val="GRAPHIC"/>
  <p:tag name="MH_TYPE" val="SubTitle"/>
  <p:tag name="MH_ORDER" val="1"/>
  <p:tag name="KSO_WM_BEAUTIFY_FLAG" val=""/>
</p:tagLst>
</file>

<file path=ppt/tags/tag451.xml><?xml version="1.0" encoding="utf-8"?>
<p:tagLst xmlns:p="http://schemas.openxmlformats.org/presentationml/2006/main">
  <p:tag name="MH" val="20180611105247"/>
  <p:tag name="MH_LIBRARY" val="GRAPHIC"/>
  <p:tag name="MH_TYPE" val="Text"/>
  <p:tag name="MH_ORDER" val="1"/>
  <p:tag name="KSO_WM_BEAUTIFY_FLAG" val=""/>
</p:tagLst>
</file>

<file path=ppt/tags/tag452.xml><?xml version="1.0" encoding="utf-8"?>
<p:tagLst xmlns:p="http://schemas.openxmlformats.org/presentationml/2006/main">
  <p:tag name="MH" val="20180611105247"/>
  <p:tag name="MH_LIBRARY" val="GRAPHIC"/>
  <p:tag name="MH_TYPE" val="Other"/>
  <p:tag name="MH_ORDER" val="3"/>
  <p:tag name="KSO_WM_BEAUTIFY_FLAG" val=""/>
</p:tagLst>
</file>

<file path=ppt/tags/tag453.xml><?xml version="1.0" encoding="utf-8"?>
<p:tagLst xmlns:p="http://schemas.openxmlformats.org/presentationml/2006/main">
  <p:tag name="MH" val="20180611105247"/>
  <p:tag name="MH_LIBRARY" val="GRAPHIC"/>
  <p:tag name="MH_TYPE" val="Other"/>
  <p:tag name="MH_ORDER" val="4"/>
  <p:tag name="KSO_WM_BEAUTIFY_FLAG" val=""/>
</p:tagLst>
</file>

<file path=ppt/tags/tag454.xml><?xml version="1.0" encoding="utf-8"?>
<p:tagLst xmlns:p="http://schemas.openxmlformats.org/presentationml/2006/main">
  <p:tag name="MH" val="20180611105247"/>
  <p:tag name="MH_LIBRARY" val="GRAPHIC"/>
  <p:tag name="MH_TYPE" val="Other"/>
  <p:tag name="MH_ORDER" val="5"/>
  <p:tag name="KSO_WM_BEAUTIFY_FLAG" val=""/>
</p:tagLst>
</file>

<file path=ppt/tags/tag455.xml><?xml version="1.0" encoding="utf-8"?>
<p:tagLst xmlns:p="http://schemas.openxmlformats.org/presentationml/2006/main">
  <p:tag name="MH" val="20180611105247"/>
  <p:tag name="MH_LIBRARY" val="GRAPHIC"/>
  <p:tag name="MH_TYPE" val="Other"/>
  <p:tag name="MH_ORDER" val="6"/>
  <p:tag name="KSO_WM_BEAUTIFY_FLAG" val=""/>
</p:tagLst>
</file>

<file path=ppt/tags/tag456.xml><?xml version="1.0" encoding="utf-8"?>
<p:tagLst xmlns:p="http://schemas.openxmlformats.org/presentationml/2006/main">
  <p:tag name="MH" val="20180611105247"/>
  <p:tag name="MH_LIBRARY" val="GRAPHIC"/>
  <p:tag name="MH_TYPE" val="Other"/>
  <p:tag name="MH_ORDER" val="7"/>
  <p:tag name="KSO_WM_BEAUTIFY_FLAG" val=""/>
</p:tagLst>
</file>

<file path=ppt/tags/tag457.xml><?xml version="1.0" encoding="utf-8"?>
<p:tagLst xmlns:p="http://schemas.openxmlformats.org/presentationml/2006/main">
  <p:tag name="MH" val="20180611105247"/>
  <p:tag name="MH_LIBRARY" val="GRAPHIC"/>
  <p:tag name="MH_TYPE" val="Other"/>
  <p:tag name="MH_ORDER" val="8"/>
  <p:tag name="KSO_WM_BEAUTIFY_FLAG" val=""/>
</p:tagLst>
</file>

<file path=ppt/tags/tag458.xml><?xml version="1.0" encoding="utf-8"?>
<p:tagLst xmlns:p="http://schemas.openxmlformats.org/presentationml/2006/main">
  <p:tag name="MH" val="20180611105247"/>
  <p:tag name="MH_LIBRARY" val="GRAPHIC"/>
  <p:tag name="MH_TYPE" val="SubTitle"/>
  <p:tag name="MH_ORDER" val="3"/>
  <p:tag name="KSO_WM_BEAUTIFY_FLAG" val=""/>
</p:tagLst>
</file>

<file path=ppt/tags/tag459.xml><?xml version="1.0" encoding="utf-8"?>
<p:tagLst xmlns:p="http://schemas.openxmlformats.org/presentationml/2006/main">
  <p:tag name="MH" val="20180611105247"/>
  <p:tag name="MH_LIBRARY" val="GRAPHIC"/>
  <p:tag name="MH_TYPE" val="Text"/>
  <p:tag name="MH_ORDER" val="3"/>
  <p:tag name="KSO_WM_BEAUTIFY_FLAG" val=""/>
</p:tagLst>
</file>

<file path=ppt/tags/tag460.xml><?xml version="1.0" encoding="utf-8"?>
<p:tagLst xmlns:p="http://schemas.openxmlformats.org/presentationml/2006/main">
  <p:tag name="MH" val="20180611105247"/>
  <p:tag name="MH_LIBRARY" val="GRAPHIC"/>
  <p:tag name="MH_TYPE" val="SubTitle"/>
  <p:tag name="MH_ORDER" val="2"/>
  <p:tag name="KSO_WM_BEAUTIFY_FLAG" val=""/>
</p:tagLst>
</file>

<file path=ppt/tags/tag461.xml><?xml version="1.0" encoding="utf-8"?>
<p:tagLst xmlns:p="http://schemas.openxmlformats.org/presentationml/2006/main">
  <p:tag name="MH" val="20180611105247"/>
  <p:tag name="MH_LIBRARY" val="GRAPHIC"/>
  <p:tag name="MH_TYPE" val="Text"/>
  <p:tag name="MH_ORDER" val="2"/>
  <p:tag name="KSO_WM_BEAUTIFY_FLAG" val=""/>
</p:tagLst>
</file>

<file path=ppt/tags/tag462.xml><?xml version="1.0" encoding="utf-8"?>
<p:tagLst xmlns:p="http://schemas.openxmlformats.org/presentationml/2006/main">
  <p:tag name="MH" val="20180611105247"/>
  <p:tag name="MH_LIBRARY" val="GRAPHIC"/>
  <p:tag name="MH_TYPE" val="SubTitle"/>
  <p:tag name="MH_ORDER" val="1"/>
  <p:tag name="KSO_WM_BEAUTIFY_FLAG" val=""/>
</p:tagLst>
</file>

<file path=ppt/tags/tag463.xml><?xml version="1.0" encoding="utf-8"?>
<p:tagLst xmlns:p="http://schemas.openxmlformats.org/presentationml/2006/main">
  <p:tag name="MH" val="20180611105247"/>
  <p:tag name="MH_LIBRARY" val="GRAPHIC"/>
  <p:tag name="MH_TYPE" val="SubTitle"/>
  <p:tag name="MH_ORDER" val="1"/>
  <p:tag name="KSO_WM_BEAUTIFY_FLAG" val=""/>
</p:tagLst>
</file>

<file path=ppt/tags/tag464.xml><?xml version="1.0" encoding="utf-8"?>
<p:tagLst xmlns:p="http://schemas.openxmlformats.org/presentationml/2006/main">
  <p:tag name="KSO_WM_BEAUTIFY_FLAG" val=""/>
</p:tagLst>
</file>

<file path=ppt/tags/tag465.xml><?xml version="1.0" encoding="utf-8"?>
<p:tagLst xmlns:p="http://schemas.openxmlformats.org/presentationml/2006/main">
  <p:tag name="MH" val="20180611105247"/>
  <p:tag name="MH_LIBRARY" val="GRAPHIC"/>
  <p:tag name="MH_TYPE" val="SubTitle"/>
  <p:tag name="MH_ORDER" val="1"/>
  <p:tag name="KSO_WM_BEAUTIFY_FLAG" val=""/>
</p:tagLst>
</file>

<file path=ppt/tags/tag466.xml><?xml version="1.0" encoding="utf-8"?>
<p:tagLst xmlns:p="http://schemas.openxmlformats.org/presentationml/2006/main">
  <p:tag name="KSO_WM_BEAUTIFY_FLAG" val=""/>
</p:tagLst>
</file>

<file path=ppt/tags/tag467.xml><?xml version="1.0" encoding="utf-8"?>
<p:tagLst xmlns:p="http://schemas.openxmlformats.org/presentationml/2006/main">
  <p:tag name="KSO_WM_BEAUTIFY_FLAG" val=""/>
</p:tagLst>
</file>

<file path=ppt/tags/tag468.xml><?xml version="1.0" encoding="utf-8"?>
<p:tagLst xmlns:p="http://schemas.openxmlformats.org/presentationml/2006/main">
  <p:tag name="KSO_WM_BEAUTIFY_FLAG" val=""/>
</p:tagLst>
</file>

<file path=ppt/tags/tag469.xml><?xml version="1.0" encoding="utf-8"?>
<p:tagLst xmlns:p="http://schemas.openxmlformats.org/presentationml/2006/main">
  <p:tag name="KSO_WM_BEAUTIFY_FLAG" val=""/>
</p:tagLst>
</file>

<file path=ppt/tags/tag470.xml><?xml version="1.0" encoding="utf-8"?>
<p:tagLst xmlns:p="http://schemas.openxmlformats.org/presentationml/2006/main">
  <p:tag name="KSO_WM_BEAUTIFY_FLAG" val=""/>
</p:tagLst>
</file>

<file path=ppt/tags/tag471.xml><?xml version="1.0" encoding="utf-8"?>
<p:tagLst xmlns:p="http://schemas.openxmlformats.org/presentationml/2006/main">
  <p:tag name="KSO_WM_BEAUTIFY_FLAG" val=""/>
</p:tagLst>
</file>

<file path=ppt/tags/tag472.xml><?xml version="1.0" encoding="utf-8"?>
<p:tagLst xmlns:p="http://schemas.openxmlformats.org/presentationml/2006/main">
  <p:tag name="KSO_WM_BEAUTIFY_FLAG" val=""/>
</p:tagLst>
</file>

<file path=ppt/tags/tag473.xml><?xml version="1.0" encoding="utf-8"?>
<p:tagLst xmlns:p="http://schemas.openxmlformats.org/presentationml/2006/main">
  <p:tag name="KSO_WM_BEAUTIFY_FLAG" val=""/>
</p:tagLst>
</file>

<file path=ppt/tags/tag474.xml><?xml version="1.0" encoding="utf-8"?>
<p:tagLst xmlns:p="http://schemas.openxmlformats.org/presentationml/2006/main">
  <p:tag name="KSO_WM_BEAUTIFY_FLAG" val=""/>
</p:tagLst>
</file>

<file path=ppt/tags/tag475.xml><?xml version="1.0" encoding="utf-8"?>
<p:tagLst xmlns:p="http://schemas.openxmlformats.org/presentationml/2006/main">
  <p:tag name="KSO_WM_BEAUTIFY_FLAG" val=""/>
</p:tagLst>
</file>

<file path=ppt/tags/tag476.xml><?xml version="1.0" encoding="utf-8"?>
<p:tagLst xmlns:p="http://schemas.openxmlformats.org/presentationml/2006/main">
  <p:tag name="KSO_WM_BEAUTIFY_FLAG" val=""/>
</p:tagLst>
</file>

<file path=ppt/tags/tag477.xml><?xml version="1.0" encoding="utf-8"?>
<p:tagLst xmlns:p="http://schemas.openxmlformats.org/presentationml/2006/main">
  <p:tag name="KSO_WM_BEAUTIFY_FLAG" val=""/>
</p:tagLst>
</file>

<file path=ppt/tags/tag478.xml><?xml version="1.0" encoding="utf-8"?>
<p:tagLst xmlns:p="http://schemas.openxmlformats.org/presentationml/2006/main">
  <p:tag name="KSO_WM_BEAUTIFY_FLAG" val=""/>
</p:tagLst>
</file>

<file path=ppt/tags/tag479.xml><?xml version="1.0" encoding="utf-8"?>
<p:tagLst xmlns:p="http://schemas.openxmlformats.org/presentationml/2006/main">
  <p:tag name="KSO_WM_BEAUTIFY_FLAG" val=""/>
</p:tagLst>
</file>

<file path=ppt/tags/tag480.xml><?xml version="1.0" encoding="utf-8"?>
<p:tagLst xmlns:p="http://schemas.openxmlformats.org/presentationml/2006/main">
  <p:tag name="KSO_WM_BEAUTIFY_FLAG" val=""/>
</p:tagLst>
</file>

<file path=ppt/tags/tag481.xml><?xml version="1.0" encoding="utf-8"?>
<p:tagLst xmlns:p="http://schemas.openxmlformats.org/presentationml/2006/main">
  <p:tag name="KSO_WM_BEAUTIFY_FLAG" val=""/>
</p:tagLst>
</file>

<file path=ppt/tags/tag482.xml><?xml version="1.0" encoding="utf-8"?>
<p:tagLst xmlns:p="http://schemas.openxmlformats.org/presentationml/2006/main">
  <p:tag name="MH" val="20180611105247"/>
  <p:tag name="MH_LIBRARY" val="GRAPHIC"/>
  <p:tag name="MH_TYPE" val="SubTitle"/>
  <p:tag name="MH_ORDER" val="1"/>
  <p:tag name="KSO_WM_BEAUTIFY_FLAG" val=""/>
</p:tagLst>
</file>

<file path=ppt/tags/tag483.xml><?xml version="1.0" encoding="utf-8"?>
<p:tagLst xmlns:p="http://schemas.openxmlformats.org/presentationml/2006/main">
  <p:tag name="KSO_WM_BEAUTIFY_FLAG" val=""/>
</p:tagLst>
</file>

<file path=ppt/tags/tag484.xml><?xml version="1.0" encoding="utf-8"?>
<p:tagLst xmlns:p="http://schemas.openxmlformats.org/presentationml/2006/main">
  <p:tag name="KSO_WM_BEAUTIFY_FLAG" val=""/>
</p:tagLst>
</file>

<file path=ppt/tags/tag485.xml><?xml version="1.0" encoding="utf-8"?>
<p:tagLst xmlns:p="http://schemas.openxmlformats.org/presentationml/2006/main">
  <p:tag name="KSO_WM_BEAUTIFY_FLAG" val=""/>
</p:tagLst>
</file>

<file path=ppt/tags/tag486.xml><?xml version="1.0" encoding="utf-8"?>
<p:tagLst xmlns:p="http://schemas.openxmlformats.org/presentationml/2006/main">
  <p:tag name="KSO_WM_BEAUTIFY_FLAG" val=""/>
</p:tagLst>
</file>

<file path=ppt/tags/tag487.xml><?xml version="1.0" encoding="utf-8"?>
<p:tagLst xmlns:p="http://schemas.openxmlformats.org/presentationml/2006/main">
  <p:tag name="KSO_WM_BEAUTIFY_FLAG" val=""/>
</p:tagLst>
</file>

<file path=ppt/tags/tag488.xml><?xml version="1.0" encoding="utf-8"?>
<p:tagLst xmlns:p="http://schemas.openxmlformats.org/presentationml/2006/main">
  <p:tag name="KSO_WM_BEAUTIFY_FLAG" val=""/>
</p:tagLst>
</file>

<file path=ppt/tags/tag489.xml><?xml version="1.0" encoding="utf-8"?>
<p:tagLst xmlns:p="http://schemas.openxmlformats.org/presentationml/2006/main">
  <p:tag name="KSO_WM_BEAUTIFY_FLAG" val=""/>
</p:tagLst>
</file>

<file path=ppt/tags/tag490.xml><?xml version="1.0" encoding="utf-8"?>
<p:tagLst xmlns:p="http://schemas.openxmlformats.org/presentationml/2006/main">
  <p:tag name="KSO_WM_BEAUTIFY_FLAG" val=""/>
</p:tagLst>
</file>

<file path=ppt/tags/tag491.xml><?xml version="1.0" encoding="utf-8"?>
<p:tagLst xmlns:p="http://schemas.openxmlformats.org/presentationml/2006/main">
  <p:tag name="KSO_WM_BEAUTIFY_FLAG" val=""/>
</p:tagLst>
</file>

<file path=ppt/tags/tag492.xml><?xml version="1.0" encoding="utf-8"?>
<p:tagLst xmlns:p="http://schemas.openxmlformats.org/presentationml/2006/main">
  <p:tag name="KSO_WM_BEAUTIFY_FLAG" val=""/>
</p:tagLst>
</file>

<file path=ppt/tags/tag493.xml><?xml version="1.0" encoding="utf-8"?>
<p:tagLst xmlns:p="http://schemas.openxmlformats.org/presentationml/2006/main">
  <p:tag name="KSO_WM_BEAUTIFY_FLAG" val=""/>
</p:tagLst>
</file>

<file path=ppt/tags/tag494.xml><?xml version="1.0" encoding="utf-8"?>
<p:tagLst xmlns:p="http://schemas.openxmlformats.org/presentationml/2006/main">
  <p:tag name="KSO_WM_BEAUTIFY_FLAG" val=""/>
</p:tagLst>
</file>

<file path=ppt/tags/tag495.xml><?xml version="1.0" encoding="utf-8"?>
<p:tagLst xmlns:p="http://schemas.openxmlformats.org/presentationml/2006/main">
  <p:tag name="KSO_WM_BEAUTIFY_FLAG" val=""/>
</p:tagLst>
</file>

<file path=ppt/tags/tag496.xml><?xml version="1.0" encoding="utf-8"?>
<p:tagLst xmlns:p="http://schemas.openxmlformats.org/presentationml/2006/main">
  <p:tag name="KSO_WM_BEAUTIFY_FLAG" val=""/>
</p:tagLst>
</file>

<file path=ppt/tags/tag497.xml><?xml version="1.0" encoding="utf-8"?>
<p:tagLst xmlns:p="http://schemas.openxmlformats.org/presentationml/2006/main">
  <p:tag name="KSO_WM_BEAUTIFY_FLAG" val=""/>
</p:tagLst>
</file>

<file path=ppt/tags/tag498.xml><?xml version="1.0" encoding="utf-8"?>
<p:tagLst xmlns:p="http://schemas.openxmlformats.org/presentationml/2006/main">
  <p:tag name="KSO_WM_BEAUTIFY_FLAG" val=""/>
</p:tagLst>
</file>

<file path=ppt/tags/tag499.xml><?xml version="1.0" encoding="utf-8"?>
<p:tagLst xmlns:p="http://schemas.openxmlformats.org/presentationml/2006/main">
  <p:tag name="KSO_WM_BEAUTIFY_FLAG" val=""/>
</p:tagLst>
</file>

<file path=ppt/tags/tag500.xml><?xml version="1.0" encoding="utf-8"?>
<p:tagLst xmlns:p="http://schemas.openxmlformats.org/presentationml/2006/main">
  <p:tag name="KSO_WM_BEAUTIFY_FLAG" val=""/>
</p:tagLst>
</file>

<file path=ppt/tags/tag501.xml><?xml version="1.0" encoding="utf-8"?>
<p:tagLst xmlns:p="http://schemas.openxmlformats.org/presentationml/2006/main">
  <p:tag name="KSO_WM_BEAUTIFY_FLAG" val=""/>
</p:tagLst>
</file>

<file path=ppt/tags/tag502.xml><?xml version="1.0" encoding="utf-8"?>
<p:tagLst xmlns:p="http://schemas.openxmlformats.org/presentationml/2006/main">
  <p:tag name="KSO_WM_BEAUTIFY_FLAG" val=""/>
</p:tagLst>
</file>

<file path=ppt/tags/tag503.xml><?xml version="1.0" encoding="utf-8"?>
<p:tagLst xmlns:p="http://schemas.openxmlformats.org/presentationml/2006/main">
  <p:tag name="KSO_WM_BEAUTIFY_FLAG" val=""/>
</p:tagLst>
</file>

<file path=ppt/tags/tag504.xml><?xml version="1.0" encoding="utf-8"?>
<p:tagLst xmlns:p="http://schemas.openxmlformats.org/presentationml/2006/main">
  <p:tag name="KSO_WM_BEAUTIFY_FLAG" val=""/>
</p:tagLst>
</file>

<file path=ppt/tags/tag505.xml><?xml version="1.0" encoding="utf-8"?>
<p:tagLst xmlns:p="http://schemas.openxmlformats.org/presentationml/2006/main">
  <p:tag name="KSO_WM_BEAUTIFY_FLAG" val=""/>
</p:tagLst>
</file>

<file path=ppt/tags/tag506.xml><?xml version="1.0" encoding="utf-8"?>
<p:tagLst xmlns:p="http://schemas.openxmlformats.org/presentationml/2006/main">
  <p:tag name="KSO_WM_BEAUTIFY_FLAG" val=""/>
</p:tagLst>
</file>

<file path=ppt/tags/tag507.xml><?xml version="1.0" encoding="utf-8"?>
<p:tagLst xmlns:p="http://schemas.openxmlformats.org/presentationml/2006/main">
  <p:tag name="KSO_WM_BEAUTIFY_FLAG" val=""/>
</p:tagLst>
</file>

<file path=ppt/tags/tag508.xml><?xml version="1.0" encoding="utf-8"?>
<p:tagLst xmlns:p="http://schemas.openxmlformats.org/presentationml/2006/main">
  <p:tag name="KSO_WM_BEAUTIFY_FLAG" val=""/>
</p:tagLst>
</file>

<file path=ppt/tags/tag509.xml><?xml version="1.0" encoding="utf-8"?>
<p:tagLst xmlns:p="http://schemas.openxmlformats.org/presentationml/2006/main">
  <p:tag name="KSO_WM_BEAUTIFY_FLAG" val=""/>
</p:tagLst>
</file>

<file path=ppt/tags/tag510.xml><?xml version="1.0" encoding="utf-8"?>
<p:tagLst xmlns:p="http://schemas.openxmlformats.org/presentationml/2006/main">
  <p:tag name="KSO_WM_BEAUTIFY_FLAG" val=""/>
</p:tagLst>
</file>

<file path=ppt/tags/tag511.xml><?xml version="1.0" encoding="utf-8"?>
<p:tagLst xmlns:p="http://schemas.openxmlformats.org/presentationml/2006/main">
  <p:tag name="KSO_WM_BEAUTIFY_FLAG" val=""/>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KSO_WM_BEAUTIFY_FLAG" val=""/>
</p:tagLst>
</file>

<file path=ppt/tags/tag514.xml><?xml version="1.0" encoding="utf-8"?>
<p:tagLst xmlns:p="http://schemas.openxmlformats.org/presentationml/2006/main">
  <p:tag name="KSO_WM_BEAUTIFY_FLAG" val=""/>
</p:tagLst>
</file>

<file path=ppt/tags/tag515.xml><?xml version="1.0" encoding="utf-8"?>
<p:tagLst xmlns:p="http://schemas.openxmlformats.org/presentationml/2006/main">
  <p:tag name="KSO_WM_BEAUTIFY_FLAG" val=""/>
</p:tagLst>
</file>

<file path=ppt/tags/tag516.xml><?xml version="1.0" encoding="utf-8"?>
<p:tagLst xmlns:p="http://schemas.openxmlformats.org/presentationml/2006/main">
  <p:tag name="KSO_WM_BEAUTIFY_FLAG" val=""/>
</p:tagLst>
</file>

<file path=ppt/tags/tag517.xml><?xml version="1.0" encoding="utf-8"?>
<p:tagLst xmlns:p="http://schemas.openxmlformats.org/presentationml/2006/main">
  <p:tag name="KSO_WM_BEAUTIFY_FLAG" val=""/>
</p:tagLst>
</file>

<file path=ppt/tags/tag518.xml><?xml version="1.0" encoding="utf-8"?>
<p:tagLst xmlns:p="http://schemas.openxmlformats.org/presentationml/2006/main">
  <p:tag name="KSO_WM_BEAUTIFY_FLAG" val=""/>
</p:tagLst>
</file>

<file path=ppt/tags/tag519.xml><?xml version="1.0" encoding="utf-8"?>
<p:tagLst xmlns:p="http://schemas.openxmlformats.org/presentationml/2006/main">
  <p:tag name="KSO_WM_BEAUTIFY_FLAG" val=""/>
</p:tagLst>
</file>

<file path=ppt/tags/tag520.xml><?xml version="1.0" encoding="utf-8"?>
<p:tagLst xmlns:p="http://schemas.openxmlformats.org/presentationml/2006/main">
  <p:tag name="KSO_WM_BEAUTIFY_FLAG" val=""/>
</p:tagLst>
</file>

<file path=ppt/tags/tag521.xml><?xml version="1.0" encoding="utf-8"?>
<p:tagLst xmlns:p="http://schemas.openxmlformats.org/presentationml/2006/main">
  <p:tag name="KSO_WM_BEAUTIFY_FLAG" val=""/>
</p:tagLst>
</file>

<file path=ppt/tags/tag522.xml><?xml version="1.0" encoding="utf-8"?>
<p:tagLst xmlns:p="http://schemas.openxmlformats.org/presentationml/2006/main">
  <p:tag name="KSO_WM_BEAUTIFY_FLAG" val=""/>
</p:tagLst>
</file>

<file path=ppt/tags/tag523.xml><?xml version="1.0" encoding="utf-8"?>
<p:tagLst xmlns:p="http://schemas.openxmlformats.org/presentationml/2006/main">
  <p:tag name="KSO_WM_BEAUTIFY_FLAG" val=""/>
</p:tagLst>
</file>

<file path=ppt/tags/tag524.xml><?xml version="1.0" encoding="utf-8"?>
<p:tagLst xmlns:p="http://schemas.openxmlformats.org/presentationml/2006/main">
  <p:tag name="KSO_WM_BEAUTIFY_FLAG" val=""/>
</p:tagLst>
</file>

<file path=ppt/tags/tag525.xml><?xml version="1.0" encoding="utf-8"?>
<p:tagLst xmlns:p="http://schemas.openxmlformats.org/presentationml/2006/main">
  <p:tag name="KSO_WM_BEAUTIFY_FLAG" val=""/>
</p:tagLst>
</file>

<file path=ppt/tags/tag526.xml><?xml version="1.0" encoding="utf-8"?>
<p:tagLst xmlns:p="http://schemas.openxmlformats.org/presentationml/2006/main">
  <p:tag name="KSO_WM_BEAUTIFY_FLAG" val=""/>
</p:tagLst>
</file>

<file path=ppt/tags/tag527.xml><?xml version="1.0" encoding="utf-8"?>
<p:tagLst xmlns:p="http://schemas.openxmlformats.org/presentationml/2006/main">
  <p:tag name="KSO_WM_BEAUTIFY_FLAG" val=""/>
</p:tagLst>
</file>

<file path=ppt/tags/tag528.xml><?xml version="1.0" encoding="utf-8"?>
<p:tagLst xmlns:p="http://schemas.openxmlformats.org/presentationml/2006/main">
  <p:tag name="KSO_WM_BEAUTIFY_FLAG" val=""/>
</p:tagLst>
</file>

<file path=ppt/tags/tag529.xml><?xml version="1.0" encoding="utf-8"?>
<p:tagLst xmlns:p="http://schemas.openxmlformats.org/presentationml/2006/main">
  <p:tag name="KSO_WM_BEAUTIFY_FLAG" val=""/>
</p:tagLst>
</file>

<file path=ppt/tags/tag530.xml><?xml version="1.0" encoding="utf-8"?>
<p:tagLst xmlns:p="http://schemas.openxmlformats.org/presentationml/2006/main">
  <p:tag name="KSO_WM_BEAUTIFY_FLAG" val=""/>
</p:tagLst>
</file>

<file path=ppt/tags/tag531.xml><?xml version="1.0" encoding="utf-8"?>
<p:tagLst xmlns:p="http://schemas.openxmlformats.org/presentationml/2006/main">
  <p:tag name="KSO_WM_BEAUTIFY_FLAG" val=""/>
</p:tagLst>
</file>

<file path=ppt/tags/tag532.xml><?xml version="1.0" encoding="utf-8"?>
<p:tagLst xmlns:p="http://schemas.openxmlformats.org/presentationml/2006/main">
  <p:tag name="KSO_WM_BEAUTIFY_FLAG" val=""/>
</p:tagLst>
</file>

<file path=ppt/tags/tag533.xml><?xml version="1.0" encoding="utf-8"?>
<p:tagLst xmlns:p="http://schemas.openxmlformats.org/presentationml/2006/main">
  <p:tag name="KSO_WM_BEAUTIFY_FLAG" val=""/>
</p:tagLst>
</file>

<file path=ppt/tags/tag534.xml><?xml version="1.0" encoding="utf-8"?>
<p:tagLst xmlns:p="http://schemas.openxmlformats.org/presentationml/2006/main">
  <p:tag name="KSO_WM_BEAUTIFY_FLAG" val=""/>
</p:tagLst>
</file>

<file path=ppt/tags/tag535.xml><?xml version="1.0" encoding="utf-8"?>
<p:tagLst xmlns:p="http://schemas.openxmlformats.org/presentationml/2006/main">
  <p:tag name="KSO_WM_BEAUTIFY_FLAG" val=""/>
</p:tagLst>
</file>

<file path=ppt/tags/tag536.xml><?xml version="1.0" encoding="utf-8"?>
<p:tagLst xmlns:p="http://schemas.openxmlformats.org/presentationml/2006/main">
  <p:tag name="KSO_WM_BEAUTIFY_FLAG" val=""/>
</p:tagLst>
</file>

<file path=ppt/tags/tag537.xml><?xml version="1.0" encoding="utf-8"?>
<p:tagLst xmlns:p="http://schemas.openxmlformats.org/presentationml/2006/main">
  <p:tag name="KSO_WM_BEAUTIFY_FLAG" val=""/>
</p:tagLst>
</file>

<file path=ppt/tags/tag538.xml><?xml version="1.0" encoding="utf-8"?>
<p:tagLst xmlns:p="http://schemas.openxmlformats.org/presentationml/2006/main">
  <p:tag name="KSO_WM_BEAUTIFY_FLAG" val=""/>
</p:tagLst>
</file>

<file path=ppt/tags/tag539.xml><?xml version="1.0" encoding="utf-8"?>
<p:tagLst xmlns:p="http://schemas.openxmlformats.org/presentationml/2006/main">
  <p:tag name="KSO_WM_BEAUTIFY_FLAG" val=""/>
</p:tagLst>
</file>

<file path=ppt/tags/tag540.xml><?xml version="1.0" encoding="utf-8"?>
<p:tagLst xmlns:p="http://schemas.openxmlformats.org/presentationml/2006/main">
  <p:tag name="KSO_WM_BEAUTIFY_FLAG" val=""/>
</p:tagLst>
</file>

<file path=ppt/tags/tag541.xml><?xml version="1.0" encoding="utf-8"?>
<p:tagLst xmlns:p="http://schemas.openxmlformats.org/presentationml/2006/main">
  <p:tag name="KSO_WM_BEAUTIFY_FLAG" val=""/>
</p:tagLst>
</file>

<file path=ppt/tags/tag542.xml><?xml version="1.0" encoding="utf-8"?>
<p:tagLst xmlns:p="http://schemas.openxmlformats.org/presentationml/2006/main">
  <p:tag name="KSO_WM_BEAUTIFY_FLAG" val=""/>
</p:tagLst>
</file>

<file path=ppt/tags/tag543.xml><?xml version="1.0" encoding="utf-8"?>
<p:tagLst xmlns:p="http://schemas.openxmlformats.org/presentationml/2006/main">
  <p:tag name="KSO_WM_BEAUTIFY_FLAG" val=""/>
</p:tagLst>
</file>

<file path=ppt/tags/tag544.xml><?xml version="1.0" encoding="utf-8"?>
<p:tagLst xmlns:p="http://schemas.openxmlformats.org/presentationml/2006/main">
  <p:tag name="KSO_WM_BEAUTIFY_FLAG" val=""/>
</p:tagLst>
</file>

<file path=ppt/tags/tag545.xml><?xml version="1.0" encoding="utf-8"?>
<p:tagLst xmlns:p="http://schemas.openxmlformats.org/presentationml/2006/main">
  <p:tag name="KSO_WM_BEAUTIFY_FLAG" val=""/>
</p:tagLst>
</file>

<file path=ppt/tags/tag546.xml><?xml version="1.0" encoding="utf-8"?>
<p:tagLst xmlns:p="http://schemas.openxmlformats.org/presentationml/2006/main">
  <p:tag name="KSO_WM_BEAUTIFY_FLAG" val=""/>
</p:tagLst>
</file>

<file path=ppt/tags/tag547.xml><?xml version="1.0" encoding="utf-8"?>
<p:tagLst xmlns:p="http://schemas.openxmlformats.org/presentationml/2006/main">
  <p:tag name="KSO_WM_BEAUTIFY_FLAG" val=""/>
</p:tagLst>
</file>

<file path=ppt/tags/tag548.xml><?xml version="1.0" encoding="utf-8"?>
<p:tagLst xmlns:p="http://schemas.openxmlformats.org/presentationml/2006/main">
  <p:tag name="KSO_WM_BEAUTIFY_FLAG" val=""/>
</p:tagLst>
</file>

<file path=ppt/tags/tag549.xml><?xml version="1.0" encoding="utf-8"?>
<p:tagLst xmlns:p="http://schemas.openxmlformats.org/presentationml/2006/main">
  <p:tag name="KSO_WM_BEAUTIFY_FLAG" val=""/>
</p:tagLst>
</file>

<file path=ppt/tags/tag550.xml><?xml version="1.0" encoding="utf-8"?>
<p:tagLst xmlns:p="http://schemas.openxmlformats.org/presentationml/2006/main">
  <p:tag name="KSO_WM_BEAUTIFY_FLAG" val=""/>
</p:tagLst>
</file>

<file path=ppt/tags/tag551.xml><?xml version="1.0" encoding="utf-8"?>
<p:tagLst xmlns:p="http://schemas.openxmlformats.org/presentationml/2006/main">
  <p:tag name="KSO_WM_BEAUTIFY_FLAG" val=""/>
</p:tagLst>
</file>

<file path=ppt/tags/tag552.xml><?xml version="1.0" encoding="utf-8"?>
<p:tagLst xmlns:p="http://schemas.openxmlformats.org/presentationml/2006/main">
  <p:tag name="KSO_WM_BEAUTIFY_FLAG" val=""/>
</p:tagLst>
</file>

<file path=ppt/tags/tag553.xml><?xml version="1.0" encoding="utf-8"?>
<p:tagLst xmlns:p="http://schemas.openxmlformats.org/presentationml/2006/main">
  <p:tag name="KSO_WM_BEAUTIFY_FLAG" val=""/>
</p:tagLst>
</file>

<file path=ppt/tags/tag554.xml><?xml version="1.0" encoding="utf-8"?>
<p:tagLst xmlns:p="http://schemas.openxmlformats.org/presentationml/2006/main">
  <p:tag name="KSO_WM_BEAUTIFY_FLAG" val=""/>
</p:tagLst>
</file>

<file path=ppt/tags/tag555.xml><?xml version="1.0" encoding="utf-8"?>
<p:tagLst xmlns:p="http://schemas.openxmlformats.org/presentationml/2006/main">
  <p:tag name="KSO_WM_BEAUTIFY_FLAG" val=""/>
</p:tagLst>
</file>

<file path=ppt/tags/tag556.xml><?xml version="1.0" encoding="utf-8"?>
<p:tagLst xmlns:p="http://schemas.openxmlformats.org/presentationml/2006/main">
  <p:tag name="KSO_WM_BEAUTIFY_FLAG" val=""/>
</p:tagLst>
</file>

<file path=ppt/tags/tag557.xml><?xml version="1.0" encoding="utf-8"?>
<p:tagLst xmlns:p="http://schemas.openxmlformats.org/presentationml/2006/main">
  <p:tag name="MH" val="20180611105247"/>
  <p:tag name="MH_LIBRARY" val="GRAPHIC"/>
  <p:tag name="MH_TYPE" val="SubTitle"/>
  <p:tag name="MH_ORDER" val="1"/>
  <p:tag name="KSO_WM_BEAUTIFY_FLAG" val=""/>
</p:tagLst>
</file>

<file path=ppt/tags/tag558.xml><?xml version="1.0" encoding="utf-8"?>
<p:tagLst xmlns:p="http://schemas.openxmlformats.org/presentationml/2006/main">
  <p:tag name="KSO_WM_BEAUTIFY_FLAG" val=""/>
</p:tagLst>
</file>

<file path=ppt/tags/tag559.xml><?xml version="1.0" encoding="utf-8"?>
<p:tagLst xmlns:p="http://schemas.openxmlformats.org/presentationml/2006/main">
  <p:tag name="KSO_WM_BEAUTIFY_FLAG" val=""/>
</p:tagLst>
</file>

<file path=ppt/tags/tag560.xml><?xml version="1.0" encoding="utf-8"?>
<p:tagLst xmlns:p="http://schemas.openxmlformats.org/presentationml/2006/main">
  <p:tag name="KSO_WM_BEAUTIFY_FLAG" val=""/>
</p:tagLst>
</file>

<file path=ppt/tags/tag561.xml><?xml version="1.0" encoding="utf-8"?>
<p:tagLst xmlns:p="http://schemas.openxmlformats.org/presentationml/2006/main">
  <p:tag name="KSO_WM_BEAUTIFY_FLAG" val=""/>
</p:tagLst>
</file>

<file path=ppt/tags/tag562.xml><?xml version="1.0" encoding="utf-8"?>
<p:tagLst xmlns:p="http://schemas.openxmlformats.org/presentationml/2006/main">
  <p:tag name="KSO_WM_BEAUTIFY_FLAG" val=""/>
</p:tagLst>
</file>

<file path=ppt/tags/tag563.xml><?xml version="1.0" encoding="utf-8"?>
<p:tagLst xmlns:p="http://schemas.openxmlformats.org/presentationml/2006/main">
  <p:tag name="KSO_WM_BEAUTIFY_FLAG" val=""/>
</p:tagLst>
</file>

<file path=ppt/tags/tag564.xml><?xml version="1.0" encoding="utf-8"?>
<p:tagLst xmlns:p="http://schemas.openxmlformats.org/presentationml/2006/main">
  <p:tag name="KSO_WM_BEAUTIFY_FLAG" val=""/>
</p:tagLst>
</file>

<file path=ppt/tags/tag565.xml><?xml version="1.0" encoding="utf-8"?>
<p:tagLst xmlns:p="http://schemas.openxmlformats.org/presentationml/2006/main">
  <p:tag name="KSO_WM_BEAUTIFY_FLAG" val=""/>
</p:tagLst>
</file>

<file path=ppt/tags/tag566.xml><?xml version="1.0" encoding="utf-8"?>
<p:tagLst xmlns:p="http://schemas.openxmlformats.org/presentationml/2006/main">
  <p:tag name="KSO_WM_BEAUTIFY_FLAG" val=""/>
</p:tagLst>
</file>

<file path=ppt/tags/tag567.xml><?xml version="1.0" encoding="utf-8"?>
<p:tagLst xmlns:p="http://schemas.openxmlformats.org/presentationml/2006/main">
  <p:tag name="KSO_WM_BEAUTIFY_FLAG" val=""/>
</p:tagLst>
</file>

<file path=ppt/tags/tag568.xml><?xml version="1.0" encoding="utf-8"?>
<p:tagLst xmlns:p="http://schemas.openxmlformats.org/presentationml/2006/main">
  <p:tag name="KSO_WM_BEAUTIFY_FLAG" val=""/>
</p:tagLst>
</file>

<file path=ppt/tags/tag569.xml><?xml version="1.0" encoding="utf-8"?>
<p:tagLst xmlns:p="http://schemas.openxmlformats.org/presentationml/2006/main">
  <p:tag name="KSO_WM_BEAUTIFY_FLAG" val=""/>
</p:tagLst>
</file>

<file path=ppt/tags/tag570.xml><?xml version="1.0" encoding="utf-8"?>
<p:tagLst xmlns:p="http://schemas.openxmlformats.org/presentationml/2006/main">
  <p:tag name="KSO_WM_BEAUTIFY_FLAG" val=""/>
</p:tagLst>
</file>

<file path=ppt/tags/tag571.xml><?xml version="1.0" encoding="utf-8"?>
<p:tagLst xmlns:p="http://schemas.openxmlformats.org/presentationml/2006/main">
  <p:tag name="KSO_WM_BEAUTIFY_FLAG" val=""/>
</p:tagLst>
</file>

<file path=ppt/tags/tag572.xml><?xml version="1.0" encoding="utf-8"?>
<p:tagLst xmlns:p="http://schemas.openxmlformats.org/presentationml/2006/main">
  <p:tag name="KSO_WM_BEAUTIFY_FLAG" val=""/>
</p:tagLst>
</file>

<file path=ppt/tags/tag573.xml><?xml version="1.0" encoding="utf-8"?>
<p:tagLst xmlns:p="http://schemas.openxmlformats.org/presentationml/2006/main">
  <p:tag name="KSO_WM_BEAUTIFY_FLAG" val=""/>
</p:tagLst>
</file>

<file path=ppt/tags/tag574.xml><?xml version="1.0" encoding="utf-8"?>
<p:tagLst xmlns:p="http://schemas.openxmlformats.org/presentationml/2006/main">
  <p:tag name="KSO_WM_BEAUTIFY_FLAG" val=""/>
</p:tagLst>
</file>

<file path=ppt/tags/tag575.xml><?xml version="1.0" encoding="utf-8"?>
<p:tagLst xmlns:p="http://schemas.openxmlformats.org/presentationml/2006/main">
  <p:tag name="KSO_WM_BEAUTIFY_FLAG" val=""/>
</p:tagLst>
</file>

<file path=ppt/tags/tag576.xml><?xml version="1.0" encoding="utf-8"?>
<p:tagLst xmlns:p="http://schemas.openxmlformats.org/presentationml/2006/main">
  <p:tag name="KSO_WM_BEAUTIFY_FLAG" val=""/>
</p:tagLst>
</file>

<file path=ppt/tags/tag577.xml><?xml version="1.0" encoding="utf-8"?>
<p:tagLst xmlns:p="http://schemas.openxmlformats.org/presentationml/2006/main">
  <p:tag name="KSO_WM_BEAUTIFY_FLAG" val=""/>
</p:tagLst>
</file>

<file path=ppt/tags/tag578.xml><?xml version="1.0" encoding="utf-8"?>
<p:tagLst xmlns:p="http://schemas.openxmlformats.org/presentationml/2006/main">
  <p:tag name="KSO_WM_BEAUTIFY_FLAG" val=""/>
</p:tagLst>
</file>

<file path=ppt/tags/tag579.xml><?xml version="1.0" encoding="utf-8"?>
<p:tagLst xmlns:p="http://schemas.openxmlformats.org/presentationml/2006/main">
  <p:tag name="KSO_WM_BEAUTIFY_FLAG" val=""/>
</p:tagLst>
</file>

<file path=ppt/tags/tag580.xml><?xml version="1.0" encoding="utf-8"?>
<p:tagLst xmlns:p="http://schemas.openxmlformats.org/presentationml/2006/main">
  <p:tag name="KSO_WM_BEAUTIFY_FLAG" val=""/>
</p:tagLst>
</file>

<file path=ppt/tags/tag581.xml><?xml version="1.0" encoding="utf-8"?>
<p:tagLst xmlns:p="http://schemas.openxmlformats.org/presentationml/2006/main">
  <p:tag name="KSO_WM_BEAUTIFY_FLAG" val=""/>
</p:tagLst>
</file>

<file path=ppt/tags/tag582.xml><?xml version="1.0" encoding="utf-8"?>
<p:tagLst xmlns:p="http://schemas.openxmlformats.org/presentationml/2006/main">
  <p:tag name="KSO_WM_BEAUTIFY_FLAG" val=""/>
</p:tagLst>
</file>

<file path=ppt/tags/tag583.xml><?xml version="1.0" encoding="utf-8"?>
<p:tagLst xmlns:p="http://schemas.openxmlformats.org/presentationml/2006/main">
  <p:tag name="KSO_WM_BEAUTIFY_FLAG" val=""/>
</p:tagLst>
</file>

<file path=ppt/tags/tag584.xml><?xml version="1.0" encoding="utf-8"?>
<p:tagLst xmlns:p="http://schemas.openxmlformats.org/presentationml/2006/main">
  <p:tag name="KSO_WM_BEAUTIFY_FLAG" val=""/>
</p:tagLst>
</file>

<file path=ppt/tags/tag585.xml><?xml version="1.0" encoding="utf-8"?>
<p:tagLst xmlns:p="http://schemas.openxmlformats.org/presentationml/2006/main">
  <p:tag name="KSO_WM_BEAUTIFY_FLAG" val=""/>
</p:tagLst>
</file>

<file path=ppt/tags/tag586.xml><?xml version="1.0" encoding="utf-8"?>
<p:tagLst xmlns:p="http://schemas.openxmlformats.org/presentationml/2006/main">
  <p:tag name="KSO_WM_BEAUTIFY_FLAG" val=""/>
</p:tagLst>
</file>

<file path=ppt/tags/tag587.xml><?xml version="1.0" encoding="utf-8"?>
<p:tagLst xmlns:p="http://schemas.openxmlformats.org/presentationml/2006/main">
  <p:tag name="KSO_WM_BEAUTIFY_FLAG" val=""/>
</p:tagLst>
</file>

<file path=ppt/tags/tag588.xml><?xml version="1.0" encoding="utf-8"?>
<p:tagLst xmlns:p="http://schemas.openxmlformats.org/presentationml/2006/main">
  <p:tag name="KSO_WM_BEAUTIFY_FLAG" val=""/>
</p:tagLst>
</file>

<file path=ppt/tags/tag589.xml><?xml version="1.0" encoding="utf-8"?>
<p:tagLst xmlns:p="http://schemas.openxmlformats.org/presentationml/2006/main">
  <p:tag name="KSO_WM_BEAUTIFY_FLAG" val=""/>
</p:tagLst>
</file>

<file path=ppt/tags/tag590.xml><?xml version="1.0" encoding="utf-8"?>
<p:tagLst xmlns:p="http://schemas.openxmlformats.org/presentationml/2006/main">
  <p:tag name="KSO_WM_BEAUTIFY_FLAG" val=""/>
</p:tagLst>
</file>

<file path=ppt/tags/tag591.xml><?xml version="1.0" encoding="utf-8"?>
<p:tagLst xmlns:p="http://schemas.openxmlformats.org/presentationml/2006/main">
  <p:tag name="KSO_WM_BEAUTIFY_FLAG" val=""/>
</p:tagLst>
</file>

<file path=ppt/tags/tag592.xml><?xml version="1.0" encoding="utf-8"?>
<p:tagLst xmlns:p="http://schemas.openxmlformats.org/presentationml/2006/main">
  <p:tag name="KSO_WM_BEAUTIFY_FLAG" val=""/>
</p:tagLst>
</file>

<file path=ppt/tags/tag593.xml><?xml version="1.0" encoding="utf-8"?>
<p:tagLst xmlns:p="http://schemas.openxmlformats.org/presentationml/2006/main">
  <p:tag name="KSO_WM_BEAUTIFY_FLAG" val=""/>
</p:tagLst>
</file>

<file path=ppt/tags/tag594.xml><?xml version="1.0" encoding="utf-8"?>
<p:tagLst xmlns:p="http://schemas.openxmlformats.org/presentationml/2006/main">
  <p:tag name="KSO_WM_BEAUTIFY_FLAG" val=""/>
</p:tagLst>
</file>

<file path=ppt/tags/tag595.xml><?xml version="1.0" encoding="utf-8"?>
<p:tagLst xmlns:p="http://schemas.openxmlformats.org/presentationml/2006/main">
  <p:tag name="KSO_WM_BEAUTIFY_FLAG" val=""/>
</p:tagLst>
</file>

<file path=ppt/tags/tag596.xml><?xml version="1.0" encoding="utf-8"?>
<p:tagLst xmlns:p="http://schemas.openxmlformats.org/presentationml/2006/main">
  <p:tag name="KSO_WM_BEAUTIFY_FLAG" val=""/>
</p:tagLst>
</file>

<file path=ppt/tags/tag597.xml><?xml version="1.0" encoding="utf-8"?>
<p:tagLst xmlns:p="http://schemas.openxmlformats.org/presentationml/2006/main">
  <p:tag name="KSO_WM_BEAUTIFY_FLAG" val=""/>
</p:tagLst>
</file>

<file path=ppt/tags/tag598.xml><?xml version="1.0" encoding="utf-8"?>
<p:tagLst xmlns:p="http://schemas.openxmlformats.org/presentationml/2006/main">
  <p:tag name="KSO_WM_BEAUTIFY_FLAG" val=""/>
</p:tagLst>
</file>

<file path=ppt/tags/tag599.xml><?xml version="1.0" encoding="utf-8"?>
<p:tagLst xmlns:p="http://schemas.openxmlformats.org/presentationml/2006/main">
  <p:tag name="KSO_WM_BEAUTIFY_FLAG" val=""/>
</p:tagLst>
</file>

<file path=ppt/tags/tag600.xml><?xml version="1.0" encoding="utf-8"?>
<p:tagLst xmlns:p="http://schemas.openxmlformats.org/presentationml/2006/main">
  <p:tag name="KSO_WM_BEAUTIFY_FLAG" val=""/>
</p:tagLst>
</file>

<file path=ppt/tags/tag601.xml><?xml version="1.0" encoding="utf-8"?>
<p:tagLst xmlns:p="http://schemas.openxmlformats.org/presentationml/2006/main">
  <p:tag name="KSO_WM_BEAUTIFY_FLAG" val=""/>
</p:tagLst>
</file>

<file path=ppt/tags/tag602.xml><?xml version="1.0" encoding="utf-8"?>
<p:tagLst xmlns:p="http://schemas.openxmlformats.org/presentationml/2006/main">
  <p:tag name="KSO_WM_BEAUTIFY_FLAG" val=""/>
</p:tagLst>
</file>

<file path=ppt/tags/tag603.xml><?xml version="1.0" encoding="utf-8"?>
<p:tagLst xmlns:p="http://schemas.openxmlformats.org/presentationml/2006/main">
  <p:tag name="KSO_WM_BEAUTIFY_FLAG" val=""/>
</p:tagLst>
</file>

<file path=ppt/tags/tag604.xml><?xml version="1.0" encoding="utf-8"?>
<p:tagLst xmlns:p="http://schemas.openxmlformats.org/presentationml/2006/main">
  <p:tag name="KSO_WM_BEAUTIFY_FLAG" val=""/>
</p:tagLst>
</file>

<file path=ppt/tags/tag605.xml><?xml version="1.0" encoding="utf-8"?>
<p:tagLst xmlns:p="http://schemas.openxmlformats.org/presentationml/2006/main">
  <p:tag name="KSO_WM_BEAUTIFY_FLAG" val=""/>
</p:tagLst>
</file>

<file path=ppt/tags/tag606.xml><?xml version="1.0" encoding="utf-8"?>
<p:tagLst xmlns:p="http://schemas.openxmlformats.org/presentationml/2006/main">
  <p:tag name="KSO_WM_BEAUTIFY_FLAG" val=""/>
</p:tagLst>
</file>

<file path=ppt/tags/tag607.xml><?xml version="1.0" encoding="utf-8"?>
<p:tagLst xmlns:p="http://schemas.openxmlformats.org/presentationml/2006/main">
  <p:tag name="KSO_WM_BEAUTIFY_FLAG" val=""/>
</p:tagLst>
</file>

<file path=ppt/tags/tag608.xml><?xml version="1.0" encoding="utf-8"?>
<p:tagLst xmlns:p="http://schemas.openxmlformats.org/presentationml/2006/main">
  <p:tag name="KSO_WM_BEAUTIFY_FLAG" val=""/>
</p:tagLst>
</file>

<file path=ppt/tags/tag609.xml><?xml version="1.0" encoding="utf-8"?>
<p:tagLst xmlns:p="http://schemas.openxmlformats.org/presentationml/2006/main">
  <p:tag name="KSO_WM_BEAUTIFY_FLAG" val=""/>
</p:tagLst>
</file>

<file path=ppt/tags/tag610.xml><?xml version="1.0" encoding="utf-8"?>
<p:tagLst xmlns:p="http://schemas.openxmlformats.org/presentationml/2006/main">
  <p:tag name="KSO_WM_BEAUTIFY_FLAG" val=""/>
</p:tagLst>
</file>

<file path=ppt/tags/tag611.xml><?xml version="1.0" encoding="utf-8"?>
<p:tagLst xmlns:p="http://schemas.openxmlformats.org/presentationml/2006/main">
  <p:tag name="KSO_WM_BEAUTIFY_FLAG" val=""/>
</p:tagLst>
</file>

<file path=ppt/tags/tag612.xml><?xml version="1.0" encoding="utf-8"?>
<p:tagLst xmlns:p="http://schemas.openxmlformats.org/presentationml/2006/main">
  <p:tag name="KSO_WM_BEAUTIFY_FLAG" val=""/>
</p:tagLst>
</file>

<file path=ppt/tags/tag613.xml><?xml version="1.0" encoding="utf-8"?>
<p:tagLst xmlns:p="http://schemas.openxmlformats.org/presentationml/2006/main">
  <p:tag name="KSO_WM_BEAUTIFY_FLAG" val=""/>
</p:tagLst>
</file>

<file path=ppt/tags/tag614.xml><?xml version="1.0" encoding="utf-8"?>
<p:tagLst xmlns:p="http://schemas.openxmlformats.org/presentationml/2006/main">
  <p:tag name="KSO_WM_BEAUTIFY_FLAG" val=""/>
</p:tagLst>
</file>

<file path=ppt/tags/tag615.xml><?xml version="1.0" encoding="utf-8"?>
<p:tagLst xmlns:p="http://schemas.openxmlformats.org/presentationml/2006/main">
  <p:tag name="KSO_WM_BEAUTIFY_FLAG" val=""/>
</p:tagLst>
</file>

<file path=ppt/tags/tag616.xml><?xml version="1.0" encoding="utf-8"?>
<p:tagLst xmlns:p="http://schemas.openxmlformats.org/presentationml/2006/main">
  <p:tag name="KSO_WM_BEAUTIFY_FLAG" val=""/>
</p:tagLst>
</file>

<file path=ppt/tags/tag617.xml><?xml version="1.0" encoding="utf-8"?>
<p:tagLst xmlns:p="http://schemas.openxmlformats.org/presentationml/2006/main">
  <p:tag name="KSO_WM_BEAUTIFY_FLAG" val=""/>
</p:tagLst>
</file>

<file path=ppt/tags/tag618.xml><?xml version="1.0" encoding="utf-8"?>
<p:tagLst xmlns:p="http://schemas.openxmlformats.org/presentationml/2006/main">
  <p:tag name="KSO_WM_BEAUTIFY_FLAG" val=""/>
</p:tagLst>
</file>

<file path=ppt/tags/tag619.xml><?xml version="1.0" encoding="utf-8"?>
<p:tagLst xmlns:p="http://schemas.openxmlformats.org/presentationml/2006/main">
  <p:tag name="KSO_WM_BEAUTIFY_FLAG" val=""/>
</p:tagLst>
</file>

<file path=ppt/tags/tag620.xml><?xml version="1.0" encoding="utf-8"?>
<p:tagLst xmlns:p="http://schemas.openxmlformats.org/presentationml/2006/main">
  <p:tag name="KSO_WM_BEAUTIFY_FLAG" val=""/>
</p:tagLst>
</file>

<file path=ppt/tags/tag621.xml><?xml version="1.0" encoding="utf-8"?>
<p:tagLst xmlns:p="http://schemas.openxmlformats.org/presentationml/2006/main">
  <p:tag name="ISPRING_RESOURCE_PATHS_HASH_PRESENTER" val="3f15e6573a385e41c33bb97e7105a62faa5c484"/>
  <p:tag name="COMMONDATA" val="eyJoZGlkIjoiNTQwODNlZjBiNzRkNjZmNWIwNWFhMDg5ODM5YzE3ZjIifQ=="/>
  <p:tag name="KSO_WPP_MARK_KEY" val="982352ae-fb85-4723-8ca9-7b0b57b9b06c"/>
</p:tagLst>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自定义 237">
      <a:dk1>
        <a:sysClr val="windowText" lastClr="000000"/>
      </a:dk1>
      <a:lt1>
        <a:sysClr val="window" lastClr="FFFFFF"/>
      </a:lt1>
      <a:dk2>
        <a:srgbClr val="1F497D"/>
      </a:dk2>
      <a:lt2>
        <a:srgbClr val="EEECE1"/>
      </a:lt2>
      <a:accent1>
        <a:srgbClr val="005DA2"/>
      </a:accent1>
      <a:accent2>
        <a:srgbClr val="C4C7CB"/>
      </a:accent2>
      <a:accent3>
        <a:srgbClr val="7F7F7F"/>
      </a:accent3>
      <a:accent4>
        <a:srgbClr val="7F7F7F"/>
      </a:accent4>
      <a:accent5>
        <a:srgbClr val="7F7F7F"/>
      </a:accent5>
      <a:accent6>
        <a:srgbClr val="7F7F7F"/>
      </a:accent6>
      <a:hlink>
        <a:srgbClr val="17365D"/>
      </a:hlink>
      <a:folHlink>
        <a:srgbClr val="548DD4"/>
      </a:folHlink>
    </a:clrScheme>
    <a:fontScheme name="ud0ofpxa">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22369</Words>
  <Application>WPS 文字</Application>
  <PresentationFormat>自定义</PresentationFormat>
  <Paragraphs>1258</Paragraphs>
  <Slides>110</Slides>
  <Notes>73</Notes>
  <HiddenSlides>0</HiddenSlides>
  <MMClips>0</MMClips>
  <ScaleCrop>false</ScaleCrop>
  <HeadingPairs>
    <vt:vector size="6" baseType="variant">
      <vt:variant>
        <vt:lpstr>已用的字体</vt:lpstr>
      </vt:variant>
      <vt:variant>
        <vt:i4>29</vt:i4>
      </vt:variant>
      <vt:variant>
        <vt:lpstr>主题</vt:lpstr>
      </vt:variant>
      <vt:variant>
        <vt:i4>2</vt:i4>
      </vt:variant>
      <vt:variant>
        <vt:lpstr>幻灯片标题</vt:lpstr>
      </vt:variant>
      <vt:variant>
        <vt:i4>110</vt:i4>
      </vt:variant>
    </vt:vector>
  </HeadingPairs>
  <TitlesOfParts>
    <vt:vector size="141" baseType="lpstr">
      <vt:lpstr>Arial</vt:lpstr>
      <vt:lpstr>宋体</vt:lpstr>
      <vt:lpstr>Wingdings</vt:lpstr>
      <vt:lpstr>微软雅黑</vt:lpstr>
      <vt:lpstr>汉仪旗黑</vt:lpstr>
      <vt:lpstr>汉仪书宋二KW</vt:lpstr>
      <vt:lpstr>思源黑体 CN Medium</vt:lpstr>
      <vt:lpstr>字魂58号-创中黑</vt:lpstr>
      <vt:lpstr>Source Han Sans K Bold</vt:lpstr>
      <vt:lpstr>Calibri</vt:lpstr>
      <vt:lpstr>U.S. 101</vt:lpstr>
      <vt:lpstr>苹方-简</vt:lpstr>
      <vt:lpstr>Roboto</vt:lpstr>
      <vt:lpstr>Open Sans Light</vt:lpstr>
      <vt:lpstr>宋体</vt:lpstr>
      <vt:lpstr>Arial Unicode MS</vt:lpstr>
      <vt:lpstr>Helvetica Neue</vt:lpstr>
      <vt:lpstr>思源黑体 CN Normal</vt:lpstr>
      <vt:lpstr>Courier New</vt:lpstr>
      <vt:lpstr>微软雅黑 Light</vt:lpstr>
      <vt:lpstr>等线</vt:lpstr>
      <vt:lpstr>汉仪中黑KW</vt:lpstr>
      <vt:lpstr>冬青黑体简体中文</vt:lpstr>
      <vt:lpstr>Source Han Sans K Bold</vt:lpstr>
      <vt:lpstr>字魂58号-创中黑</vt:lpstr>
      <vt:lpstr>微软雅黑</vt:lpstr>
      <vt:lpstr>思源黑体 CN Medium</vt:lpstr>
      <vt:lpstr>思源黑体 CN Normal</vt:lpstr>
      <vt:lpstr>汉仪中等线KW</vt:lpstr>
      <vt:lpstr>webwppDefTheme</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qzuser</cp:lastModifiedBy>
  <cp:revision>1699</cp:revision>
  <dcterms:created xsi:type="dcterms:W3CDTF">2026-04-21T04:04:06Z</dcterms:created>
  <dcterms:modified xsi:type="dcterms:W3CDTF">2026-04-21T04:04:06Z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2052-12.1.25205.25205</vt:lpwstr>
  </property>
  <property fmtid="{D5CDD505-2E9C-101B-9397-08002B2CF9AE}" pid="3" name="ICV">
    <vt:lpwstr>69DB4B6826B6494390E926BE37E6C64D</vt:lpwstr>
  </property>
</Properties>
</file>