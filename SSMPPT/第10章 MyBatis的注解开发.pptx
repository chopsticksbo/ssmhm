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5"/>
  </p:notesMasterIdLst>
  <p:handoutMasterIdLst>
    <p:handoutMasterId r:id="rId49"/>
  </p:handoutMasterIdLst>
  <p:sldIdLst>
    <p:sldId id="583" r:id="rId4"/>
    <p:sldId id="1124" r:id="rId6"/>
    <p:sldId id="586" r:id="rId7"/>
    <p:sldId id="587" r:id="rId8"/>
    <p:sldId id="309" r:id="rId9"/>
    <p:sldId id="1986" r:id="rId10"/>
    <p:sldId id="1323" r:id="rId11"/>
    <p:sldId id="1987" r:id="rId12"/>
    <p:sldId id="2043" r:id="rId13"/>
    <p:sldId id="2044" r:id="rId14"/>
    <p:sldId id="2045" r:id="rId15"/>
    <p:sldId id="2046" r:id="rId16"/>
    <p:sldId id="2047" r:id="rId17"/>
    <p:sldId id="2048" r:id="rId18"/>
    <p:sldId id="2049" r:id="rId19"/>
    <p:sldId id="2050" r:id="rId20"/>
    <p:sldId id="2051" r:id="rId21"/>
    <p:sldId id="2053" r:id="rId22"/>
    <p:sldId id="1988" r:id="rId23"/>
    <p:sldId id="1989" r:id="rId24"/>
    <p:sldId id="2055" r:id="rId25"/>
    <p:sldId id="2056" r:id="rId26"/>
    <p:sldId id="2057" r:id="rId27"/>
    <p:sldId id="2058" r:id="rId28"/>
    <p:sldId id="2059" r:id="rId29"/>
    <p:sldId id="2060" r:id="rId30"/>
    <p:sldId id="2061" r:id="rId31"/>
    <p:sldId id="2062" r:id="rId32"/>
    <p:sldId id="1990" r:id="rId33"/>
    <p:sldId id="2063" r:id="rId34"/>
    <p:sldId id="2064" r:id="rId35"/>
    <p:sldId id="2065" r:id="rId36"/>
    <p:sldId id="2066" r:id="rId37"/>
    <p:sldId id="2067" r:id="rId38"/>
    <p:sldId id="2068" r:id="rId39"/>
    <p:sldId id="2069" r:id="rId40"/>
    <p:sldId id="2070" r:id="rId41"/>
    <p:sldId id="2072" r:id="rId42"/>
    <p:sldId id="2073" r:id="rId43"/>
    <p:sldId id="2074" r:id="rId44"/>
    <p:sldId id="2075" r:id="rId45"/>
    <p:sldId id="2076" r:id="rId46"/>
    <p:sldId id="889" r:id="rId47"/>
    <p:sldId id="617" r:id="rId48"/>
  </p:sldIdLst>
  <p:sldSz cx="12190095" cy="6859270"/>
  <p:notesSz cx="6858000" cy="9144000"/>
  <p:custDataLst>
    <p:tags r:id="rId54"/>
  </p:custDataLst>
  <p:defaultTextStyle>
    <a:defPPr>
      <a:defRPr lang="zh-CN"/>
    </a:defPPr>
    <a:lvl1pPr marL="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04" userDrawn="1">
          <p15:clr>
            <a:srgbClr val="A4A3A4"/>
          </p15:clr>
        </p15:guide>
        <p15:guide id="2" pos="1890" userDrawn="1">
          <p15:clr>
            <a:srgbClr val="A4A3A4"/>
          </p15:clr>
        </p15:guide>
        <p15:guide id="3" pos="70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薛蒙蒙" initials="xmm" lastIdx="10" clrIdx="0"/>
  <p:cmAuthor id="2" name="LD" initials="L" lastIdx="2" clrIdx="1"/>
  <p:cmAuthor id="3" name="Lv0593" initials="L" lastIdx="15" clrIdx="2"/>
  <p:cmAuthor id="4" name="tk" initials="tk" lastIdx="1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A2"/>
    <a:srgbClr val="595959"/>
    <a:srgbClr val="FAFAFA"/>
    <a:srgbClr val="FF0000"/>
    <a:srgbClr val="11D023"/>
    <a:srgbClr val="F2F2F2"/>
    <a:srgbClr val="1369B2"/>
    <a:srgbClr val="006BBC"/>
    <a:srgbClr val="0075CC"/>
    <a:srgbClr val="008D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2" autoAdjust="0"/>
    <p:restoredTop sz="94660" autoAdjust="0"/>
  </p:normalViewPr>
  <p:slideViewPr>
    <p:cSldViewPr showGuides="1">
      <p:cViewPr varScale="1">
        <p:scale>
          <a:sx n="87" d="100"/>
          <a:sy n="87" d="100"/>
        </p:scale>
        <p:origin x="768" y="82"/>
      </p:cViewPr>
      <p:guideLst>
        <p:guide orient="horz" pos="1004"/>
        <p:guide pos="1890"/>
        <p:guide pos="70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6" d="100"/>
          <a:sy n="86" d="100"/>
        </p:scale>
        <p:origin x="-3810" y="-90"/>
      </p:cViewPr>
      <p:guideLst>
        <p:guide orient="horz" pos="2974"/>
        <p:guide pos="221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4" Type="http://schemas.openxmlformats.org/officeDocument/2006/relationships/tags" Target="tags/tag214.xml"/><Relationship Id="rId53" Type="http://schemas.openxmlformats.org/officeDocument/2006/relationships/commentAuthors" Target="commentAuthors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9" Type="http://schemas.openxmlformats.org/officeDocument/2006/relationships/handoutMaster" Target="handoutMasters/handoutMaster1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3A075-29DF-4CAE-8BA7-CDA0ED456C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924EE-29F1-4E68-A53A-86CBCBDF827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B73EA-EE91-4E33-A9C1-8BF5DD7139A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777" y="2309308"/>
            <a:ext cx="10850541" cy="899333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820" y="3566185"/>
            <a:ext cx="10850454" cy="80151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5365" indent="0" algn="ctr">
              <a:buNone/>
              <a:defRPr sz="1600"/>
            </a:lvl6pPr>
            <a:lvl7pPr marL="2742565" indent="0" algn="ctr">
              <a:buNone/>
              <a:defRPr sz="1600"/>
            </a:lvl7pPr>
            <a:lvl8pPr marL="3199765" indent="0" algn="ctr">
              <a:buNone/>
              <a:defRPr sz="1600"/>
            </a:lvl8pPr>
            <a:lvl9pPr marL="3656965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777" y="581333"/>
            <a:ext cx="10850541" cy="64812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820" y="1508404"/>
            <a:ext cx="10850454" cy="475004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39974" y="727845"/>
            <a:ext cx="3931306" cy="1115266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7617" y="727845"/>
            <a:ext cx="6171235" cy="5404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39974" y="2240060"/>
            <a:ext cx="3931306" cy="3892636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765" indent="0">
              <a:buNone/>
              <a:defRPr sz="1000"/>
            </a:lvl8pPr>
            <a:lvl9pPr marL="3656965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820" y="5606183"/>
            <a:ext cx="10850454" cy="558268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820" y="641469"/>
            <a:ext cx="10850454" cy="4556969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4539" cy="686943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22" y="565255"/>
            <a:ext cx="5399196" cy="57287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6787" y="565255"/>
            <a:ext cx="5399196" cy="57287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777" y="623706"/>
            <a:ext cx="10850541" cy="899333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/>
          <p:cNvGrpSpPr/>
          <p:nvPr userDrawn="1"/>
        </p:nvGrpSpPr>
        <p:grpSpPr>
          <a:xfrm>
            <a:off x="-3131" y="2202951"/>
            <a:ext cx="12193544" cy="2327529"/>
            <a:chOff x="169683" y="177982"/>
            <a:chExt cx="3937015" cy="751234"/>
          </a:xfrm>
        </p:grpSpPr>
        <p:sp>
          <p:nvSpPr>
            <p:cNvPr id="44" name="等腰三角形 43"/>
            <p:cNvSpPr/>
            <p:nvPr/>
          </p:nvSpPr>
          <p:spPr>
            <a:xfrm>
              <a:off x="1587695" y="177982"/>
              <a:ext cx="355284" cy="356514"/>
            </a:xfrm>
            <a:prstGeom prst="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5" name="等腰三角形 44"/>
            <p:cNvSpPr/>
            <p:nvPr/>
          </p:nvSpPr>
          <p:spPr>
            <a:xfrm flipV="1">
              <a:off x="169683" y="572702"/>
              <a:ext cx="355284" cy="356514"/>
            </a:xfrm>
            <a:prstGeom prst="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70694" y="261768"/>
              <a:ext cx="3936004" cy="611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7" name="平行四边形 46"/>
            <p:cNvSpPr/>
            <p:nvPr/>
          </p:nvSpPr>
          <p:spPr>
            <a:xfrm>
              <a:off x="348467" y="177982"/>
              <a:ext cx="1418233" cy="751234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8" name="文本框 6"/>
            <p:cNvSpPr txBox="1"/>
            <p:nvPr/>
          </p:nvSpPr>
          <p:spPr>
            <a:xfrm>
              <a:off x="619911" y="284178"/>
              <a:ext cx="650908" cy="553578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endParaRPr lang="zh-CN" altLang="en-US" sz="107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7" name="组合 6"/>
          <p:cNvGrpSpPr/>
          <p:nvPr userDrawn="1"/>
        </p:nvGrpSpPr>
        <p:grpSpPr>
          <a:xfrm>
            <a:off x="10631710" y="1700153"/>
            <a:ext cx="575989" cy="577246"/>
            <a:chOff x="6084168" y="1274820"/>
            <a:chExt cx="432048" cy="432834"/>
          </a:xfrm>
        </p:grpSpPr>
        <p:sp>
          <p:nvSpPr>
            <p:cNvPr id="14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9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8903743" y="1700678"/>
            <a:ext cx="575989" cy="576197"/>
            <a:chOff x="4788024" y="1275213"/>
            <a:chExt cx="432048" cy="432048"/>
          </a:xfrm>
        </p:grpSpPr>
        <p:sp>
          <p:nvSpPr>
            <p:cNvPr id="17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0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9" name="组合 8"/>
          <p:cNvGrpSpPr/>
          <p:nvPr userDrawn="1"/>
        </p:nvGrpSpPr>
        <p:grpSpPr>
          <a:xfrm>
            <a:off x="9767727" y="1700153"/>
            <a:ext cx="577036" cy="577246"/>
            <a:chOff x="5436096" y="1274820"/>
            <a:chExt cx="432833" cy="432834"/>
          </a:xfrm>
        </p:grpSpPr>
        <p:sp>
          <p:nvSpPr>
            <p:cNvPr id="25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1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0" name="组合 9"/>
          <p:cNvGrpSpPr/>
          <p:nvPr userDrawn="1"/>
        </p:nvGrpSpPr>
        <p:grpSpPr>
          <a:xfrm>
            <a:off x="7175776" y="1700153"/>
            <a:ext cx="577036" cy="577246"/>
            <a:chOff x="3491880" y="1274820"/>
            <a:chExt cx="432833" cy="432834"/>
          </a:xfrm>
        </p:grpSpPr>
        <p:sp>
          <p:nvSpPr>
            <p:cNvPr id="11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2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2" name="组合 11"/>
          <p:cNvGrpSpPr/>
          <p:nvPr userDrawn="1"/>
        </p:nvGrpSpPr>
        <p:grpSpPr>
          <a:xfrm>
            <a:off x="8039760" y="1700153"/>
            <a:ext cx="577036" cy="577246"/>
            <a:chOff x="4139952" y="1274820"/>
            <a:chExt cx="432833" cy="432834"/>
          </a:xfrm>
        </p:grpSpPr>
        <p:sp>
          <p:nvSpPr>
            <p:cNvPr id="24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3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304" y="834057"/>
            <a:ext cx="10463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7"/>
          <p:cNvGrpSpPr/>
          <p:nvPr userDrawn="1"/>
        </p:nvGrpSpPr>
        <p:grpSpPr bwMode="auto">
          <a:xfrm>
            <a:off x="431315" y="390618"/>
            <a:ext cx="520428" cy="274702"/>
            <a:chOff x="0" y="0"/>
            <a:chExt cx="1041399" cy="549275"/>
          </a:xfrm>
        </p:grpSpPr>
        <p:sp>
          <p:nvSpPr>
            <p:cNvPr id="13" name="Freeform 16"/>
            <p:cNvSpPr/>
            <p:nvPr/>
          </p:nvSpPr>
          <p:spPr bwMode="auto">
            <a:xfrm>
              <a:off x="0" y="0"/>
              <a:ext cx="361950" cy="549275"/>
            </a:xfrm>
            <a:custGeom>
              <a:avLst/>
              <a:gdLst>
                <a:gd name="T0" fmla="*/ 4 w 400"/>
                <a:gd name="T1" fmla="*/ 92 h 608"/>
                <a:gd name="T2" fmla="*/ 96 w 400"/>
                <a:gd name="T3" fmla="*/ 0 h 608"/>
                <a:gd name="T4" fmla="*/ 400 w 400"/>
                <a:gd name="T5" fmla="*/ 304 h 608"/>
                <a:gd name="T6" fmla="*/ 96 w 400"/>
                <a:gd name="T7" fmla="*/ 608 h 608"/>
                <a:gd name="T8" fmla="*/ 0 w 400"/>
                <a:gd name="T9" fmla="*/ 512 h 608"/>
                <a:gd name="T10" fmla="*/ 212 w 400"/>
                <a:gd name="T11" fmla="*/ 300 h 608"/>
                <a:gd name="T12" fmla="*/ 4 w 400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00" h="608">
                  <a:moveTo>
                    <a:pt x="4" y="92"/>
                  </a:moveTo>
                  <a:lnTo>
                    <a:pt x="96" y="0"/>
                  </a:lnTo>
                  <a:lnTo>
                    <a:pt x="400" y="304"/>
                  </a:lnTo>
                  <a:lnTo>
                    <a:pt x="96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7"/>
            <p:cNvSpPr/>
            <p:nvPr/>
          </p:nvSpPr>
          <p:spPr bwMode="auto">
            <a:xfrm>
              <a:off x="338137" y="0"/>
              <a:ext cx="360362" cy="549275"/>
            </a:xfrm>
            <a:custGeom>
              <a:avLst/>
              <a:gdLst>
                <a:gd name="T0" fmla="*/ 4 w 399"/>
                <a:gd name="T1" fmla="*/ 92 h 608"/>
                <a:gd name="T2" fmla="*/ 96 w 399"/>
                <a:gd name="T3" fmla="*/ 0 h 608"/>
                <a:gd name="T4" fmla="*/ 399 w 399"/>
                <a:gd name="T5" fmla="*/ 304 h 608"/>
                <a:gd name="T6" fmla="*/ 96 w 399"/>
                <a:gd name="T7" fmla="*/ 608 h 608"/>
                <a:gd name="T8" fmla="*/ 0 w 399"/>
                <a:gd name="T9" fmla="*/ 512 h 608"/>
                <a:gd name="T10" fmla="*/ 212 w 399"/>
                <a:gd name="T11" fmla="*/ 300 h 608"/>
                <a:gd name="T12" fmla="*/ 4 w 399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9" h="608">
                  <a:moveTo>
                    <a:pt x="4" y="92"/>
                  </a:moveTo>
                  <a:lnTo>
                    <a:pt x="96" y="0"/>
                  </a:lnTo>
                  <a:lnTo>
                    <a:pt x="399" y="304"/>
                  </a:lnTo>
                  <a:lnTo>
                    <a:pt x="96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3992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Freeform 18"/>
            <p:cNvSpPr/>
            <p:nvPr/>
          </p:nvSpPr>
          <p:spPr bwMode="auto">
            <a:xfrm>
              <a:off x="681037" y="0"/>
              <a:ext cx="360362" cy="549275"/>
            </a:xfrm>
            <a:custGeom>
              <a:avLst/>
              <a:gdLst>
                <a:gd name="T0" fmla="*/ 4 w 399"/>
                <a:gd name="T1" fmla="*/ 92 h 608"/>
                <a:gd name="T2" fmla="*/ 95 w 399"/>
                <a:gd name="T3" fmla="*/ 0 h 608"/>
                <a:gd name="T4" fmla="*/ 399 w 399"/>
                <a:gd name="T5" fmla="*/ 304 h 608"/>
                <a:gd name="T6" fmla="*/ 95 w 399"/>
                <a:gd name="T7" fmla="*/ 608 h 608"/>
                <a:gd name="T8" fmla="*/ 0 w 399"/>
                <a:gd name="T9" fmla="*/ 512 h 608"/>
                <a:gd name="T10" fmla="*/ 212 w 399"/>
                <a:gd name="T11" fmla="*/ 300 h 608"/>
                <a:gd name="T12" fmla="*/ 4 w 399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9" h="608">
                  <a:moveTo>
                    <a:pt x="4" y="92"/>
                  </a:moveTo>
                  <a:lnTo>
                    <a:pt x="95" y="0"/>
                  </a:lnTo>
                  <a:lnTo>
                    <a:pt x="399" y="304"/>
                  </a:lnTo>
                  <a:lnTo>
                    <a:pt x="95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TextBox 4"/>
          <p:cNvSpPr txBox="1"/>
          <p:nvPr userDrawn="1"/>
        </p:nvSpPr>
        <p:spPr>
          <a:xfrm>
            <a:off x="305731" y="6526138"/>
            <a:ext cx="2909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yx.ityxb.com</a:t>
            </a:r>
            <a:endParaRPr lang="zh-CN" altLang="en-US" sz="12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0" y="6794447"/>
            <a:ext cx="10631710" cy="84639"/>
          </a:xfrm>
          <a:prstGeom prst="rect">
            <a:avLst/>
          </a:prstGeom>
          <a:solidFill>
            <a:srgbClr val="1369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 userDrawn="1"/>
        </p:nvSpPr>
        <p:spPr>
          <a:xfrm>
            <a:off x="10703717" y="6794446"/>
            <a:ext cx="1486695" cy="8463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3518" y="294845"/>
            <a:ext cx="2595061" cy="4050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959" y="4407922"/>
            <a:ext cx="10361851" cy="1362390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959" y="2907386"/>
            <a:ext cx="10361851" cy="1500534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521" y="1600572"/>
            <a:ext cx="5384099" cy="4527011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6793" y="1600572"/>
            <a:ext cx="5384099" cy="4527011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21" y="1535469"/>
            <a:ext cx="5386216" cy="63991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700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00" b="1"/>
            </a:lvl4pPr>
            <a:lvl5pPr marL="2438400" indent="0">
              <a:buNone/>
              <a:defRPr sz="2100" b="1"/>
            </a:lvl5pPr>
            <a:lvl6pPr marL="3048000" indent="0">
              <a:buNone/>
              <a:defRPr sz="2100" b="1"/>
            </a:lvl6pPr>
            <a:lvl7pPr marL="3657600" indent="0">
              <a:buNone/>
              <a:defRPr sz="2100" b="1"/>
            </a:lvl7pPr>
            <a:lvl8pPr marL="4267200" indent="0">
              <a:buNone/>
              <a:defRPr sz="2100" b="1"/>
            </a:lvl8pPr>
            <a:lvl9pPr marL="4876800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21" y="2175378"/>
            <a:ext cx="5386216" cy="395220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2562" y="1535469"/>
            <a:ext cx="5388332" cy="63991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700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00" b="1"/>
            </a:lvl4pPr>
            <a:lvl5pPr marL="2438400" indent="0">
              <a:buNone/>
              <a:defRPr sz="2100" b="1"/>
            </a:lvl5pPr>
            <a:lvl6pPr marL="3048000" indent="0">
              <a:buNone/>
              <a:defRPr sz="2100" b="1"/>
            </a:lvl6pPr>
            <a:lvl7pPr marL="3657600" indent="0">
              <a:buNone/>
              <a:defRPr sz="2100" b="1"/>
            </a:lvl7pPr>
            <a:lvl8pPr marL="4267200" indent="0">
              <a:buNone/>
              <a:defRPr sz="2100" b="1"/>
            </a:lvl8pPr>
            <a:lvl9pPr marL="4876800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2562" y="2175378"/>
            <a:ext cx="5388332" cy="395220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等腰三角形 7"/>
          <p:cNvSpPr/>
          <p:nvPr userDrawn="1"/>
        </p:nvSpPr>
        <p:spPr>
          <a:xfrm flipH="1" flipV="1">
            <a:off x="-767029" y="-29126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 userDrawn="1"/>
        </p:nvSpPr>
        <p:spPr>
          <a:xfrm flipH="1" flipV="1">
            <a:off x="1413539" y="0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/>
          <p:cNvSpPr/>
          <p:nvPr userDrawn="1"/>
        </p:nvSpPr>
        <p:spPr>
          <a:xfrm>
            <a:off x="6085438" y="4298493"/>
            <a:ext cx="5426766" cy="2559507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等腰三角形 10"/>
          <p:cNvSpPr/>
          <p:nvPr userDrawn="1"/>
        </p:nvSpPr>
        <p:spPr>
          <a:xfrm>
            <a:off x="7741543" y="3609725"/>
            <a:ext cx="6887119" cy="3248275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1" name="组合 40"/>
          <p:cNvGrpSpPr/>
          <p:nvPr userDrawn="1"/>
        </p:nvGrpSpPr>
        <p:grpSpPr>
          <a:xfrm>
            <a:off x="2308773" y="3693670"/>
            <a:ext cx="7551038" cy="105497"/>
            <a:chOff x="2101845" y="3387257"/>
            <a:chExt cx="7551038" cy="105497"/>
          </a:xfrm>
        </p:grpSpPr>
        <p:cxnSp>
          <p:nvCxnSpPr>
            <p:cNvPr id="42" name="直接连接符 41"/>
            <p:cNvCxnSpPr/>
            <p:nvPr/>
          </p:nvCxnSpPr>
          <p:spPr>
            <a:xfrm>
              <a:off x="2369489" y="3440005"/>
              <a:ext cx="728339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椭圆 44"/>
            <p:cNvSpPr/>
            <p:nvPr/>
          </p:nvSpPr>
          <p:spPr>
            <a:xfrm>
              <a:off x="2101845" y="3387257"/>
              <a:ext cx="105497" cy="105497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椭圆 1"/>
          <p:cNvSpPr/>
          <p:nvPr userDrawn="1"/>
        </p:nvSpPr>
        <p:spPr>
          <a:xfrm>
            <a:off x="9998623" y="3693670"/>
            <a:ext cx="105497" cy="105497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8890" y="5045086"/>
            <a:ext cx="3952633" cy="6169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 userDrawn="1"/>
        </p:nvCxnSpPr>
        <p:spPr>
          <a:xfrm>
            <a:off x="984634" y="1413103"/>
            <a:ext cx="101984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 userDrawn="1"/>
        </p:nvGrpSpPr>
        <p:grpSpPr>
          <a:xfrm>
            <a:off x="10607120" y="654595"/>
            <a:ext cx="575989" cy="577246"/>
            <a:chOff x="6084168" y="1274820"/>
            <a:chExt cx="432048" cy="432834"/>
          </a:xfrm>
        </p:grpSpPr>
        <p:sp>
          <p:nvSpPr>
            <p:cNvPr id="10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1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2" name="组合 11"/>
          <p:cNvGrpSpPr/>
          <p:nvPr userDrawn="1"/>
        </p:nvGrpSpPr>
        <p:grpSpPr>
          <a:xfrm>
            <a:off x="8879153" y="655120"/>
            <a:ext cx="575989" cy="576197"/>
            <a:chOff x="4788024" y="1275213"/>
            <a:chExt cx="432048" cy="432048"/>
          </a:xfrm>
        </p:grpSpPr>
        <p:sp>
          <p:nvSpPr>
            <p:cNvPr id="13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4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 userDrawn="1"/>
        </p:nvGrpSpPr>
        <p:grpSpPr>
          <a:xfrm>
            <a:off x="9743137" y="654595"/>
            <a:ext cx="577036" cy="577246"/>
            <a:chOff x="5436096" y="1274820"/>
            <a:chExt cx="432833" cy="432834"/>
          </a:xfrm>
        </p:grpSpPr>
        <p:sp>
          <p:nvSpPr>
            <p:cNvPr id="16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7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 userDrawn="1"/>
        </p:nvGrpSpPr>
        <p:grpSpPr>
          <a:xfrm>
            <a:off x="7151187" y="654595"/>
            <a:ext cx="577036" cy="577246"/>
            <a:chOff x="3491880" y="1274820"/>
            <a:chExt cx="432833" cy="432834"/>
          </a:xfrm>
        </p:grpSpPr>
        <p:sp>
          <p:nvSpPr>
            <p:cNvPr id="19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0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21" name="组合 20"/>
          <p:cNvGrpSpPr/>
          <p:nvPr userDrawn="1"/>
        </p:nvGrpSpPr>
        <p:grpSpPr>
          <a:xfrm>
            <a:off x="8015170" y="654595"/>
            <a:ext cx="577036" cy="577246"/>
            <a:chOff x="4139952" y="1274820"/>
            <a:chExt cx="432833" cy="432834"/>
          </a:xfrm>
        </p:grpSpPr>
        <p:sp>
          <p:nvSpPr>
            <p:cNvPr id="22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3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998" y="3789834"/>
            <a:ext cx="3952633" cy="616956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  <p:sp>
        <p:nvSpPr>
          <p:cNvPr id="40" name="等腰三角形 39"/>
          <p:cNvSpPr/>
          <p:nvPr userDrawn="1"/>
        </p:nvSpPr>
        <p:spPr>
          <a:xfrm>
            <a:off x="7741543" y="3609725"/>
            <a:ext cx="6887119" cy="3248275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H="1" flipV="1">
            <a:off x="-766394" y="-28491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等腰三角形 7"/>
          <p:cNvSpPr/>
          <p:nvPr userDrawn="1"/>
        </p:nvSpPr>
        <p:spPr>
          <a:xfrm flipH="1" flipV="1">
            <a:off x="1414174" y="635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 userDrawn="1"/>
        </p:nvSpPr>
        <p:spPr>
          <a:xfrm>
            <a:off x="6086073" y="4299128"/>
            <a:ext cx="5426766" cy="2559507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1" name="组合 40"/>
          <p:cNvGrpSpPr/>
          <p:nvPr userDrawn="1"/>
        </p:nvGrpSpPr>
        <p:grpSpPr>
          <a:xfrm>
            <a:off x="2308773" y="3437345"/>
            <a:ext cx="7551038" cy="105497"/>
            <a:chOff x="2101845" y="3387257"/>
            <a:chExt cx="7551038" cy="105497"/>
          </a:xfrm>
        </p:grpSpPr>
        <p:cxnSp>
          <p:nvCxnSpPr>
            <p:cNvPr id="42" name="直接连接符 41"/>
            <p:cNvCxnSpPr/>
            <p:nvPr/>
          </p:nvCxnSpPr>
          <p:spPr>
            <a:xfrm>
              <a:off x="2369489" y="3440005"/>
              <a:ext cx="728339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椭圆 44"/>
            <p:cNvSpPr/>
            <p:nvPr/>
          </p:nvSpPr>
          <p:spPr>
            <a:xfrm>
              <a:off x="2101845" y="3387257"/>
              <a:ext cx="105497" cy="105497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椭圆 9"/>
          <p:cNvSpPr/>
          <p:nvPr userDrawn="1"/>
        </p:nvSpPr>
        <p:spPr>
          <a:xfrm>
            <a:off x="10011958" y="3437345"/>
            <a:ext cx="105497" cy="105497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 descr="寄语(1)"/>
          <p:cNvPicPr>
            <a:picLocks noChangeAspect="1"/>
          </p:cNvPicPr>
          <p:nvPr userDrawn="1"/>
        </p:nvPicPr>
        <p:blipFill>
          <a:blip r:embed="rId3"/>
          <a:srcRect l="114" t="60287" r="-114" b="572"/>
          <a:stretch>
            <a:fillRect/>
          </a:stretch>
        </p:blipFill>
        <p:spPr>
          <a:xfrm>
            <a:off x="2480310" y="2508250"/>
            <a:ext cx="7532370" cy="16579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8049" y="274702"/>
            <a:ext cx="2742843" cy="58528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521" y="274702"/>
            <a:ext cx="8025355" cy="58528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605" y="6351009"/>
            <a:ext cx="2699578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5357" y="6351009"/>
            <a:ext cx="3959381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09254" y="6351009"/>
            <a:ext cx="2699578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669777" y="581333"/>
            <a:ext cx="10850541" cy="64812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/>
          </p:nvPr>
        </p:nvSpPr>
        <p:spPr>
          <a:xfrm>
            <a:off x="669820" y="1508404"/>
            <a:ext cx="10850454" cy="475004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6765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39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1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3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521" y="274702"/>
            <a:ext cx="10971372" cy="1143265"/>
          </a:xfrm>
          <a:prstGeom prst="rect">
            <a:avLst/>
          </a:prstGeom>
        </p:spPr>
        <p:txBody>
          <a:bodyPr vert="horz" lIns="121917" tIns="60958" rIns="121917" bIns="60958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21" y="1600572"/>
            <a:ext cx="10971372" cy="4527011"/>
          </a:xfrm>
          <a:prstGeom prst="rect">
            <a:avLst/>
          </a:prstGeom>
        </p:spPr>
        <p:txBody>
          <a:bodyPr vert="horz" lIns="121917" tIns="60958" rIns="121917" bIns="60958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058" y="6357822"/>
            <a:ext cx="3860297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6463" y="6357822"/>
            <a:ext cx="2844430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  <p:txStyles>
    <p:titleStyle>
      <a:lvl1pPr algn="ctr" defTabSz="1219200" rtl="0" eaLnBrk="1" latinLnBrk="0" hangingPunct="1">
        <a:spcBef>
          <a:spcPct val="0"/>
        </a:spcBef>
        <a:buNone/>
        <a:defRPr sz="59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»"/>
        <a:defRPr sz="2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9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0" Type="http://schemas.openxmlformats.org/officeDocument/2006/relationships/notesSlide" Target="../notesSlides/notesSlide4.xml"/><Relationship Id="rId1" Type="http://schemas.openxmlformats.org/officeDocument/2006/relationships/tags" Target="../tags/tag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image" Target="../media/image3.png"/><Relationship Id="rId1" Type="http://schemas.openxmlformats.org/officeDocument/2006/relationships/tags" Target="../tags/tag20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0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tags" Target="../tags/tag38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tags" Target="../tags/tag4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57.xml"/><Relationship Id="rId1" Type="http://schemas.openxmlformats.org/officeDocument/2006/relationships/tags" Target="../tags/tag56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image" Target="../media/image3.png"/><Relationship Id="rId1" Type="http://schemas.openxmlformats.org/officeDocument/2006/relationships/tags" Target="../tags/tag68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9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4.png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85.xml"/><Relationship Id="rId8" Type="http://schemas.openxmlformats.org/officeDocument/2006/relationships/hyperlink" Target="http://stu.ityxb.com/ebookview/c716ebbc30b2f9be94c001349da88e38" TargetMode="External"/><Relationship Id="rId7" Type="http://schemas.openxmlformats.org/officeDocument/2006/relationships/tags" Target="../tags/tag84.xml"/><Relationship Id="rId6" Type="http://schemas.openxmlformats.org/officeDocument/2006/relationships/image" Target="../media/image5.png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4" Type="http://schemas.openxmlformats.org/officeDocument/2006/relationships/notesSlide" Target="../notesSlides/notesSlide20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6.png"/><Relationship Id="rId11" Type="http://schemas.openxmlformats.org/officeDocument/2006/relationships/tags" Target="../tags/tag87.xml"/><Relationship Id="rId10" Type="http://schemas.openxmlformats.org/officeDocument/2006/relationships/tags" Target="../tags/tag86.xml"/><Relationship Id="rId1" Type="http://schemas.openxmlformats.org/officeDocument/2006/relationships/tags" Target="../tags/tag79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5" Type="http://schemas.openxmlformats.org/officeDocument/2006/relationships/tags" Target="../tags/tag92.xml"/><Relationship Id="rId4" Type="http://schemas.openxmlformats.org/officeDocument/2006/relationships/tags" Target="../tags/tag91.xml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tags" Target="../tags/tag88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2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tags" Target="../tags/tag97.xml"/><Relationship Id="rId4" Type="http://schemas.openxmlformats.org/officeDocument/2006/relationships/tags" Target="../tags/tag96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3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9.png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5" Type="http://schemas.openxmlformats.org/officeDocument/2006/relationships/tags" Target="../tags/tag107.xml"/><Relationship Id="rId4" Type="http://schemas.openxmlformats.org/officeDocument/2006/relationships/tags" Target="../tags/tag106.xml"/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111.xml"/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7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image" Target="../media/image3.png"/><Relationship Id="rId1" Type="http://schemas.openxmlformats.org/officeDocument/2006/relationships/tags" Target="../tags/tag112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18.xml"/><Relationship Id="rId1" Type="http://schemas.openxmlformats.org/officeDocument/2006/relationships/tags" Target="../tags/tag117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125.xml"/><Relationship Id="rId8" Type="http://schemas.openxmlformats.org/officeDocument/2006/relationships/hyperlink" Target="http://stu.ityxb.com/ebookview/497d671d69d0abc3c7ca94b75d10cd76" TargetMode="External"/><Relationship Id="rId7" Type="http://schemas.openxmlformats.org/officeDocument/2006/relationships/tags" Target="../tags/tag124.xml"/><Relationship Id="rId6" Type="http://schemas.openxmlformats.org/officeDocument/2006/relationships/image" Target="../media/image5.png"/><Relationship Id="rId5" Type="http://schemas.openxmlformats.org/officeDocument/2006/relationships/tags" Target="../tags/tag123.xml"/><Relationship Id="rId4" Type="http://schemas.openxmlformats.org/officeDocument/2006/relationships/tags" Target="../tags/tag122.xml"/><Relationship Id="rId3" Type="http://schemas.openxmlformats.org/officeDocument/2006/relationships/tags" Target="../tags/tag121.xml"/><Relationship Id="rId2" Type="http://schemas.openxmlformats.org/officeDocument/2006/relationships/tags" Target="../tags/tag120.xml"/><Relationship Id="rId15" Type="http://schemas.openxmlformats.org/officeDocument/2006/relationships/notesSlide" Target="../notesSlides/notesSlide29.xml"/><Relationship Id="rId14" Type="http://schemas.openxmlformats.org/officeDocument/2006/relationships/slideLayout" Target="../slideLayouts/slideLayout10.xml"/><Relationship Id="rId13" Type="http://schemas.openxmlformats.org/officeDocument/2006/relationships/tags" Target="../tags/tag128.xml"/><Relationship Id="rId12" Type="http://schemas.openxmlformats.org/officeDocument/2006/relationships/image" Target="../media/image6.png"/><Relationship Id="rId11" Type="http://schemas.openxmlformats.org/officeDocument/2006/relationships/tags" Target="../tags/tag127.xml"/><Relationship Id="rId10" Type="http://schemas.openxmlformats.org/officeDocument/2006/relationships/tags" Target="../tags/tag126.xml"/><Relationship Id="rId1" Type="http://schemas.openxmlformats.org/officeDocument/2006/relationships/tags" Target="../tags/tag119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0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5" Type="http://schemas.openxmlformats.org/officeDocument/2006/relationships/tags" Target="../tags/tag133.xml"/><Relationship Id="rId4" Type="http://schemas.openxmlformats.org/officeDocument/2006/relationships/tags" Target="../tags/tag132.xml"/><Relationship Id="rId3" Type="http://schemas.openxmlformats.org/officeDocument/2006/relationships/tags" Target="../tags/tag131.xml"/><Relationship Id="rId2" Type="http://schemas.openxmlformats.org/officeDocument/2006/relationships/tags" Target="../tags/tag130.xml"/><Relationship Id="rId1" Type="http://schemas.openxmlformats.org/officeDocument/2006/relationships/tags" Target="../tags/tag129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1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38.xml"/><Relationship Id="rId5" Type="http://schemas.openxmlformats.org/officeDocument/2006/relationships/tags" Target="../tags/tag137.xml"/><Relationship Id="rId4" Type="http://schemas.openxmlformats.org/officeDocument/2006/relationships/tags" Target="../tags/tag136.xml"/><Relationship Id="rId3" Type="http://schemas.openxmlformats.org/officeDocument/2006/relationships/tags" Target="../tags/tag135.xml"/><Relationship Id="rId2" Type="http://schemas.openxmlformats.org/officeDocument/2006/relationships/image" Target="../media/image3.png"/><Relationship Id="rId1" Type="http://schemas.openxmlformats.org/officeDocument/2006/relationships/tags" Target="../tags/tag134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2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40.xml"/><Relationship Id="rId1" Type="http://schemas.openxmlformats.org/officeDocument/2006/relationships/tags" Target="../tags/tag139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hyperlink" Target="http://stu.ityxb.com/ebookview/7c4e20cb090d9b326ba9201462a9c54c" TargetMode="External"/><Relationship Id="rId7" Type="http://schemas.openxmlformats.org/officeDocument/2006/relationships/tags" Target="../tags/tag146.xml"/><Relationship Id="rId6" Type="http://schemas.openxmlformats.org/officeDocument/2006/relationships/image" Target="../media/image5.png"/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tags" Target="../tags/tag142.xml"/><Relationship Id="rId15" Type="http://schemas.openxmlformats.org/officeDocument/2006/relationships/notesSlide" Target="../notesSlides/notesSlide33.xml"/><Relationship Id="rId14" Type="http://schemas.openxmlformats.org/officeDocument/2006/relationships/slideLayout" Target="../slideLayouts/slideLayout10.xml"/><Relationship Id="rId13" Type="http://schemas.openxmlformats.org/officeDocument/2006/relationships/tags" Target="../tags/tag150.xml"/><Relationship Id="rId12" Type="http://schemas.openxmlformats.org/officeDocument/2006/relationships/image" Target="../media/image6.png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41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4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5" Type="http://schemas.openxmlformats.org/officeDocument/2006/relationships/tags" Target="../tags/tag155.xml"/><Relationship Id="rId4" Type="http://schemas.openxmlformats.org/officeDocument/2006/relationships/tags" Target="../tags/tag154.xml"/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tags" Target="../tags/tag15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60.xml"/><Relationship Id="rId5" Type="http://schemas.openxmlformats.org/officeDocument/2006/relationships/tags" Target="../tags/tag159.xml"/><Relationship Id="rId4" Type="http://schemas.openxmlformats.org/officeDocument/2006/relationships/tags" Target="../tags/tag158.xml"/><Relationship Id="rId3" Type="http://schemas.openxmlformats.org/officeDocument/2006/relationships/tags" Target="../tags/tag157.xml"/><Relationship Id="rId2" Type="http://schemas.openxmlformats.org/officeDocument/2006/relationships/image" Target="../media/image3.png"/><Relationship Id="rId1" Type="http://schemas.openxmlformats.org/officeDocument/2006/relationships/tags" Target="../tags/tag156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6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62.xml"/><Relationship Id="rId1" Type="http://schemas.openxmlformats.org/officeDocument/2006/relationships/tags" Target="../tags/tag161.xml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tags" Target="../tags/tag169.xml"/><Relationship Id="rId8" Type="http://schemas.openxmlformats.org/officeDocument/2006/relationships/hyperlink" Target="http://stu.ityxb.com/ebookview/79091dd280e43b403bf394081bb72bc8" TargetMode="External"/><Relationship Id="rId7" Type="http://schemas.openxmlformats.org/officeDocument/2006/relationships/tags" Target="../tags/tag168.xml"/><Relationship Id="rId6" Type="http://schemas.openxmlformats.org/officeDocument/2006/relationships/image" Target="../media/image5.png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" Type="http://schemas.openxmlformats.org/officeDocument/2006/relationships/tags" Target="../tags/tag164.xml"/><Relationship Id="rId15" Type="http://schemas.openxmlformats.org/officeDocument/2006/relationships/notesSlide" Target="../notesSlides/notesSlide37.xml"/><Relationship Id="rId14" Type="http://schemas.openxmlformats.org/officeDocument/2006/relationships/slideLayout" Target="../slideLayouts/slideLayout10.xml"/><Relationship Id="rId13" Type="http://schemas.openxmlformats.org/officeDocument/2006/relationships/tags" Target="../tags/tag172.xml"/><Relationship Id="rId12" Type="http://schemas.openxmlformats.org/officeDocument/2006/relationships/image" Target="../media/image6.png"/><Relationship Id="rId11" Type="http://schemas.openxmlformats.org/officeDocument/2006/relationships/tags" Target="../tags/tag171.xml"/><Relationship Id="rId10" Type="http://schemas.openxmlformats.org/officeDocument/2006/relationships/tags" Target="../tags/tag170.xml"/><Relationship Id="rId1" Type="http://schemas.openxmlformats.org/officeDocument/2006/relationships/tags" Target="../tags/tag163.xml"/></Relationships>
</file>

<file path=ppt/slides/_rels/slide38.xml.rels><?xml version="1.0" encoding="UTF-8" standalone="yes"?>
<Relationships xmlns="http://schemas.openxmlformats.org/package/2006/relationships"><Relationship Id="rId9" Type="http://schemas.openxmlformats.org/officeDocument/2006/relationships/hyperlink" Target="http://stu.ityxb.com/ebookview/692091f141a6d5657601bbeff4c4bc7a" TargetMode="External"/><Relationship Id="rId8" Type="http://schemas.openxmlformats.org/officeDocument/2006/relationships/hyperlink" Target="http://stu.ityxb.com/ebookview/7bb96a4692f960b9ad40306f0359a5e9" TargetMode="External"/><Relationship Id="rId7" Type="http://schemas.openxmlformats.org/officeDocument/2006/relationships/tags" Target="../tags/tag178.xml"/><Relationship Id="rId6" Type="http://schemas.openxmlformats.org/officeDocument/2006/relationships/image" Target="../media/image5.png"/><Relationship Id="rId5" Type="http://schemas.openxmlformats.org/officeDocument/2006/relationships/tags" Target="../tags/tag177.xml"/><Relationship Id="rId4" Type="http://schemas.openxmlformats.org/officeDocument/2006/relationships/tags" Target="../tags/tag176.xml"/><Relationship Id="rId3" Type="http://schemas.openxmlformats.org/officeDocument/2006/relationships/tags" Target="../tags/tag175.xml"/><Relationship Id="rId2" Type="http://schemas.openxmlformats.org/officeDocument/2006/relationships/tags" Target="../tags/tag174.xml"/><Relationship Id="rId15" Type="http://schemas.openxmlformats.org/officeDocument/2006/relationships/notesSlide" Target="../notesSlides/notesSlide38.xml"/><Relationship Id="rId14" Type="http://schemas.openxmlformats.org/officeDocument/2006/relationships/slideLayout" Target="../slideLayouts/slideLayout10.xml"/><Relationship Id="rId13" Type="http://schemas.openxmlformats.org/officeDocument/2006/relationships/image" Target="../media/image6.png"/><Relationship Id="rId12" Type="http://schemas.openxmlformats.org/officeDocument/2006/relationships/tags" Target="../tags/tag181.xml"/><Relationship Id="rId11" Type="http://schemas.openxmlformats.org/officeDocument/2006/relationships/tags" Target="../tags/tag180.xml"/><Relationship Id="rId10" Type="http://schemas.openxmlformats.org/officeDocument/2006/relationships/tags" Target="../tags/tag179.xml"/><Relationship Id="rId1" Type="http://schemas.openxmlformats.org/officeDocument/2006/relationships/tags" Target="../tags/tag173.xml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tags" Target="../tags/tag188.xml"/><Relationship Id="rId8" Type="http://schemas.openxmlformats.org/officeDocument/2006/relationships/hyperlink" Target="http://stu.ityxb.com/ebookview/e697847a3bffdddcb9becd39d9a32b92" TargetMode="External"/><Relationship Id="rId7" Type="http://schemas.openxmlformats.org/officeDocument/2006/relationships/tags" Target="../tags/tag187.xml"/><Relationship Id="rId6" Type="http://schemas.openxmlformats.org/officeDocument/2006/relationships/image" Target="../media/image5.png"/><Relationship Id="rId5" Type="http://schemas.openxmlformats.org/officeDocument/2006/relationships/tags" Target="../tags/tag186.xml"/><Relationship Id="rId4" Type="http://schemas.openxmlformats.org/officeDocument/2006/relationships/tags" Target="../tags/tag185.xml"/><Relationship Id="rId3" Type="http://schemas.openxmlformats.org/officeDocument/2006/relationships/tags" Target="../tags/tag184.xml"/><Relationship Id="rId2" Type="http://schemas.openxmlformats.org/officeDocument/2006/relationships/tags" Target="../tags/tag183.xml"/><Relationship Id="rId14" Type="http://schemas.openxmlformats.org/officeDocument/2006/relationships/notesSlide" Target="../notesSlides/notesSlide39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6.png"/><Relationship Id="rId11" Type="http://schemas.openxmlformats.org/officeDocument/2006/relationships/tags" Target="../tags/tag190.xml"/><Relationship Id="rId10" Type="http://schemas.openxmlformats.org/officeDocument/2006/relationships/tags" Target="../tags/tag189.xml"/><Relationship Id="rId1" Type="http://schemas.openxmlformats.org/officeDocument/2006/relationships/tags" Target="../tags/tag182.xml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tags" Target="../tags/tag197.xml"/><Relationship Id="rId8" Type="http://schemas.openxmlformats.org/officeDocument/2006/relationships/hyperlink" Target="http://stu.ityxb.com/ebookview/4f753857632638635c10ade053c2466f" TargetMode="External"/><Relationship Id="rId7" Type="http://schemas.openxmlformats.org/officeDocument/2006/relationships/tags" Target="../tags/tag196.xml"/><Relationship Id="rId6" Type="http://schemas.openxmlformats.org/officeDocument/2006/relationships/image" Target="../media/image5.png"/><Relationship Id="rId5" Type="http://schemas.openxmlformats.org/officeDocument/2006/relationships/tags" Target="../tags/tag195.xml"/><Relationship Id="rId4" Type="http://schemas.openxmlformats.org/officeDocument/2006/relationships/tags" Target="../tags/tag194.xml"/><Relationship Id="rId3" Type="http://schemas.openxmlformats.org/officeDocument/2006/relationships/tags" Target="../tags/tag193.xml"/><Relationship Id="rId2" Type="http://schemas.openxmlformats.org/officeDocument/2006/relationships/tags" Target="../tags/tag192.xml"/><Relationship Id="rId14" Type="http://schemas.openxmlformats.org/officeDocument/2006/relationships/notesSlide" Target="../notesSlides/notesSlide40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6.png"/><Relationship Id="rId11" Type="http://schemas.openxmlformats.org/officeDocument/2006/relationships/tags" Target="../tags/tag199.xml"/><Relationship Id="rId10" Type="http://schemas.openxmlformats.org/officeDocument/2006/relationships/tags" Target="../tags/tag198.xml"/><Relationship Id="rId1" Type="http://schemas.openxmlformats.org/officeDocument/2006/relationships/tags" Target="../tags/tag191.xml"/></Relationships>
</file>

<file path=ppt/slides/_rels/slide41.xml.rels><?xml version="1.0" encoding="UTF-8" standalone="yes"?>
<Relationships xmlns="http://schemas.openxmlformats.org/package/2006/relationships"><Relationship Id="rId9" Type="http://schemas.openxmlformats.org/officeDocument/2006/relationships/tags" Target="../tags/tag206.xml"/><Relationship Id="rId8" Type="http://schemas.openxmlformats.org/officeDocument/2006/relationships/hyperlink" Target="http://stu.ityxb.com/ebookview/6e6042fec08e917a897733a0a56f76a5" TargetMode="External"/><Relationship Id="rId7" Type="http://schemas.openxmlformats.org/officeDocument/2006/relationships/tags" Target="../tags/tag205.xml"/><Relationship Id="rId6" Type="http://schemas.openxmlformats.org/officeDocument/2006/relationships/image" Target="../media/image5.png"/><Relationship Id="rId5" Type="http://schemas.openxmlformats.org/officeDocument/2006/relationships/tags" Target="../tags/tag204.xml"/><Relationship Id="rId4" Type="http://schemas.openxmlformats.org/officeDocument/2006/relationships/tags" Target="../tags/tag203.xml"/><Relationship Id="rId3" Type="http://schemas.openxmlformats.org/officeDocument/2006/relationships/tags" Target="../tags/tag202.xml"/><Relationship Id="rId2" Type="http://schemas.openxmlformats.org/officeDocument/2006/relationships/tags" Target="../tags/tag201.xml"/><Relationship Id="rId14" Type="http://schemas.openxmlformats.org/officeDocument/2006/relationships/notesSlide" Target="../notesSlides/notesSlide41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6.png"/><Relationship Id="rId11" Type="http://schemas.openxmlformats.org/officeDocument/2006/relationships/tags" Target="../tags/tag208.xml"/><Relationship Id="rId10" Type="http://schemas.openxmlformats.org/officeDocument/2006/relationships/tags" Target="../tags/tag207.xml"/><Relationship Id="rId1" Type="http://schemas.openxmlformats.org/officeDocument/2006/relationships/tags" Target="../tags/tag200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2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3.png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tags" Target="../tags/tag210.xml"/><Relationship Id="rId1" Type="http://schemas.openxmlformats.org/officeDocument/2006/relationships/tags" Target="../tags/tag20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文本框 18"/>
          <p:cNvSpPr txBox="1"/>
          <p:nvPr/>
        </p:nvSpPr>
        <p:spPr>
          <a:xfrm>
            <a:off x="2251710" y="2606040"/>
            <a:ext cx="8028940" cy="78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45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思源黑体 CN Medium" panose="020B0600000000000000" pitchFamily="34" charset="-122"/>
              </a:rPr>
              <a:t>第10章 MyBatis的注解开发</a:t>
            </a:r>
            <a:endParaRPr sz="45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思源黑体 CN Medium" panose="020B0600000000000000" pitchFamily="34" charset="-122"/>
            </a:endParaRPr>
          </a:p>
        </p:txBody>
      </p:sp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1003300" y="3935095"/>
            <a:ext cx="10519410" cy="430530"/>
          </a:xfrm>
          <a:prstGeom prst="rect">
            <a:avLst/>
          </a:prstGeom>
        </p:spPr>
        <p:txBody>
          <a:bodyPr vert="horz" lIns="121917" tIns="60958" rIns="121917" bIns="60958" rtlCol="0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23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《Java EE企业级应用开发教程（Spring+Spring MVC+MyBatis）（第3版）》</a:t>
            </a:r>
            <a:endParaRPr sz="23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815308" y="644513"/>
            <a:ext cx="4775842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学习目标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Target</a:t>
            </a:r>
            <a:endParaRPr lang="en-GB" altLang="zh-CN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80" name="组合 79"/>
          <p:cNvGrpSpPr/>
          <p:nvPr/>
        </p:nvGrpSpPr>
        <p:grpSpPr>
          <a:xfrm>
            <a:off x="1557655" y="3641725"/>
            <a:ext cx="9014460" cy="688340"/>
            <a:chOff x="978872" y="1800500"/>
            <a:chExt cx="6427354" cy="516136"/>
          </a:xfrm>
        </p:grpSpPr>
        <p:sp>
          <p:nvSpPr>
            <p:cNvPr id="81" name="Pentagon 3"/>
            <p:cNvSpPr/>
            <p:nvPr/>
          </p:nvSpPr>
          <p:spPr bwMode="auto">
            <a:xfrm>
              <a:off x="978872" y="1800500"/>
              <a:ext cx="6427354" cy="516136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一对一查询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，能够基于注解实现一对一查询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2" name="MH_Others_1"/>
            <p:cNvSpPr/>
            <p:nvPr/>
          </p:nvSpPr>
          <p:spPr bwMode="auto">
            <a:xfrm>
              <a:off x="985222" y="1800500"/>
              <a:ext cx="82550" cy="515937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1557655" y="2749550"/>
            <a:ext cx="9006205" cy="689610"/>
            <a:chOff x="978872" y="2570437"/>
            <a:chExt cx="5437064" cy="517208"/>
          </a:xfrm>
        </p:grpSpPr>
        <p:sp>
          <p:nvSpPr>
            <p:cNvPr id="84" name="Pentagon 5"/>
            <p:cNvSpPr/>
            <p:nvPr/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基于注解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单表增删改查操作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，能够在程序中使用注解实现单表的增删改查操作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5" name="MH_Others_1"/>
            <p:cNvSpPr/>
            <p:nvPr/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557655" y="1858645"/>
            <a:ext cx="9006205" cy="685800"/>
            <a:chOff x="978872" y="2570437"/>
            <a:chExt cx="5437064" cy="514351"/>
          </a:xfrm>
        </p:grpSpPr>
        <p:sp>
          <p:nvSpPr>
            <p:cNvPr id="10" name="Pentagon 5"/>
            <p:cNvSpPr/>
            <p:nvPr/>
          </p:nvSpPr>
          <p:spPr bwMode="auto">
            <a:xfrm>
              <a:off x="978872" y="2570438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熟悉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单表增删改查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的常见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注解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，能够简述常见注解对应的作用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11" name="MH_Others_1"/>
            <p:cNvSpPr/>
            <p:nvPr/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1557655" y="4526915"/>
            <a:ext cx="9006205" cy="689610"/>
            <a:chOff x="978872" y="2570437"/>
            <a:chExt cx="5437064" cy="517208"/>
          </a:xfrm>
        </p:grpSpPr>
        <p:sp>
          <p:nvSpPr>
            <p:cNvPr id="3" name="Pentagon 5"/>
            <p:cNvSpPr/>
            <p:nvPr>
              <p:custDataLst>
                <p:tags r:id="rId1"/>
              </p:custDataLst>
            </p:nvPr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一对多查询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，能够基于注解实现一对多查询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4" name="MH_Others_1"/>
            <p:cNvSpPr/>
            <p:nvPr>
              <p:custDataLst>
                <p:tags r:id="rId2"/>
              </p:custDataLst>
            </p:nvPr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568450" y="5439410"/>
            <a:ext cx="9006205" cy="689610"/>
            <a:chOff x="978872" y="2570437"/>
            <a:chExt cx="5437064" cy="517208"/>
          </a:xfrm>
        </p:grpSpPr>
        <p:sp>
          <p:nvSpPr>
            <p:cNvPr id="7" name="Pentagon 5"/>
            <p:cNvSpPr/>
            <p:nvPr>
              <p:custDataLst>
                <p:tags r:id="rId3"/>
              </p:custDataLst>
            </p:nvPr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多对多查询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，能够基于注解实现多对多查询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" name="MH_Others_1"/>
            <p:cNvSpPr/>
            <p:nvPr>
              <p:custDataLst>
                <p:tags r:id="rId4"/>
              </p:custDataLst>
            </p:nvPr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671292" y="572758"/>
            <a:ext cx="3911746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章节概述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sz="24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Summary</a:t>
            </a:r>
            <a:endParaRPr lang="en-GB" sz="24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/>
        </p:nvSpPr>
        <p:spPr bwMode="auto">
          <a:xfrm>
            <a:off x="1054735" y="2394585"/>
            <a:ext cx="10335895" cy="242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传统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MyBatis开发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方式通常依赖于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XML映射文件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来定义SQL语句和结果集映射，随着注解技术的不断发展，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MyBatis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也提供了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基于注解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的开发方式。这种开发方式不仅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简化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配置过程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减少了XML映射文件的数量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，还使得代码更加清晰和易于维护。通过注解，开发者可以直接在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Mapper接口的方法上定义SQL语句和结果集映射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，从而实现了代码与SQL语句的紧密结合。本章将对MyBatis的注解开发进行讲解。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1"/>
            </p:custDataLst>
          </p:nvPr>
        </p:nvSpPr>
        <p:spPr>
          <a:xfrm>
            <a:off x="1031240" y="2238375"/>
            <a:ext cx="10427335" cy="2883535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0" name="矩形 93"/>
          <p:cNvSpPr/>
          <p:nvPr>
            <p:custDataLst>
              <p:tags r:id="rId2"/>
            </p:custDataLst>
          </p:nvPr>
        </p:nvSpPr>
        <p:spPr>
          <a:xfrm>
            <a:off x="998855" y="2178685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1" name="矩形 93"/>
          <p:cNvSpPr/>
          <p:nvPr>
            <p:custDataLst>
              <p:tags r:id="rId3"/>
            </p:custDataLst>
          </p:nvPr>
        </p:nvSpPr>
        <p:spPr>
          <a:xfrm rot="10800000">
            <a:off x="11135360" y="4658995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837863" y="572758"/>
            <a:ext cx="3007988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目录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sz="24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Contents</a:t>
            </a:r>
            <a:endParaRPr lang="en-GB" sz="24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105" name="组合 104"/>
          <p:cNvGrpSpPr/>
          <p:nvPr/>
        </p:nvGrpSpPr>
        <p:grpSpPr>
          <a:xfrm>
            <a:off x="2999206" y="2442740"/>
            <a:ext cx="1120435" cy="612775"/>
            <a:chOff x="2215144" y="982844"/>
            <a:chExt cx="1169813" cy="842780"/>
          </a:xfrm>
        </p:grpSpPr>
        <p:sp>
          <p:nvSpPr>
            <p:cNvPr id="106" name="平行四边形 105"/>
            <p:cNvSpPr/>
            <p:nvPr>
              <p:custDataLst>
                <p:tags r:id="rId1"/>
              </p:custDataLst>
            </p:nvPr>
          </p:nvSpPr>
          <p:spPr>
            <a:xfrm>
              <a:off x="2215144" y="982844"/>
              <a:ext cx="1120898" cy="842780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07" name="文本框 9"/>
            <p:cNvSpPr txBox="1"/>
            <p:nvPr>
              <p:custDataLst>
                <p:tags r:id="rId2"/>
              </p:custDataLst>
            </p:nvPr>
          </p:nvSpPr>
          <p:spPr>
            <a:xfrm>
              <a:off x="2318158" y="1005670"/>
              <a:ext cx="1066799" cy="7178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10.1</a:t>
              </a:r>
              <a:endParaRPr lang="zh-CN" altLang="en-US" sz="2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08" name="组合 107"/>
          <p:cNvGrpSpPr/>
          <p:nvPr/>
        </p:nvGrpSpPr>
        <p:grpSpPr>
          <a:xfrm>
            <a:off x="2999206" y="3783584"/>
            <a:ext cx="1120435" cy="612775"/>
            <a:chOff x="2215144" y="2026500"/>
            <a:chExt cx="1169813" cy="850129"/>
          </a:xfrm>
        </p:grpSpPr>
        <p:sp>
          <p:nvSpPr>
            <p:cNvPr id="109" name="平行四边形 108"/>
            <p:cNvSpPr/>
            <p:nvPr>
              <p:custDataLst>
                <p:tags r:id="rId3"/>
              </p:custDataLst>
            </p:nvPr>
          </p:nvSpPr>
          <p:spPr>
            <a:xfrm>
              <a:off x="2215144" y="2033848"/>
              <a:ext cx="1120898" cy="842781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0" name="文本框 10"/>
            <p:cNvSpPr txBox="1"/>
            <p:nvPr>
              <p:custDataLst>
                <p:tags r:id="rId4"/>
              </p:custDataLst>
            </p:nvPr>
          </p:nvSpPr>
          <p:spPr>
            <a:xfrm>
              <a:off x="2318158" y="2026500"/>
              <a:ext cx="1066799" cy="724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10.2</a:t>
              </a:r>
              <a:endParaRPr lang="zh-CN" altLang="en-US" sz="2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11" name="组合 110"/>
          <p:cNvGrpSpPr/>
          <p:nvPr/>
        </p:nvGrpSpPr>
        <p:grpSpPr>
          <a:xfrm>
            <a:off x="3904758" y="2433861"/>
            <a:ext cx="5496560" cy="612775"/>
            <a:chOff x="4315150" y="953426"/>
            <a:chExt cx="4122956" cy="539804"/>
          </a:xfrm>
        </p:grpSpPr>
        <p:sp>
          <p:nvSpPr>
            <p:cNvPr id="112" name="矩形 111"/>
            <p:cNvSpPr/>
            <p:nvPr>
              <p:custDataLst>
                <p:tags r:id="rId5"/>
              </p:custDataLst>
            </p:nvPr>
          </p:nvSpPr>
          <p:spPr>
            <a:xfrm>
              <a:off x="4841196" y="1036090"/>
              <a:ext cx="2827147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基于注解的单表增删改查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3" name="平行四边形 112"/>
            <p:cNvSpPr/>
            <p:nvPr>
              <p:custDataLst>
                <p:tags r:id="rId6"/>
              </p:custDataLst>
            </p:nvPr>
          </p:nvSpPr>
          <p:spPr>
            <a:xfrm>
              <a:off x="4315150" y="953426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1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>
            <a:off x="3904758" y="3766758"/>
            <a:ext cx="5496560" cy="612775"/>
            <a:chOff x="4315150" y="1647579"/>
            <a:chExt cx="4122956" cy="539804"/>
          </a:xfrm>
        </p:grpSpPr>
        <p:sp>
          <p:nvSpPr>
            <p:cNvPr id="115" name="矩形 114"/>
            <p:cNvSpPr/>
            <p:nvPr>
              <p:custDataLst>
                <p:tags r:id="rId7"/>
              </p:custDataLst>
            </p:nvPr>
          </p:nvSpPr>
          <p:spPr>
            <a:xfrm>
              <a:off x="4840998" y="1730368"/>
              <a:ext cx="3238445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基于注解的关联查询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6" name="平行四边形 115"/>
            <p:cNvSpPr/>
            <p:nvPr>
              <p:custDataLst>
                <p:tags r:id="rId8"/>
              </p:custDataLst>
            </p:nvPr>
          </p:nvSpPr>
          <p:spPr>
            <a:xfrm>
              <a:off x="4315150" y="1647579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740" y="3014345"/>
            <a:ext cx="642429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10.1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054735" y="2107565"/>
            <a:ext cx="10335895" cy="1505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在数据库操作的日常实践中，对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单表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增删改查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最基础且频繁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的需求，MyBatis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基于注解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的开发方式，使得在进行单表CRUD操作时，代码更加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精简和清晰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。下面，将对MyBatis增删改查注解和基于注解的单表增删改查操作进行讲解。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2"/>
            </p:custDataLst>
          </p:nvPr>
        </p:nvSpPr>
        <p:spPr>
          <a:xfrm>
            <a:off x="1031240" y="1736090"/>
            <a:ext cx="10427335" cy="2412365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0" name="矩形 93"/>
          <p:cNvSpPr/>
          <p:nvPr>
            <p:custDataLst>
              <p:tags r:id="rId3"/>
            </p:custDataLst>
          </p:nvPr>
        </p:nvSpPr>
        <p:spPr>
          <a:xfrm>
            <a:off x="998855" y="167640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1" name="矩形 93"/>
          <p:cNvSpPr/>
          <p:nvPr>
            <p:custDataLst>
              <p:tags r:id="rId4"/>
            </p:custDataLst>
          </p:nvPr>
        </p:nvSpPr>
        <p:spPr>
          <a:xfrm rot="10800000">
            <a:off x="11135360" y="372618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熟悉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单表增删改查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常见注解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，能够简述常见注解对应的作用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221105"/>
            <a:ext cx="10295890" cy="968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单表增删改查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常用注解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主要包括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SQL语句映射注解</a:t>
            </a:r>
            <a:r>
              <a:rPr lang="en-US" altLang="zh-CN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结果集映射注解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高级特性注解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，下面分别对这三类注解进行讲解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38835" y="2273300"/>
            <a:ext cx="2990850" cy="38354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 defTabSz="914400">
              <a:buClrTx/>
              <a:buSzTx/>
              <a:buFontTx/>
            </a:pPr>
            <a:r>
              <a:rPr sz="19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1. SQL语句映射注解</a:t>
            </a:r>
            <a:endParaRPr sz="19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049020" y="2727960"/>
            <a:ext cx="10295890" cy="14071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SQL语句映射注解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是指在使用MyBatis进行开发时，用于在Java代码中定义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与J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ava方法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之间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映射关系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的注解，这些注解可以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标记在方法</a:t>
            </a:r>
            <a:r>
              <a:rPr lang="zh-CN" altLang="it-IT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和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参数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上，以指示MyBatis如何执行相应的数据库操作。通过注解的方式，开发者可以直接在Java代码中编写SQL语句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2010410"/>
            <a:ext cx="10295890" cy="968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@Insert 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用于标记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插入操作的方法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，可以在注解中编写 SQL 插入语句，并使用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 #{} 占位符引用方法参数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，示例如下。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（1）@Insert注解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9" name="矩形 18"/>
          <p:cNvSpPr/>
          <p:nvPr>
            <p:custDataLst>
              <p:tags r:id="rId5"/>
            </p:custDataLst>
          </p:nvPr>
        </p:nvSpPr>
        <p:spPr>
          <a:xfrm>
            <a:off x="967740" y="3123565"/>
            <a:ext cx="10191750" cy="1501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6"/>
            </p:custDataLst>
          </p:nvPr>
        </p:nvSpPr>
        <p:spPr>
          <a:xfrm>
            <a:off x="1489710" y="3155950"/>
            <a:ext cx="9897745" cy="73406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@Insert("INSERT INTO users(username, password) 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VALUES(#{username}, #{password})")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void insertUser(User user);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2010410"/>
            <a:ext cx="10295890" cy="184531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@Param注解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用于标记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方法参数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SQL语句中的占位符名称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使用MyBatis进行开发时，有时候方法参数的名称不能直接与SQL中的参数名称对应，或者一个方法有多个参数需要传递给SQL语句，这时候就可以使用@Param注解来明确指定参数的名称，以便正确将参数传递给SQL语句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（2）@Param注解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2010410"/>
            <a:ext cx="10295890" cy="968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@Update 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用于标记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更新操作的方法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，可以在注解中编写SQL更新语句，并使用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 #{}占位符引用方法参数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。通常更新语句中会包含一个或多个条件，确保更新操作的针对性，示例如下。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（3）@Update注解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9" name="矩形 18"/>
          <p:cNvSpPr/>
          <p:nvPr>
            <p:custDataLst>
              <p:tags r:id="rId5"/>
            </p:custDataLst>
          </p:nvPr>
        </p:nvSpPr>
        <p:spPr>
          <a:xfrm>
            <a:off x="967740" y="3123565"/>
            <a:ext cx="10191750" cy="1501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6"/>
            </p:custDataLst>
          </p:nvPr>
        </p:nvSpPr>
        <p:spPr>
          <a:xfrm>
            <a:off x="1489710" y="3155950"/>
            <a:ext cx="9897745" cy="153670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@Update("UPDATE users SET password=#{newPassword} WHERE id=#{id}")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void updateUserPassword(@Param("id") int userId,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  @Param("newPassword") String newPassword);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2010410"/>
            <a:ext cx="10295890" cy="968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@Delete注解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用于标记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删除操作的方法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，可以在注解中编写SQL删除语句，并使用 #{} 占位符引用方法参数，示例如下。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（4）@Delete注解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9" name="矩形 18"/>
          <p:cNvSpPr/>
          <p:nvPr>
            <p:custDataLst>
              <p:tags r:id="rId5"/>
            </p:custDataLst>
          </p:nvPr>
        </p:nvSpPr>
        <p:spPr>
          <a:xfrm>
            <a:off x="967740" y="3123565"/>
            <a:ext cx="10191750" cy="10375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6"/>
            </p:custDataLst>
          </p:nvPr>
        </p:nvSpPr>
        <p:spPr>
          <a:xfrm>
            <a:off x="1489710" y="3155950"/>
            <a:ext cx="9897745" cy="103060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@Delete("DELETE FROM users WHERE id=#{id}")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void deleteUser(@Param("id") int userId);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2010410"/>
            <a:ext cx="10295890" cy="968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@Select 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用于标记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查询操作的方法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，可以直接在@Select注解中编写SQL查询语句，并使用 #{} 语法来引用方法中的参数。示例如下。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（5）@Select注解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9" name="矩形 18"/>
          <p:cNvSpPr/>
          <p:nvPr>
            <p:custDataLst>
              <p:tags r:id="rId5"/>
            </p:custDataLst>
          </p:nvPr>
        </p:nvSpPr>
        <p:spPr>
          <a:xfrm>
            <a:off x="967740" y="3123565"/>
            <a:ext cx="10191750" cy="10375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6"/>
            </p:custDataLst>
          </p:nvPr>
        </p:nvSpPr>
        <p:spPr>
          <a:xfrm>
            <a:off x="1489710" y="3155950"/>
            <a:ext cx="9897745" cy="103060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@Select("SELECT * FROM users WHERE id=#{id}")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User getUserById(@Param("id") int userId);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38835" y="1268730"/>
            <a:ext cx="2990850" cy="38354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 defTabSz="914400">
              <a:buClrTx/>
              <a:buSzTx/>
              <a:buFontTx/>
            </a:pPr>
            <a:r>
              <a:rPr sz="19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2.结果集映射注解</a:t>
            </a:r>
            <a:endParaRPr sz="19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1049020" y="1723390"/>
            <a:ext cx="10295890" cy="447738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结果</a:t>
            </a:r>
            <a:r>
              <a:rPr lang="zh-CN" altLang="it-IT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集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映射注解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是MyBatis中用于指定如何将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查询结果映射到Java对象的注解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。在MyBatis中，可以使用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@Results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来定义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结果映射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。其中@Results 注解用于定义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多个结果映射规则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，可以包含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多个 @Result 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，@Result 注解用于定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义单个Java对象属性与数据表字段的映射关系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 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提供了如下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属性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设置Java对象属性和数据表字段的映射关系。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　property：用于指定实体类中对应的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属性名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　column：用于指定查询结果集中对应的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字段名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　one：用于指定描述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一对一关联关系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@One注解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，关于@One注解会在本章后续详细讲解。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　many：用于指定描述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一对多关联关系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@Many 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，关于@Many 注解会在本章后续详细讲解。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221105"/>
            <a:ext cx="10295890" cy="52959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@Results和@Result注解的使用示例如下。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>
            <p:custDataLst>
              <p:tags r:id="rId3"/>
            </p:custDataLst>
          </p:nvPr>
        </p:nvSpPr>
        <p:spPr>
          <a:xfrm>
            <a:off x="967740" y="2047240"/>
            <a:ext cx="10191750" cy="3623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4"/>
            </p:custDataLst>
          </p:nvPr>
        </p:nvSpPr>
        <p:spPr>
          <a:xfrm>
            <a:off x="1489710" y="2079625"/>
            <a:ext cx="9897745" cy="359156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@Select("SELECT * FROM users WHERE id=#{id}")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@Results({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@Result(property = "id", column = "id"),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@Result(property = "username", column = "username"),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@Result(property = "password", column = "password"),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@Result(property = "email", column = "email")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})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User getUserById(@Param("id") int userId);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38835" y="1268730"/>
            <a:ext cx="2990850" cy="38354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 defTabSz="914400">
              <a:buClrTx/>
              <a:buSzTx/>
              <a:buFontTx/>
            </a:pPr>
            <a:r>
              <a:rPr sz="19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3.高级特性注解</a:t>
            </a:r>
            <a:endParaRPr sz="19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sp>
        <p:nvSpPr>
          <p:cNvPr id="7" name="文本框 6"/>
          <p:cNvSpPr txBox="1"/>
          <p:nvPr>
            <p:custDataLst>
              <p:tags r:id="rId2"/>
            </p:custDataLst>
          </p:nvPr>
        </p:nvSpPr>
        <p:spPr>
          <a:xfrm>
            <a:off x="1049020" y="1723390"/>
            <a:ext cx="10295890" cy="40386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@Options注解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 MyBatis 中用于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配置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一些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高级选项的注解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，例如是否使用生成的键、设置超时时间、是否刷新缓存等，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常见的配置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　useGeneratedKeys：用于指定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是否使用自动生成的主键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。如果设置为true，表示会使用数据库自动生成的键值作为主键；如果设置为false，表示不使用数据库自动生成的键值，默认为false。该属性仅在执行数据库插入操作时生效。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　keyProperty：用于指定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生成的键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将会被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设置到哪个属性上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　timeout：用于指定SQL语句执行的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超时时间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，单位为秒。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　flushCache：用于指定是否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刷新缓存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，如果设置为true，表示执行该SQL语句后会刷新缓存，默认为false。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单表增删改查的常见注解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221105"/>
            <a:ext cx="10295890" cy="140716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@Options注解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通常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与@Select、@Insert、@Update、@Delete等注解一起使用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，标注在映射器接口的方法之上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，为SQL操作提供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附加的执行选项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。下面通过一个示例演示@Options注解的使用。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>
            <p:custDataLst>
              <p:tags r:id="rId3"/>
            </p:custDataLst>
          </p:nvPr>
        </p:nvSpPr>
        <p:spPr>
          <a:xfrm>
            <a:off x="967740" y="2836545"/>
            <a:ext cx="10191750" cy="23514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4"/>
            </p:custDataLst>
          </p:nvPr>
        </p:nvSpPr>
        <p:spPr>
          <a:xfrm>
            <a:off x="1489710" y="2868930"/>
            <a:ext cx="9897745" cy="229489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@Insert("INSERT INTO user (username, password) 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VALUES (#{username}, #{password})")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@Options(useGeneratedKeys = true, keyProperty = "id", 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    timeout = 30, flushCache = Options.FlushCachePolicy.TRUE)</a:t>
            </a:r>
            <a:endParaRPr sz="1800">
              <a:latin typeface="Courier New" panose="0207030902020502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309020205020404" pitchFamily="49" charset="0"/>
                <a:sym typeface="+mn-ea"/>
              </a:rPr>
              <a:t>int insertUser(User user);</a:t>
            </a:r>
            <a:endParaRPr sz="1800">
              <a:latin typeface="Courier New" panose="0207030902020502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782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基于注解的单表增删改查操作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，能够在程序中使用注解实现单表的增删改查操作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03898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1.创建项目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600960"/>
            <a:ext cx="5710555" cy="34150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在IDEA中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一个名称为chapter10的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Maven项目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，并在项目的pom.xml文件中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引入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MyBatis、MySQL连接、单元测试的相关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依赖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对比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注解方式和XML映射文件方式的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效果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，本章将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基于第8章8.6节的代码演示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基于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注解的单表增删改查操作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。将第8章8.6节的源代码复制到chapter10项目对应的路径下，</a:t>
            </a:r>
            <a:r>
              <a:rPr lang="zh-CN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稍微修改，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修改后chapter10项目的目录结构如图所示。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977265" y="1077595"/>
            <a:ext cx="612457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学习完单表增删改查的常见注解，下面通过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案例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演示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基于注解的单表增删改查操作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7" name="图片 4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894637" y="981075"/>
            <a:ext cx="2864614" cy="568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2.修改Mapper接口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753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UserMapper接口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原有的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增删改查方法上，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方式进行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标注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。User数据表的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字段名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和User对象的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属性名一致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，对此可以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省略@Results注解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指定结果集映射。同时查询方法、插入方法、更新方法和删除方法的参数都为一个，对此可以直接在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SQL语句占位符中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参数名称一致的标记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，简化代码。修改后UserMapper接口如文件10-1所示。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76664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87551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文件10-1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UserMapper.java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insertTest()方法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，测试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添加用户信息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王五的效果，如下图所示。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99197" y="2780983"/>
            <a:ext cx="9104368" cy="257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selectTest()方法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中设置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查找id为2的用户信息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后，运行selectTest()方法，效果如下图所示。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片 3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270952" y="3213418"/>
            <a:ext cx="9074034" cy="257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updateUser()方法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中设置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更新用户信息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，传递更新的用户信息中其id为4，名称为王老五，并在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更新用户信息后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调用findById()方法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查找id为4的用户信息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，运行updateUser()方法，如下图所示。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0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216660" y="3501390"/>
            <a:ext cx="9038701" cy="258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10.1.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基于注解的单表增删改查操作 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deleteTest()方法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中设置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删除id为4的用户信息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，并在删除用户信息后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调用findById()方法查找id为4的用户信息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，运行deleteTest()方法，如下图所示。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1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60450" y="3069273"/>
            <a:ext cx="9031818" cy="25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740" y="3014345"/>
            <a:ext cx="642429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基于注解的关联查询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10.2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基于注解的关联查询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054735" y="2107565"/>
            <a:ext cx="10335895" cy="1043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MyBatis的注解开发中，除了可以实现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单表的增删改查操作外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，还可以实现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多表的关联查询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，包括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一对一查询、一对多查询和多对多查询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。下面对基于注解的关联查询进行讲解。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2"/>
            </p:custDataLst>
          </p:nvPr>
        </p:nvSpPr>
        <p:spPr>
          <a:xfrm>
            <a:off x="1031240" y="1736090"/>
            <a:ext cx="10427335" cy="2039620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0" name="矩形 93"/>
          <p:cNvSpPr/>
          <p:nvPr>
            <p:custDataLst>
              <p:tags r:id="rId3"/>
            </p:custDataLst>
          </p:nvPr>
        </p:nvSpPr>
        <p:spPr>
          <a:xfrm>
            <a:off x="998855" y="167640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1" name="矩形 93"/>
          <p:cNvSpPr/>
          <p:nvPr>
            <p:custDataLst>
              <p:tags r:id="rId4"/>
            </p:custDataLst>
          </p:nvPr>
        </p:nvSpPr>
        <p:spPr>
          <a:xfrm rot="10800000">
            <a:off x="11135360" y="329565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一对一查询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一对一查询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，能够基于注解实现一对一查询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一对一查询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292860"/>
            <a:ext cx="10295890" cy="228409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MyBatis中使用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@One注解实现数据表的一对一关联查询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，通常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与@Results注解一起使用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。@One注解提供了一系列的属性用于设置一对一关联查询时的细节信息，其中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常见的属性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如下。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　fetchType：用于指定控制关联对象的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加载策略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，可选值有FetchType.EAGER（立即加载）和FetchType.LAZY（延迟加载），默认为FetchType.EAGER。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　select：用于指定</a:t>
            </a:r>
            <a:r>
              <a:rPr lang="it-IT" altLang="zh-CN" sz="19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关联查询的SQL语句或方法</a:t>
            </a:r>
            <a:r>
              <a:rPr lang="zh-CN" altLang="en-US" sz="19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9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一对一查询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82372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1.修改Mapper接口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385695"/>
            <a:ext cx="10295890" cy="216852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PersonMapper接口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定义一个名为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getIDCardByCardId()的方法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，依据人员的id查询与之匹配的身份证信息。以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注解的方式修改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查询人员信息的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方法getPersonById()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，在该方法上使用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@Select注解指定查询的SQL语句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@Results注解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定义查询的结果集映射，并通过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@One注解中的select属性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，将关联查询的方法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指定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getIDCardByCardId()，从而进行关联查询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。修改后PersonMapper接口如文件10-2所示。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434068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444955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文件10-2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PersonMapper.java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  <p:sp>
        <p:nvSpPr>
          <p:cNvPr id="5" name="文本框 4"/>
          <p:cNvSpPr txBox="1"/>
          <p:nvPr>
            <p:custDataLst>
              <p:tags r:id="rId13"/>
            </p:custDataLst>
          </p:nvPr>
        </p:nvSpPr>
        <p:spPr>
          <a:xfrm>
            <a:off x="977265" y="107759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下面在10.1节实现的代码上，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基于注解实现查询人员信息时，关联查询对应的身份证信息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一对一查询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2.测试效果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associationTest()方法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，测试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查询id为1的人员信息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" name="图片 3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270952" y="2957195"/>
            <a:ext cx="10045163" cy="18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一对多查询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一对多查询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，能够基于注解实现一对多查询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292860"/>
            <a:ext cx="10295890" cy="1476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 MyBatis中，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@Many 注解用于描述一对多关联关系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，即一个实体对象包含一个或多个与之关联的子对象集合。@Many 注解通常与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@Results注解一起使用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，常用于在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查询结果中嵌套加载一组关联对象的集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合。@Many注解的属性和@One注解的属性一致。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82372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1.修改Mapper接口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385695"/>
            <a:ext cx="10295890" cy="216852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MemberMapper接口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定义一个名为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selectOrdersByMemberId()的方法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，依据会员的id查询与之匹配的订单信息。以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注解的方式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修改查询会员信息的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方法getMemberWithOrders()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，在该方法上使用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@Select注解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指定查询的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@Results注解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定义查询的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结果集映射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@Many注解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select属性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关联查询的方法指定为selectOrdersByMemberId()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，从而实现关联查询。修改后MemberMapper接口如文件10-3所示。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434068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444955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文件10-3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MemberMapper.java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  <p:sp>
        <p:nvSpPr>
          <p:cNvPr id="5" name="文本框 4"/>
          <p:cNvSpPr txBox="1"/>
          <p:nvPr>
            <p:custDataLst>
              <p:tags r:id="rId13"/>
            </p:custDataLst>
          </p:nvPr>
        </p:nvSpPr>
        <p:spPr>
          <a:xfrm>
            <a:off x="977265" y="107759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下面通过案例演示，使用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注解实现查询会员信息时，关联查询对应的订单信息</a:t>
            </a:r>
            <a:r>
              <a:rPr lang="zh-CN" altLang="it-IT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。</a:t>
            </a:r>
            <a:endParaRPr lang="zh-CN" altLang="it-IT" sz="1800" b="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2.测试效果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MapperTest.java中的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collectionTest()方法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，测试查询id为1的会员信息，效果如下图所示。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43952" y="2853690"/>
            <a:ext cx="10142744" cy="27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多对多查询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，能够基于注解实现多对多查询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977265" y="1364615"/>
            <a:ext cx="10295890" cy="33229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多对多关联关系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是数据库设计中一种常见的实体关系类型，表示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两个实体之间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存在着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多个实例之间的多重关联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。为了有效地表示这种关系，我们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通常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采用一个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中间表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（也称为关联表或桥接表）来进行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维护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。以学生和课程为例，一个学生可以选择多门课程，同时一门课程也可以被多个学生选择，这种典型的多对多关系就需要通过中间表来实现。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中间表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通常包含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两个外键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，分别指向学生和课程表的主键，从而建立起两者之间的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关联关系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。通过这种方式，我们可以方便地查询某个学生选择的所有课程，或者某门课程的所有选课学生，实现数据的高效管理和查询。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1.数据库数据准备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74447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在名称为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mybatis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的数据库中，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学生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数据表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student、课程数据表course、学生课程关联表student_course，并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插入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若干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测试数据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，具体代码如下文件10-4所示。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91015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401902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文件10-4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manyToMany.sql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  <p:sp>
        <p:nvSpPr>
          <p:cNvPr id="5" name="文本框 4"/>
          <p:cNvSpPr txBox="1"/>
          <p:nvPr>
            <p:custDataLst>
              <p:tags r:id="rId13"/>
            </p:custDataLst>
          </p:nvPr>
        </p:nvSpPr>
        <p:spPr>
          <a:xfrm>
            <a:off x="977265" y="107759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MyBatis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没有直接提供多对多关联查询的注解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，通常根据需求由2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个一对多关联查询实现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多对多关联查询。下面基于注解实现学生和课程的多对多查询。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2.创建实体类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在项目的com.itheima.entity包中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与数据表student、course对应的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实体类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Student和Course，用于存储图书信息，具体如文件10-5和文件10-6所示。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04909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15796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文件10-5</a:t>
                </a:r>
                <a:r>
                  <a:rPr lang="en-US" sz="1800">
                    <a:sym typeface="+mn-ea"/>
                  </a:rPr>
                  <a:t>    </a:t>
                </a:r>
                <a:r>
                  <a:rPr sz="1800">
                    <a:sym typeface="+mn-ea"/>
                    <a:hlinkClick r:id="rId8"/>
                  </a:rPr>
                  <a:t>Student.java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</a:rPr>
                  <a:t>文件10-6</a:t>
                </a:r>
                <a:r>
                  <a:rPr lang="en-US" sz="1800">
                    <a:sym typeface="+mn-ea"/>
                  </a:rPr>
                  <a:t>   </a:t>
                </a:r>
                <a:r>
                  <a:rPr lang="en-US" sz="1800">
                    <a:sym typeface="+mn-ea"/>
                    <a:hlinkClick r:id="rId9"/>
                  </a:rPr>
                  <a:t> </a:t>
                </a:r>
                <a:r>
                  <a:rPr sz="1800">
                    <a:sym typeface="+mn-ea"/>
                    <a:hlinkClick r:id="rId9"/>
                  </a:rPr>
                  <a:t>Course.java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10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3.创建Mapper接口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在项目的com.itheima.mapper包中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操作Student与数据库数据映射的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Mapper接口StudentMapper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，在该接口中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定义findById()方法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用于根据学生id查找学生信息，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定义findByCourseId()方法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用于根据课程id查找选择了该课程的学生信息，具体如文件10-7所示。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26435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37323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文件10-7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StudentMapper.java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3.创建Mapper接口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在项目的com.itheima.mapper包中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操作Course对象与数据库数据映射的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Mapper接口CourseMapper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，在该接口中定义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findById()方法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用于根据学生id查找课程信息，定义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findByStudentId()方法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用于根据学生id查找该学生选择的课程信息，具体如文件10-8所示。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26435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37323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文件10-8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CourseMapper.java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4.定义测试方法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1753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en-US" altLang="zh-CN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MapperTest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测试manyToManyTest()方法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，在测试方法中通过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SqlSession对象获取StudentMapper对象和CourseMapper对象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调用对应的findById方法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查询学生信息和课程信息，其中查询出的学生信息包括其选择的课程信息，查询出的课程信息包括课程信息和选择该课程的学生信息，具体如下所示。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89232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  <a:hlinkClick r:id="rId8"/>
                  </a:rPr>
                  <a:t>manyToManyTest()方法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10.2.3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多对多查询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20204" pitchFamily="34" charset="0"/>
                  <a:ea typeface="思源黑体 CN Normal" panose="020B0400000000000000" pitchFamily="34" charset="-122"/>
                  <a:sym typeface="Arial" panose="020B0604020202020204" pitchFamily="34" charset="0"/>
                </a:rPr>
                <a:t>5.测试效果</a:t>
              </a:r>
              <a:endParaRPr sz="1700" dirty="0">
                <a:latin typeface="Arial" panose="020B0604020202020204" pitchFamily="34" charset="0"/>
                <a:ea typeface="思源黑体 CN Normal" panose="020B0400000000000000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运行manyToManyTest()方法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27442" y="2709545"/>
            <a:ext cx="9948624" cy="295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90" y="266995"/>
            <a:ext cx="5671595" cy="506086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>
              <a:buNone/>
            </a:pPr>
            <a:r>
              <a:rPr lang="zh-CN" alt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本章小结</a:t>
            </a:r>
            <a:endParaRPr lang="en-GB" altLang="zh-CN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" name="TextBox 35"/>
          <p:cNvSpPr txBox="1">
            <a:spLocks noChangeArrowheads="1"/>
          </p:cNvSpPr>
          <p:nvPr/>
        </p:nvSpPr>
        <p:spPr bwMode="auto">
          <a:xfrm>
            <a:off x="1126245" y="2908355"/>
            <a:ext cx="9793605" cy="1782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本章主要讲解了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MyBatis的注解开发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。首先讲解了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基于注解的单表增删改查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；然后讲解了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基于注解的关联查询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，包括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一对一查询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一对多查询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多对多查询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。通过本章的学习，读者可以了解MyBatis中常用注解的主要作用，并能够掌握这些注解在实际开发中的应用。在MyBatis框架中，这些注解十分重要，熟练地掌握它们能够极大地提高开发效率。</a:t>
            </a:r>
            <a:endParaRPr sz="180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839470" y="2396490"/>
            <a:ext cx="10511790" cy="2861310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cs typeface="+mn-ea"/>
              <a:sym typeface="+mn-lt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434771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/>
              <a:t>本</a:t>
            </a:r>
            <a:endParaRPr lang="zh-CN" altLang="en-US" sz="2800" b="1"/>
          </a:p>
        </p:txBody>
      </p:sp>
      <p:sp>
        <p:nvSpPr>
          <p:cNvPr id="9" name="椭圆 8"/>
          <p:cNvSpPr/>
          <p:nvPr/>
        </p:nvSpPr>
        <p:spPr>
          <a:xfrm>
            <a:off x="506653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 dirty="0">
                <a:sym typeface="+mn-ea"/>
              </a:rPr>
              <a:t>章</a:t>
            </a:r>
            <a:endParaRPr lang="zh-CN" altLang="en-US" sz="2800" b="1" dirty="0">
              <a:sym typeface="+mn-ea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578535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 dirty="0">
                <a:sym typeface="+mn-ea"/>
              </a:rPr>
              <a:t>小</a:t>
            </a:r>
            <a:endParaRPr lang="zh-CN" altLang="en-US" sz="2800" b="1" dirty="0">
              <a:sym typeface="+mn-ea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650417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>
                <a:sym typeface="+mn-ea"/>
              </a:rPr>
              <a:t>结</a:t>
            </a:r>
            <a:endParaRPr lang="zh-CN" altLang="en-US" sz="2800" b="1"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ISPRING_RESOURCE_PATHS_HASH_PRESENTER" val="3f15e6573a385e41c33bb97e7105a62faa5c484"/>
  <p:tag name="COMMONDATA" val="eyJoZGlkIjoiNTQwODNlZjBiNzRkNjZmNWIwNWFhMDg5ODM5YzE3ZjIifQ=="/>
  <p:tag name="KSO_WPP_MARK_KEY" val="982352ae-fb85-4723-8ca9-7b0b57b9b06c"/>
</p:tagLst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自定义 23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5DA2"/>
      </a:accent1>
      <a:accent2>
        <a:srgbClr val="C4C7CB"/>
      </a:accent2>
      <a:accent3>
        <a:srgbClr val="7F7F7F"/>
      </a:accent3>
      <a:accent4>
        <a:srgbClr val="7F7F7F"/>
      </a:accent4>
      <a:accent5>
        <a:srgbClr val="7F7F7F"/>
      </a:accent5>
      <a:accent6>
        <a:srgbClr val="7F7F7F"/>
      </a:accent6>
      <a:hlink>
        <a:srgbClr val="17365D"/>
      </a:hlink>
      <a:folHlink>
        <a:srgbClr val="548DD4"/>
      </a:folHlink>
    </a:clrScheme>
    <a:fontScheme name="ud0ofpxa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200" dirty="0" smtClean="0">
            <a:solidFill>
              <a:schemeClr val="tx1">
                <a:lumMod val="75000"/>
                <a:lumOff val="25000"/>
              </a:schemeClr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7253</Words>
  <Application>WPS 演示</Application>
  <PresentationFormat>自定义</PresentationFormat>
  <Paragraphs>363</Paragraphs>
  <Slides>44</Slides>
  <Notes>73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44</vt:i4>
      </vt:variant>
    </vt:vector>
  </HeadingPairs>
  <TitlesOfParts>
    <vt:vector size="64" baseType="lpstr">
      <vt:lpstr>Arial</vt:lpstr>
      <vt:lpstr>宋体</vt:lpstr>
      <vt:lpstr>Wingdings</vt:lpstr>
      <vt:lpstr>微软雅黑</vt:lpstr>
      <vt:lpstr>思源黑体 CN Medium</vt:lpstr>
      <vt:lpstr>黑体</vt:lpstr>
      <vt:lpstr>字魂58号-创中黑</vt:lpstr>
      <vt:lpstr>Source Han Sans K Bold</vt:lpstr>
      <vt:lpstr>Calibri</vt:lpstr>
      <vt:lpstr>MS UI Gothic</vt:lpstr>
      <vt:lpstr>U.S. 101</vt:lpstr>
      <vt:lpstr>Segoe Print</vt:lpstr>
      <vt:lpstr>Roboto</vt:lpstr>
      <vt:lpstr>Open Sans Light</vt:lpstr>
      <vt:lpstr>Open Sans</vt:lpstr>
      <vt:lpstr>Courier New</vt:lpstr>
      <vt:lpstr>思源黑体 CN Normal</vt:lpstr>
      <vt:lpstr>Arial Unicode MS</vt:lpstr>
      <vt:lpstr>webwppDefTheme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tk</cp:lastModifiedBy>
  <cp:revision>1842</cp:revision>
  <dcterms:created xsi:type="dcterms:W3CDTF">2020-11-11T09:29:00Z</dcterms:created>
  <dcterms:modified xsi:type="dcterms:W3CDTF">2025-08-18T03:50:49Z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69DB4B6826B6494390E926BE37E6C64D</vt:lpwstr>
  </property>
</Properties>
</file>