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5"/>
  </p:notesMasterIdLst>
  <p:handoutMasterIdLst>
    <p:handoutMasterId r:id="rId124"/>
  </p:handoutMasterIdLst>
  <p:sldIdLst>
    <p:sldId id="583" r:id="rId4"/>
    <p:sldId id="1124" r:id="rId6"/>
    <p:sldId id="586" r:id="rId7"/>
    <p:sldId id="587" r:id="rId8"/>
    <p:sldId id="309" r:id="rId9"/>
    <p:sldId id="1323" r:id="rId10"/>
    <p:sldId id="899" r:id="rId11"/>
    <p:sldId id="1480" r:id="rId12"/>
    <p:sldId id="1481" r:id="rId13"/>
    <p:sldId id="1426" r:id="rId14"/>
    <p:sldId id="1482" r:id="rId15"/>
    <p:sldId id="1483" r:id="rId16"/>
    <p:sldId id="1484" r:id="rId17"/>
    <p:sldId id="1485" r:id="rId18"/>
    <p:sldId id="1486" r:id="rId19"/>
    <p:sldId id="1487" r:id="rId20"/>
    <p:sldId id="1488" r:id="rId21"/>
    <p:sldId id="1489" r:id="rId22"/>
    <p:sldId id="1490" r:id="rId23"/>
    <p:sldId id="1427" r:id="rId24"/>
    <p:sldId id="1428" r:id="rId25"/>
    <p:sldId id="1491" r:id="rId26"/>
    <p:sldId id="1492" r:id="rId27"/>
    <p:sldId id="1493" r:id="rId28"/>
    <p:sldId id="1494" r:id="rId29"/>
    <p:sldId id="1495" r:id="rId30"/>
    <p:sldId id="1496" r:id="rId31"/>
    <p:sldId id="1498" r:id="rId32"/>
    <p:sldId id="1497" r:id="rId33"/>
    <p:sldId id="1499" r:id="rId34"/>
    <p:sldId id="1500" r:id="rId35"/>
    <p:sldId id="1501" r:id="rId36"/>
    <p:sldId id="1502" r:id="rId37"/>
    <p:sldId id="1503" r:id="rId38"/>
    <p:sldId id="1504" r:id="rId39"/>
    <p:sldId id="1505" r:id="rId40"/>
    <p:sldId id="1506" r:id="rId41"/>
    <p:sldId id="1507" r:id="rId42"/>
    <p:sldId id="1508" r:id="rId43"/>
    <p:sldId id="1510" r:id="rId44"/>
    <p:sldId id="1511" r:id="rId45"/>
    <p:sldId id="1512" r:id="rId46"/>
    <p:sldId id="1513" r:id="rId47"/>
    <p:sldId id="1514" r:id="rId48"/>
    <p:sldId id="1515" r:id="rId49"/>
    <p:sldId id="1516" r:id="rId50"/>
    <p:sldId id="1528" r:id="rId51"/>
    <p:sldId id="1518" r:id="rId52"/>
    <p:sldId id="1519" r:id="rId53"/>
    <p:sldId id="1521" r:id="rId54"/>
    <p:sldId id="1522" r:id="rId55"/>
    <p:sldId id="1523" r:id="rId56"/>
    <p:sldId id="1524" r:id="rId57"/>
    <p:sldId id="1525" r:id="rId58"/>
    <p:sldId id="1527" r:id="rId59"/>
    <p:sldId id="1526" r:id="rId60"/>
    <p:sldId id="1529" r:id="rId61"/>
    <p:sldId id="1530" r:id="rId62"/>
    <p:sldId id="1531" r:id="rId63"/>
    <p:sldId id="1532" r:id="rId64"/>
    <p:sldId id="1533" r:id="rId65"/>
    <p:sldId id="1534" r:id="rId66"/>
    <p:sldId id="1535" r:id="rId67"/>
    <p:sldId id="1536" r:id="rId68"/>
    <p:sldId id="1537" r:id="rId69"/>
    <p:sldId id="1538" r:id="rId70"/>
    <p:sldId id="1539" r:id="rId71"/>
    <p:sldId id="1540" r:id="rId72"/>
    <p:sldId id="1541" r:id="rId73"/>
    <p:sldId id="1542" r:id="rId74"/>
    <p:sldId id="1543" r:id="rId75"/>
    <p:sldId id="1544" r:id="rId76"/>
    <p:sldId id="1546" r:id="rId77"/>
    <p:sldId id="1545" r:id="rId78"/>
    <p:sldId id="1547" r:id="rId79"/>
    <p:sldId id="1548" r:id="rId80"/>
    <p:sldId id="1549" r:id="rId81"/>
    <p:sldId id="1550" r:id="rId82"/>
    <p:sldId id="1551" r:id="rId83"/>
    <p:sldId id="1552" r:id="rId84"/>
    <p:sldId id="1553" r:id="rId85"/>
    <p:sldId id="1554" r:id="rId86"/>
    <p:sldId id="1555" r:id="rId87"/>
    <p:sldId id="1556" r:id="rId88"/>
    <p:sldId id="1557" r:id="rId89"/>
    <p:sldId id="1558" r:id="rId90"/>
    <p:sldId id="1559" r:id="rId91"/>
    <p:sldId id="1560" r:id="rId92"/>
    <p:sldId id="1561" r:id="rId93"/>
    <p:sldId id="1562" r:id="rId94"/>
    <p:sldId id="1563" r:id="rId95"/>
    <p:sldId id="1564" r:id="rId96"/>
    <p:sldId id="1565" r:id="rId97"/>
    <p:sldId id="1567" r:id="rId98"/>
    <p:sldId id="1568" r:id="rId99"/>
    <p:sldId id="1569" r:id="rId100"/>
    <p:sldId id="1572" r:id="rId101"/>
    <p:sldId id="1573" r:id="rId102"/>
    <p:sldId id="1574" r:id="rId103"/>
    <p:sldId id="1575" r:id="rId104"/>
    <p:sldId id="1576" r:id="rId105"/>
    <p:sldId id="1578" r:id="rId106"/>
    <p:sldId id="1577" r:id="rId107"/>
    <p:sldId id="1579" r:id="rId108"/>
    <p:sldId id="1580" r:id="rId109"/>
    <p:sldId id="1581" r:id="rId110"/>
    <p:sldId id="1582" r:id="rId111"/>
    <p:sldId id="1584" r:id="rId112"/>
    <p:sldId id="1585" r:id="rId113"/>
    <p:sldId id="1586" r:id="rId114"/>
    <p:sldId id="1587" r:id="rId115"/>
    <p:sldId id="1588" r:id="rId116"/>
    <p:sldId id="1589" r:id="rId117"/>
    <p:sldId id="1590" r:id="rId118"/>
    <p:sldId id="1591" r:id="rId119"/>
    <p:sldId id="1592" r:id="rId120"/>
    <p:sldId id="1593" r:id="rId121"/>
    <p:sldId id="889" r:id="rId122"/>
    <p:sldId id="617" r:id="rId123"/>
  </p:sldIdLst>
  <p:sldSz cx="12190095" cy="6859270"/>
  <p:notesSz cx="6858000" cy="9144000"/>
  <p:custDataLst>
    <p:tags r:id="rId129"/>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86" userDrawn="1">
          <p15:clr>
            <a:srgbClr val="A4A3A4"/>
          </p15:clr>
        </p15:guide>
        <p15:guide id="2" pos="655" userDrawn="1">
          <p15:clr>
            <a:srgbClr val="A4A3A4"/>
          </p15:clr>
        </p15:guide>
        <p15:guide id="3" pos="699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薛蒙蒙" initials="xmm" lastIdx="10" clrIdx="0"/>
  <p:cmAuthor id="2" name="LD" initials="L" lastIdx="2" clrIdx="1"/>
  <p:cmAuthor id="3" name="Lv0593" initials="L" lastIdx="15" clrIdx="2"/>
  <p:cmAuthor id="4" name="tk" initials="tk"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DA2"/>
    <a:srgbClr val="595959"/>
    <a:srgbClr val="FAFAFA"/>
    <a:srgbClr val="FF0000"/>
    <a:srgbClr val="11D023"/>
    <a:srgbClr val="F2F2F2"/>
    <a:srgbClr val="1369B2"/>
    <a:srgbClr val="006BBC"/>
    <a:srgbClr val="0075CC"/>
    <a:srgbClr val="008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72" autoAdjust="0"/>
    <p:restoredTop sz="94660" autoAdjust="0"/>
  </p:normalViewPr>
  <p:slideViewPr>
    <p:cSldViewPr showGuides="1">
      <p:cViewPr varScale="1">
        <p:scale>
          <a:sx n="87" d="100"/>
          <a:sy n="87" d="100"/>
        </p:scale>
        <p:origin x="768" y="82"/>
      </p:cViewPr>
      <p:guideLst>
        <p:guide orient="horz" pos="986"/>
        <p:guide pos="655"/>
        <p:guide pos="6993"/>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2812"/>
        <p:guide pos="2176"/>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9" Type="http://schemas.openxmlformats.org/officeDocument/2006/relationships/tags" Target="tags/tag605.xml"/><Relationship Id="rId128" Type="http://schemas.openxmlformats.org/officeDocument/2006/relationships/commentAuthors" Target="commentAuthors.xml"/><Relationship Id="rId127" Type="http://schemas.openxmlformats.org/officeDocument/2006/relationships/tableStyles" Target="tableStyles.xml"/><Relationship Id="rId126" Type="http://schemas.openxmlformats.org/officeDocument/2006/relationships/viewProps" Target="viewProps.xml"/><Relationship Id="rId125" Type="http://schemas.openxmlformats.org/officeDocument/2006/relationships/presProps" Target="presProps.xml"/><Relationship Id="rId124" Type="http://schemas.openxmlformats.org/officeDocument/2006/relationships/handoutMaster" Target="handoutMasters/handoutMaster1.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9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9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9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3131" y="2202951"/>
            <a:ext cx="12193544" cy="2327529"/>
            <a:chOff x="169683" y="177982"/>
            <a:chExt cx="3937015" cy="751234"/>
          </a:xfrm>
        </p:grpSpPr>
        <p:sp>
          <p:nvSpPr>
            <p:cNvPr id="44" name="等腰三角形 43"/>
            <p:cNvSpPr/>
            <p:nvPr/>
          </p:nvSpPr>
          <p:spPr>
            <a:xfrm>
              <a:off x="1587695"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169683" y="57270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48467" y="177982"/>
              <a:ext cx="1418233" cy="751234"/>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10631710"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8903743"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9767727"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7175776"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039760"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a:solidFill>
                  <a:srgbClr val="595959"/>
                </a:solidFill>
                <a:latin typeface="微软雅黑" panose="020B0503020204020204" pitchFamily="34" charset="-122"/>
                <a:ea typeface="微软雅黑" panose="020B0503020204020204" pitchFamily="34" charset="-122"/>
              </a:rPr>
              <a:t>yx.ityxb.com</a:t>
            </a:r>
            <a:endParaRPr lang="zh-CN" altLang="en-US" sz="1200" b="0" dirty="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03518" y="294845"/>
            <a:ext cx="2595061" cy="4050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4" Type="http://schemas.openxmlformats.org/officeDocument/2006/relationships/theme" Target="../theme/theme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latin typeface="微软雅黑" panose="020B0503020204020204" pitchFamily="34" charset="-122"/>
                <a:ea typeface="微软雅黑" panose="020B0503020204020204" pitchFamily="34" charset="-122"/>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latin typeface="微软雅黑" panose="020B0503020204020204" pitchFamily="34" charset="-122"/>
                <a:ea typeface="微软雅黑" panose="020B0503020204020204" pitchFamily="34" charset="-122"/>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微软雅黑" panose="020B0503020204020204" pitchFamily="34" charset="-122"/>
          <a:ea typeface="微软雅黑" panose="020B0503020204020204" pitchFamily="34" charset="-122"/>
          <a:cs typeface="+mj-cs"/>
        </a:defRPr>
      </a:lvl1pPr>
    </p:titleStyle>
    <p:body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微软雅黑" panose="020B0503020204020204" pitchFamily="34" charset="-122"/>
          <a:ea typeface="微软雅黑" panose="020B0503020204020204" pitchFamily="34" charset="-122"/>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微软雅黑" panose="020B0503020204020204" pitchFamily="34" charset="-122"/>
          <a:ea typeface="微软雅黑" panose="020B0503020204020204" pitchFamily="34" charset="-122"/>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微软雅黑" panose="020B0503020204020204" pitchFamily="34" charset="-122"/>
          <a:ea typeface="微软雅黑" panose="020B0503020204020204" pitchFamily="34" charset="-122"/>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微软雅黑" panose="020B0503020204020204" pitchFamily="34" charset="-122"/>
          <a:ea typeface="微软雅黑" panose="020B0503020204020204" pitchFamily="34" charset="-122"/>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9.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9.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2" Type="http://schemas.openxmlformats.org/officeDocument/2006/relationships/notesSlide" Target="../notesSlides/notesSlide4.xml"/><Relationship Id="rId21" Type="http://schemas.openxmlformats.org/officeDocument/2006/relationships/slideLayout" Target="../slideLayouts/slideLayout19.xml"/><Relationship Id="rId20" Type="http://schemas.openxmlformats.org/officeDocument/2006/relationships/tags" Target="../tags/tag27.xml"/><Relationship Id="rId2" Type="http://schemas.openxmlformats.org/officeDocument/2006/relationships/tags" Target="../tags/tag9.xml"/><Relationship Id="rId19" Type="http://schemas.openxmlformats.org/officeDocument/2006/relationships/tags" Target="../tags/tag26.xml"/><Relationship Id="rId18" Type="http://schemas.openxmlformats.org/officeDocument/2006/relationships/tags" Target="../tags/tag25.xml"/><Relationship Id="rId17" Type="http://schemas.openxmlformats.org/officeDocument/2006/relationships/tags" Target="../tags/tag24.xml"/><Relationship Id="rId16" Type="http://schemas.openxmlformats.org/officeDocument/2006/relationships/tags" Target="../tags/tag23.xml"/><Relationship Id="rId15" Type="http://schemas.openxmlformats.org/officeDocument/2006/relationships/tags" Target="../tags/tag22.xml"/><Relationship Id="rId14" Type="http://schemas.openxmlformats.org/officeDocument/2006/relationships/tags" Target="../tags/tag21.xml"/><Relationship Id="rId13" Type="http://schemas.openxmlformats.org/officeDocument/2006/relationships/tags" Target="../tags/tag20.xml"/><Relationship Id="rId12" Type="http://schemas.openxmlformats.org/officeDocument/2006/relationships/tags" Target="../tags/tag19.xml"/><Relationship Id="rId11" Type="http://schemas.openxmlformats.org/officeDocument/2006/relationships/tags" Target="../tags/tag18.xml"/><Relationship Id="rId10" Type="http://schemas.openxmlformats.org/officeDocument/2006/relationships/tags" Target="../tags/tag17.xml"/><Relationship Id="rId1" Type="http://schemas.openxmlformats.org/officeDocument/2006/relationships/tags" Target="../tags/tag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0.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image" Target="../media/image2.png"/><Relationship Id="rId1" Type="http://schemas.openxmlformats.org/officeDocument/2006/relationships/tags" Target="../tags/tag2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tags" Target="../tags/tag3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0.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0.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image" Target="../media/image2.png"/><Relationship Id="rId1" Type="http://schemas.openxmlformats.org/officeDocument/2006/relationships/tags" Target="../tags/tag3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0.xml"/><Relationship Id="rId1" Type="http://schemas.openxmlformats.org/officeDocument/2006/relationships/tags" Target="../tags/tag43.xml"/></Relationships>
</file>

<file path=ppt/slides/_rels/slide13.xml.rels><?xml version="1.0" encoding="UTF-8" standalone="yes"?>
<Relationships xmlns="http://schemas.openxmlformats.org/package/2006/relationships"><Relationship Id="rId9" Type="http://schemas.openxmlformats.org/officeDocument/2006/relationships/tags" Target="../tags/tag50.xml"/><Relationship Id="rId8" Type="http://schemas.openxmlformats.org/officeDocument/2006/relationships/tags" Target="../tags/tag49.xml"/><Relationship Id="rId7" Type="http://schemas.openxmlformats.org/officeDocument/2006/relationships/hyperlink" Target="http://stu.ityxb.com/ebookview/0a71eac7140a0280e48c026b267972ec" TargetMode="External"/><Relationship Id="rId6" Type="http://schemas.openxmlformats.org/officeDocument/2006/relationships/tags" Target="../tags/tag48.xml"/><Relationship Id="rId5" Type="http://schemas.openxmlformats.org/officeDocument/2006/relationships/image" Target="../media/image4.png"/><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6" Type="http://schemas.openxmlformats.org/officeDocument/2006/relationships/notesSlide" Target="../notesSlides/notesSlide13.xml"/><Relationship Id="rId15" Type="http://schemas.openxmlformats.org/officeDocument/2006/relationships/slideLayout" Target="../slideLayouts/slideLayout10.xml"/><Relationship Id="rId14" Type="http://schemas.openxmlformats.org/officeDocument/2006/relationships/tags" Target="../tags/tag53.xml"/><Relationship Id="rId13" Type="http://schemas.openxmlformats.org/officeDocument/2006/relationships/tags" Target="../tags/tag52.xml"/><Relationship Id="rId12" Type="http://schemas.openxmlformats.org/officeDocument/2006/relationships/image" Target="../media/image6.svg"/><Relationship Id="rId11" Type="http://schemas.openxmlformats.org/officeDocument/2006/relationships/image" Target="../media/image5.png"/><Relationship Id="rId10" Type="http://schemas.openxmlformats.org/officeDocument/2006/relationships/tags" Target="../tags/tag51.xml"/><Relationship Id="rId1" Type="http://schemas.openxmlformats.org/officeDocument/2006/relationships/tags" Target="../tags/tag44.xml"/></Relationships>
</file>

<file path=ppt/slides/_rels/slide14.xml.rels><?xml version="1.0" encoding="UTF-8" standalone="yes"?>
<Relationships xmlns="http://schemas.openxmlformats.org/package/2006/relationships"><Relationship Id="rId9" Type="http://schemas.openxmlformats.org/officeDocument/2006/relationships/tags" Target="../tags/tag60.xml"/><Relationship Id="rId8" Type="http://schemas.openxmlformats.org/officeDocument/2006/relationships/tags" Target="../tags/tag59.xml"/><Relationship Id="rId7" Type="http://schemas.openxmlformats.org/officeDocument/2006/relationships/hyperlink" Target="http://stu.ityxb.com/ebookview/c8dec03850809cf9ce4c42ffcc784fd2" TargetMode="External"/><Relationship Id="rId6" Type="http://schemas.openxmlformats.org/officeDocument/2006/relationships/tags" Target="../tags/tag58.xml"/><Relationship Id="rId5" Type="http://schemas.openxmlformats.org/officeDocument/2006/relationships/image" Target="../media/image4.png"/><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5" Type="http://schemas.openxmlformats.org/officeDocument/2006/relationships/notesSlide" Target="../notesSlides/notesSlide14.xml"/><Relationship Id="rId14" Type="http://schemas.openxmlformats.org/officeDocument/2006/relationships/slideLayout" Target="../slideLayouts/slideLayout10.xml"/><Relationship Id="rId13" Type="http://schemas.openxmlformats.org/officeDocument/2006/relationships/tags" Target="../tags/tag62.xml"/><Relationship Id="rId12" Type="http://schemas.openxmlformats.org/officeDocument/2006/relationships/image" Target="../media/image6.svg"/><Relationship Id="rId11" Type="http://schemas.openxmlformats.org/officeDocument/2006/relationships/image" Target="../media/image5.png"/><Relationship Id="rId10" Type="http://schemas.openxmlformats.org/officeDocument/2006/relationships/tags" Target="../tags/tag61.xml"/><Relationship Id="rId1" Type="http://schemas.openxmlformats.org/officeDocument/2006/relationships/tags" Target="../tags/tag54.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0.xml"/><Relationship Id="rId6" Type="http://schemas.openxmlformats.org/officeDocument/2006/relationships/image" Target="../media/image7.png"/><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10.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image" Target="../media/image2.png"/><Relationship Id="rId1" Type="http://schemas.openxmlformats.org/officeDocument/2006/relationships/tags" Target="../tags/tag68.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0.xml"/><Relationship Id="rId1" Type="http://schemas.openxmlformats.org/officeDocument/2006/relationships/tags" Target="../tags/tag73.xml"/></Relationships>
</file>

<file path=ppt/slides/_rels/slide18.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79.xml"/><Relationship Id="rId7" Type="http://schemas.openxmlformats.org/officeDocument/2006/relationships/tags" Target="../tags/tag78.xml"/><Relationship Id="rId6" Type="http://schemas.openxmlformats.org/officeDocument/2006/relationships/tags" Target="../tags/tag77.xml"/><Relationship Id="rId5" Type="http://schemas.openxmlformats.org/officeDocument/2006/relationships/hyperlink" Target="http://stu.ityxb.com/ebookview/134802433b7b268ec16a24779a958ba2" TargetMode="External"/><Relationship Id="rId4" Type="http://schemas.openxmlformats.org/officeDocument/2006/relationships/tags" Target="../tags/tag76.xml"/><Relationship Id="rId3" Type="http://schemas.openxmlformats.org/officeDocument/2006/relationships/image" Target="../media/image4.png"/><Relationship Id="rId2" Type="http://schemas.openxmlformats.org/officeDocument/2006/relationships/tags" Target="../tags/tag75.xml"/><Relationship Id="rId13" Type="http://schemas.openxmlformats.org/officeDocument/2006/relationships/notesSlide" Target="../notesSlides/notesSlide18.xml"/><Relationship Id="rId12" Type="http://schemas.openxmlformats.org/officeDocument/2006/relationships/slideLayout" Target="../slideLayouts/slideLayout10.xml"/><Relationship Id="rId11" Type="http://schemas.openxmlformats.org/officeDocument/2006/relationships/tags" Target="../tags/tag80.xml"/><Relationship Id="rId10" Type="http://schemas.openxmlformats.org/officeDocument/2006/relationships/image" Target="../media/image6.svg"/><Relationship Id="rId1" Type="http://schemas.openxmlformats.org/officeDocument/2006/relationships/tags" Target="../tags/tag74.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10.xml"/><Relationship Id="rId4" Type="http://schemas.openxmlformats.org/officeDocument/2006/relationships/image" Target="../media/image8.png"/><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0.xml"/><Relationship Id="rId1" Type="http://schemas.openxmlformats.org/officeDocument/2006/relationships/tags" Target="../tags/tag8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tags" Target="../tags/tag85.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0.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tags" Target="../tags/tag89.xml"/></Relationships>
</file>

<file path=ppt/slides/_rels/slide24.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hyperlink" Target="http://stu.ityxb.com/ebookview/aed445d40ada166b64b2e464096accfe" TargetMode="External"/><Relationship Id="rId4" Type="http://schemas.openxmlformats.org/officeDocument/2006/relationships/tags" Target="../tags/tag92.xml"/><Relationship Id="rId3" Type="http://schemas.openxmlformats.org/officeDocument/2006/relationships/image" Target="../media/image4.png"/><Relationship Id="rId2" Type="http://schemas.openxmlformats.org/officeDocument/2006/relationships/tags" Target="../tags/tag91.xml"/><Relationship Id="rId13" Type="http://schemas.openxmlformats.org/officeDocument/2006/relationships/notesSlide" Target="../notesSlides/notesSlide24.xml"/><Relationship Id="rId12" Type="http://schemas.openxmlformats.org/officeDocument/2006/relationships/slideLayout" Target="../slideLayouts/slideLayout10.xml"/><Relationship Id="rId11" Type="http://schemas.openxmlformats.org/officeDocument/2006/relationships/tags" Target="../tags/tag96.xml"/><Relationship Id="rId10" Type="http://schemas.openxmlformats.org/officeDocument/2006/relationships/image" Target="../media/image6.svg"/><Relationship Id="rId1" Type="http://schemas.openxmlformats.org/officeDocument/2006/relationships/tags" Target="../tags/tag90.xml"/></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10.xml"/><Relationship Id="rId4" Type="http://schemas.openxmlformats.org/officeDocument/2006/relationships/image" Target="../media/image9.png"/><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26.xml"/><Relationship Id="rId7" Type="http://schemas.openxmlformats.org/officeDocument/2006/relationships/slideLayout" Target="../slideLayouts/slideLayout10.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image" Target="../media/image2.png"/><Relationship Id="rId1" Type="http://schemas.openxmlformats.org/officeDocument/2006/relationships/tags" Target="../tags/tag100.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0.xml"/><Relationship Id="rId1" Type="http://schemas.openxmlformats.org/officeDocument/2006/relationships/tags" Target="../tags/tag10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0.xml"/><Relationship Id="rId1" Type="http://schemas.openxmlformats.org/officeDocument/2006/relationships/tags" Target="../tags/tag106.xml"/></Relationships>
</file>

<file path=ppt/slides/_rels/slide29.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112.xml"/><Relationship Id="rId7" Type="http://schemas.openxmlformats.org/officeDocument/2006/relationships/tags" Target="../tags/tag111.xml"/><Relationship Id="rId6" Type="http://schemas.openxmlformats.org/officeDocument/2006/relationships/tags" Target="../tags/tag110.xml"/><Relationship Id="rId5" Type="http://schemas.openxmlformats.org/officeDocument/2006/relationships/hyperlink" Target="http://stu.ityxb.com/ebookview/d14cfab0f493d4cc2c67ccad223687f5" TargetMode="External"/><Relationship Id="rId4" Type="http://schemas.openxmlformats.org/officeDocument/2006/relationships/tags" Target="../tags/tag109.xml"/><Relationship Id="rId3" Type="http://schemas.openxmlformats.org/officeDocument/2006/relationships/image" Target="../media/image4.png"/><Relationship Id="rId2" Type="http://schemas.openxmlformats.org/officeDocument/2006/relationships/tags" Target="../tags/tag108.xml"/><Relationship Id="rId16" Type="http://schemas.openxmlformats.org/officeDocument/2006/relationships/notesSlide" Target="../notesSlides/notesSlide29.xml"/><Relationship Id="rId15" Type="http://schemas.openxmlformats.org/officeDocument/2006/relationships/slideLayout" Target="../slideLayouts/slideLayout10.xml"/><Relationship Id="rId14" Type="http://schemas.openxmlformats.org/officeDocument/2006/relationships/tags" Target="../tags/tag116.xml"/><Relationship Id="rId13" Type="http://schemas.openxmlformats.org/officeDocument/2006/relationships/tags" Target="../tags/tag115.xml"/><Relationship Id="rId12" Type="http://schemas.openxmlformats.org/officeDocument/2006/relationships/tags" Target="../tags/tag114.xml"/><Relationship Id="rId11" Type="http://schemas.openxmlformats.org/officeDocument/2006/relationships/tags" Target="../tags/tag113.xml"/><Relationship Id="rId10" Type="http://schemas.openxmlformats.org/officeDocument/2006/relationships/image" Target="../media/image6.svg"/><Relationship Id="rId1" Type="http://schemas.openxmlformats.org/officeDocument/2006/relationships/tags" Target="../tags/tag107.xml"/></Relationships>
</file>

<file path=ppt/slides/_rels/slide30.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122.xml"/><Relationship Id="rId7" Type="http://schemas.openxmlformats.org/officeDocument/2006/relationships/tags" Target="../tags/tag121.xml"/><Relationship Id="rId6" Type="http://schemas.openxmlformats.org/officeDocument/2006/relationships/tags" Target="../tags/tag120.xml"/><Relationship Id="rId5" Type="http://schemas.openxmlformats.org/officeDocument/2006/relationships/hyperlink" Target="http://stu.ityxb.com/ebookview/59f1c26c7c4c508b033e8fac82b9763a" TargetMode="External"/><Relationship Id="rId4" Type="http://schemas.openxmlformats.org/officeDocument/2006/relationships/tags" Target="../tags/tag119.xml"/><Relationship Id="rId3" Type="http://schemas.openxmlformats.org/officeDocument/2006/relationships/image" Target="../media/image4.png"/><Relationship Id="rId2" Type="http://schemas.openxmlformats.org/officeDocument/2006/relationships/tags" Target="../tags/tag118.xml"/><Relationship Id="rId15" Type="http://schemas.openxmlformats.org/officeDocument/2006/relationships/notesSlide" Target="../notesSlides/notesSlide30.xml"/><Relationship Id="rId14" Type="http://schemas.openxmlformats.org/officeDocument/2006/relationships/slideLayout" Target="../slideLayouts/slideLayout10.xml"/><Relationship Id="rId13" Type="http://schemas.openxmlformats.org/officeDocument/2006/relationships/tags" Target="../tags/tag125.xml"/><Relationship Id="rId12" Type="http://schemas.openxmlformats.org/officeDocument/2006/relationships/tags" Target="../tags/tag124.xml"/><Relationship Id="rId11" Type="http://schemas.openxmlformats.org/officeDocument/2006/relationships/tags" Target="../tags/tag123.xml"/><Relationship Id="rId10" Type="http://schemas.openxmlformats.org/officeDocument/2006/relationships/image" Target="../media/image6.svg"/><Relationship Id="rId1" Type="http://schemas.openxmlformats.org/officeDocument/2006/relationships/tags" Target="../tags/tag117.xml"/></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31.xml"/><Relationship Id="rId7" Type="http://schemas.openxmlformats.org/officeDocument/2006/relationships/slideLayout" Target="../slideLayouts/slideLayout10.xml"/><Relationship Id="rId6" Type="http://schemas.openxmlformats.org/officeDocument/2006/relationships/image" Target="../media/image10.png"/><Relationship Id="rId5" Type="http://schemas.openxmlformats.org/officeDocument/2006/relationships/tags" Target="../tags/tag130.xml"/><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32.xml"/><Relationship Id="rId7" Type="http://schemas.openxmlformats.org/officeDocument/2006/relationships/slideLayout" Target="../slideLayouts/slideLayout10.xml"/><Relationship Id="rId6" Type="http://schemas.openxmlformats.org/officeDocument/2006/relationships/image" Target="../media/image11.png"/><Relationship Id="rId5" Type="http://schemas.openxmlformats.org/officeDocument/2006/relationships/tags" Target="../tags/tag135.xml"/><Relationship Id="rId4" Type="http://schemas.openxmlformats.org/officeDocument/2006/relationships/tags" Target="../tags/tag134.xml"/><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tags" Target="../tags/tag131.xml"/></Relationships>
</file>

<file path=ppt/slides/_rels/slide33.xml.rels><?xml version="1.0" encoding="UTF-8" standalone="yes"?>
<Relationships xmlns="http://schemas.openxmlformats.org/package/2006/relationships"><Relationship Id="rId8" Type="http://schemas.openxmlformats.org/officeDocument/2006/relationships/notesSlide" Target="../notesSlides/notesSlide33.xml"/><Relationship Id="rId7" Type="http://schemas.openxmlformats.org/officeDocument/2006/relationships/slideLayout" Target="../slideLayouts/slideLayout10.xml"/><Relationship Id="rId6" Type="http://schemas.openxmlformats.org/officeDocument/2006/relationships/tags" Target="../tags/tag140.xml"/><Relationship Id="rId5" Type="http://schemas.openxmlformats.org/officeDocument/2006/relationships/tags" Target="../tags/tag139.xml"/><Relationship Id="rId4" Type="http://schemas.openxmlformats.org/officeDocument/2006/relationships/tags" Target="../tags/tag138.xml"/><Relationship Id="rId3" Type="http://schemas.openxmlformats.org/officeDocument/2006/relationships/tags" Target="../tags/tag137.xml"/><Relationship Id="rId2" Type="http://schemas.openxmlformats.org/officeDocument/2006/relationships/image" Target="../media/image2.png"/><Relationship Id="rId1" Type="http://schemas.openxmlformats.org/officeDocument/2006/relationships/tags" Target="../tags/tag136.xml"/></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10.xml"/><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s>
</file>

<file path=ppt/slides/_rels/slide35.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149.xml"/><Relationship Id="rId7" Type="http://schemas.openxmlformats.org/officeDocument/2006/relationships/tags" Target="../tags/tag148.xml"/><Relationship Id="rId6" Type="http://schemas.openxmlformats.org/officeDocument/2006/relationships/tags" Target="../tags/tag147.xml"/><Relationship Id="rId5" Type="http://schemas.openxmlformats.org/officeDocument/2006/relationships/hyperlink" Target="http://stu.ityxb.com/ebookview/f189742531bb5dc181f9a68246f51fed" TargetMode="External"/><Relationship Id="rId4" Type="http://schemas.openxmlformats.org/officeDocument/2006/relationships/tags" Target="../tags/tag146.xml"/><Relationship Id="rId3" Type="http://schemas.openxmlformats.org/officeDocument/2006/relationships/image" Target="../media/image4.png"/><Relationship Id="rId2" Type="http://schemas.openxmlformats.org/officeDocument/2006/relationships/tags" Target="../tags/tag145.xml"/><Relationship Id="rId16" Type="http://schemas.openxmlformats.org/officeDocument/2006/relationships/notesSlide" Target="../notesSlides/notesSlide35.xml"/><Relationship Id="rId15" Type="http://schemas.openxmlformats.org/officeDocument/2006/relationships/slideLayout" Target="../slideLayouts/slideLayout10.xml"/><Relationship Id="rId14" Type="http://schemas.openxmlformats.org/officeDocument/2006/relationships/tags" Target="../tags/tag153.xml"/><Relationship Id="rId13" Type="http://schemas.openxmlformats.org/officeDocument/2006/relationships/tags" Target="../tags/tag152.xml"/><Relationship Id="rId12" Type="http://schemas.openxmlformats.org/officeDocument/2006/relationships/tags" Target="../tags/tag151.xml"/><Relationship Id="rId11" Type="http://schemas.openxmlformats.org/officeDocument/2006/relationships/tags" Target="../tags/tag150.xml"/><Relationship Id="rId10" Type="http://schemas.openxmlformats.org/officeDocument/2006/relationships/image" Target="../media/image6.svg"/><Relationship Id="rId1" Type="http://schemas.openxmlformats.org/officeDocument/2006/relationships/tags" Target="../tags/tag144.xml"/></Relationships>
</file>

<file path=ppt/slides/_rels/slide36.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159.xml"/><Relationship Id="rId7" Type="http://schemas.openxmlformats.org/officeDocument/2006/relationships/tags" Target="../tags/tag158.xml"/><Relationship Id="rId6" Type="http://schemas.openxmlformats.org/officeDocument/2006/relationships/tags" Target="../tags/tag157.xml"/><Relationship Id="rId5" Type="http://schemas.openxmlformats.org/officeDocument/2006/relationships/hyperlink" Target="http://stu.ityxb.com/ebookview/9d1f6278eca35cf46e5c5566f7fcf29e" TargetMode="External"/><Relationship Id="rId4" Type="http://schemas.openxmlformats.org/officeDocument/2006/relationships/tags" Target="../tags/tag156.xml"/><Relationship Id="rId3" Type="http://schemas.openxmlformats.org/officeDocument/2006/relationships/image" Target="../media/image4.png"/><Relationship Id="rId2" Type="http://schemas.openxmlformats.org/officeDocument/2006/relationships/tags" Target="../tags/tag155.xml"/><Relationship Id="rId15" Type="http://schemas.openxmlformats.org/officeDocument/2006/relationships/notesSlide" Target="../notesSlides/notesSlide36.xml"/><Relationship Id="rId14" Type="http://schemas.openxmlformats.org/officeDocument/2006/relationships/slideLayout" Target="../slideLayouts/slideLayout10.xml"/><Relationship Id="rId13" Type="http://schemas.openxmlformats.org/officeDocument/2006/relationships/tags" Target="../tags/tag162.xml"/><Relationship Id="rId12" Type="http://schemas.openxmlformats.org/officeDocument/2006/relationships/tags" Target="../tags/tag161.xml"/><Relationship Id="rId11" Type="http://schemas.openxmlformats.org/officeDocument/2006/relationships/tags" Target="../tags/tag160.xml"/><Relationship Id="rId10" Type="http://schemas.openxmlformats.org/officeDocument/2006/relationships/image" Target="../media/image6.svg"/><Relationship Id="rId1" Type="http://schemas.openxmlformats.org/officeDocument/2006/relationships/tags" Target="../tags/tag154.xml"/></Relationships>
</file>

<file path=ppt/slides/_rels/slide37.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168.xml"/><Relationship Id="rId7" Type="http://schemas.openxmlformats.org/officeDocument/2006/relationships/tags" Target="../tags/tag167.xml"/><Relationship Id="rId6" Type="http://schemas.openxmlformats.org/officeDocument/2006/relationships/tags" Target="../tags/tag166.xml"/><Relationship Id="rId5" Type="http://schemas.openxmlformats.org/officeDocument/2006/relationships/hyperlink" Target="http://stu.ityxb.com/ebookview/5bfa5bf306bda65a8733adf5de8952d8" TargetMode="External"/><Relationship Id="rId4" Type="http://schemas.openxmlformats.org/officeDocument/2006/relationships/tags" Target="../tags/tag165.xml"/><Relationship Id="rId3" Type="http://schemas.openxmlformats.org/officeDocument/2006/relationships/image" Target="../media/image4.png"/><Relationship Id="rId2" Type="http://schemas.openxmlformats.org/officeDocument/2006/relationships/tags" Target="../tags/tag164.xml"/><Relationship Id="rId15" Type="http://schemas.openxmlformats.org/officeDocument/2006/relationships/notesSlide" Target="../notesSlides/notesSlide37.xml"/><Relationship Id="rId14" Type="http://schemas.openxmlformats.org/officeDocument/2006/relationships/slideLayout" Target="../slideLayouts/slideLayout10.xml"/><Relationship Id="rId13" Type="http://schemas.openxmlformats.org/officeDocument/2006/relationships/tags" Target="../tags/tag171.xml"/><Relationship Id="rId12" Type="http://schemas.openxmlformats.org/officeDocument/2006/relationships/tags" Target="../tags/tag170.xml"/><Relationship Id="rId11" Type="http://schemas.openxmlformats.org/officeDocument/2006/relationships/tags" Target="../tags/tag169.xml"/><Relationship Id="rId10" Type="http://schemas.openxmlformats.org/officeDocument/2006/relationships/image" Target="../media/image6.svg"/><Relationship Id="rId1" Type="http://schemas.openxmlformats.org/officeDocument/2006/relationships/tags" Target="../tags/tag163.xml"/></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38.xml"/><Relationship Id="rId7"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tags" Target="../tags/tag176.xml"/><Relationship Id="rId4" Type="http://schemas.openxmlformats.org/officeDocument/2006/relationships/tags" Target="../tags/tag175.xml"/><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ags" Target="../tags/tag17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0.xml"/><Relationship Id="rId1" Type="http://schemas.openxmlformats.org/officeDocument/2006/relationships/tags" Target="../tags/tag177.xml"/></Relationships>
</file>

<file path=ppt/slides/_rels/slide40.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183.xml"/><Relationship Id="rId7" Type="http://schemas.openxmlformats.org/officeDocument/2006/relationships/tags" Target="../tags/tag182.xml"/><Relationship Id="rId6" Type="http://schemas.openxmlformats.org/officeDocument/2006/relationships/tags" Target="../tags/tag181.xml"/><Relationship Id="rId5" Type="http://schemas.openxmlformats.org/officeDocument/2006/relationships/hyperlink" Target="http://stu.ityxb.com/ebookview/afc2435336983f8075539f444858ac7e" TargetMode="External"/><Relationship Id="rId4" Type="http://schemas.openxmlformats.org/officeDocument/2006/relationships/tags" Target="../tags/tag180.xml"/><Relationship Id="rId3" Type="http://schemas.openxmlformats.org/officeDocument/2006/relationships/image" Target="../media/image4.png"/><Relationship Id="rId2" Type="http://schemas.openxmlformats.org/officeDocument/2006/relationships/tags" Target="../tags/tag179.xml"/><Relationship Id="rId16" Type="http://schemas.openxmlformats.org/officeDocument/2006/relationships/notesSlide" Target="../notesSlides/notesSlide40.xml"/><Relationship Id="rId15" Type="http://schemas.openxmlformats.org/officeDocument/2006/relationships/slideLayout" Target="../slideLayouts/slideLayout10.xml"/><Relationship Id="rId14" Type="http://schemas.openxmlformats.org/officeDocument/2006/relationships/tags" Target="../tags/tag187.xml"/><Relationship Id="rId13" Type="http://schemas.openxmlformats.org/officeDocument/2006/relationships/tags" Target="../tags/tag186.xml"/><Relationship Id="rId12" Type="http://schemas.openxmlformats.org/officeDocument/2006/relationships/tags" Target="../tags/tag185.xml"/><Relationship Id="rId11" Type="http://schemas.openxmlformats.org/officeDocument/2006/relationships/tags" Target="../tags/tag184.xml"/><Relationship Id="rId10" Type="http://schemas.openxmlformats.org/officeDocument/2006/relationships/image" Target="../media/image6.svg"/><Relationship Id="rId1" Type="http://schemas.openxmlformats.org/officeDocument/2006/relationships/tags" Target="../tags/tag178.xml"/></Relationships>
</file>

<file path=ppt/slides/_rels/slide41.xml.rels><?xml version="1.0" encoding="UTF-8" standalone="yes"?>
<Relationships xmlns="http://schemas.openxmlformats.org/package/2006/relationships"><Relationship Id="rId6" Type="http://schemas.openxmlformats.org/officeDocument/2006/relationships/notesSlide" Target="../notesSlides/notesSlide41.xml"/><Relationship Id="rId5" Type="http://schemas.openxmlformats.org/officeDocument/2006/relationships/slideLayout" Target="../slideLayouts/slideLayout10.xml"/><Relationship Id="rId4" Type="http://schemas.openxmlformats.org/officeDocument/2006/relationships/tags" Target="../tags/tag191.xml"/><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tags" Target="../tags/tag188.xml"/></Relationships>
</file>

<file path=ppt/slides/_rels/slide42.xml.rels><?xml version="1.0" encoding="UTF-8" standalone="yes"?>
<Relationships xmlns="http://schemas.openxmlformats.org/package/2006/relationships"><Relationship Id="rId8" Type="http://schemas.openxmlformats.org/officeDocument/2006/relationships/notesSlide" Target="../notesSlides/notesSlide42.xml"/><Relationship Id="rId7" Type="http://schemas.openxmlformats.org/officeDocument/2006/relationships/slideLayout" Target="../slideLayouts/slideLayout10.xml"/><Relationship Id="rId6" Type="http://schemas.openxmlformats.org/officeDocument/2006/relationships/image" Target="../media/image13.png"/><Relationship Id="rId5" Type="http://schemas.openxmlformats.org/officeDocument/2006/relationships/tags" Target="../tags/tag196.xml"/><Relationship Id="rId4" Type="http://schemas.openxmlformats.org/officeDocument/2006/relationships/tags" Target="../tags/tag195.xml"/><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s>
</file>

<file path=ppt/slides/_rels/slide43.xml.rels><?xml version="1.0" encoding="UTF-8" standalone="yes"?>
<Relationships xmlns="http://schemas.openxmlformats.org/package/2006/relationships"><Relationship Id="rId6" Type="http://schemas.openxmlformats.org/officeDocument/2006/relationships/notesSlide" Target="../notesSlides/notesSlide43.xml"/><Relationship Id="rId5" Type="http://schemas.openxmlformats.org/officeDocument/2006/relationships/slideLayout" Target="../slideLayouts/slideLayout10.xml"/><Relationship Id="rId4" Type="http://schemas.openxmlformats.org/officeDocument/2006/relationships/tags" Target="../tags/tag200.xml"/><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tags" Target="../tags/tag19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6" Type="http://schemas.openxmlformats.org/officeDocument/2006/relationships/notesSlide" Target="../notesSlides/notesSlide45.xml"/><Relationship Id="rId5" Type="http://schemas.openxmlformats.org/officeDocument/2006/relationships/slideLayout" Target="../slideLayouts/slideLayout10.xml"/><Relationship Id="rId4" Type="http://schemas.openxmlformats.org/officeDocument/2006/relationships/tags" Target="../tags/tag204.xml"/><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s>
</file>

<file path=ppt/slides/_rels/slide46.xml.rels><?xml version="1.0" encoding="UTF-8" standalone="yes"?>
<Relationships xmlns="http://schemas.openxmlformats.org/package/2006/relationships"><Relationship Id="rId8" Type="http://schemas.openxmlformats.org/officeDocument/2006/relationships/notesSlide" Target="../notesSlides/notesSlide46.xml"/><Relationship Id="rId7" Type="http://schemas.openxmlformats.org/officeDocument/2006/relationships/slideLayout" Target="../slideLayouts/slideLayout10.xml"/><Relationship Id="rId6" Type="http://schemas.openxmlformats.org/officeDocument/2006/relationships/tags" Target="../tags/tag209.xml"/><Relationship Id="rId5" Type="http://schemas.openxmlformats.org/officeDocument/2006/relationships/tags" Target="../tags/tag208.xml"/><Relationship Id="rId4" Type="http://schemas.openxmlformats.org/officeDocument/2006/relationships/tags" Target="../tags/tag207.xml"/><Relationship Id="rId3" Type="http://schemas.openxmlformats.org/officeDocument/2006/relationships/tags" Target="../tags/tag206.xml"/><Relationship Id="rId2" Type="http://schemas.openxmlformats.org/officeDocument/2006/relationships/image" Target="../media/image2.png"/><Relationship Id="rId1" Type="http://schemas.openxmlformats.org/officeDocument/2006/relationships/tags" Target="../tags/tag205.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0.xml"/><Relationship Id="rId1" Type="http://schemas.openxmlformats.org/officeDocument/2006/relationships/tags" Target="../tags/tag210.xml"/></Relationships>
</file>

<file path=ppt/slides/_rels/slide48.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216.xml"/><Relationship Id="rId7" Type="http://schemas.openxmlformats.org/officeDocument/2006/relationships/tags" Target="../tags/tag215.xml"/><Relationship Id="rId6" Type="http://schemas.openxmlformats.org/officeDocument/2006/relationships/tags" Target="../tags/tag214.xml"/><Relationship Id="rId5" Type="http://schemas.openxmlformats.org/officeDocument/2006/relationships/hyperlink" Target="http://stu.ityxb.com/ebookview/ef46107c499aaba9b08072b90a321b9d" TargetMode="External"/><Relationship Id="rId4" Type="http://schemas.openxmlformats.org/officeDocument/2006/relationships/tags" Target="../tags/tag213.xml"/><Relationship Id="rId3" Type="http://schemas.openxmlformats.org/officeDocument/2006/relationships/image" Target="../media/image4.png"/><Relationship Id="rId2" Type="http://schemas.openxmlformats.org/officeDocument/2006/relationships/tags" Target="../tags/tag212.xml"/><Relationship Id="rId17" Type="http://schemas.openxmlformats.org/officeDocument/2006/relationships/notesSlide" Target="../notesSlides/notesSlide48.xml"/><Relationship Id="rId16" Type="http://schemas.openxmlformats.org/officeDocument/2006/relationships/slideLayout" Target="../slideLayouts/slideLayout10.xml"/><Relationship Id="rId15" Type="http://schemas.openxmlformats.org/officeDocument/2006/relationships/tags" Target="../tags/tag221.xml"/><Relationship Id="rId14" Type="http://schemas.openxmlformats.org/officeDocument/2006/relationships/tags" Target="../tags/tag220.xml"/><Relationship Id="rId13" Type="http://schemas.openxmlformats.org/officeDocument/2006/relationships/tags" Target="../tags/tag219.xml"/><Relationship Id="rId12" Type="http://schemas.openxmlformats.org/officeDocument/2006/relationships/tags" Target="../tags/tag218.xml"/><Relationship Id="rId11" Type="http://schemas.openxmlformats.org/officeDocument/2006/relationships/tags" Target="../tags/tag217.xml"/><Relationship Id="rId10" Type="http://schemas.openxmlformats.org/officeDocument/2006/relationships/image" Target="../media/image6.svg"/><Relationship Id="rId1" Type="http://schemas.openxmlformats.org/officeDocument/2006/relationships/tags" Target="../tags/tag211.xml"/></Relationships>
</file>

<file path=ppt/slides/_rels/slide49.xml.rels><?xml version="1.0" encoding="UTF-8" standalone="yes"?>
<Relationships xmlns="http://schemas.openxmlformats.org/package/2006/relationships"><Relationship Id="rId8" Type="http://schemas.openxmlformats.org/officeDocument/2006/relationships/notesSlide" Target="../notesSlides/notesSlide49.xml"/><Relationship Id="rId7" Type="http://schemas.openxmlformats.org/officeDocument/2006/relationships/slideLayout" Target="../slideLayouts/slideLayout10.xml"/><Relationship Id="rId6" Type="http://schemas.openxmlformats.org/officeDocument/2006/relationships/image" Target="../media/image14.png"/><Relationship Id="rId5" Type="http://schemas.openxmlformats.org/officeDocument/2006/relationships/tags" Target="../tags/tag226.xml"/><Relationship Id="rId4" Type="http://schemas.openxmlformats.org/officeDocument/2006/relationships/tags" Target="../tags/tag225.xml"/><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tags" Target="../tags/tag222.xml"/></Relationships>
</file>

<file path=ppt/slides/_rels/slide50.xml.rels><?xml version="1.0" encoding="UTF-8" standalone="yes"?>
<Relationships xmlns="http://schemas.openxmlformats.org/package/2006/relationships"><Relationship Id="rId8" Type="http://schemas.openxmlformats.org/officeDocument/2006/relationships/notesSlide" Target="../notesSlides/notesSlide50.xml"/><Relationship Id="rId7" Type="http://schemas.openxmlformats.org/officeDocument/2006/relationships/slideLayout" Target="../slideLayouts/slideLayout10.xml"/><Relationship Id="rId6" Type="http://schemas.openxmlformats.org/officeDocument/2006/relationships/image" Target="../media/image15.png"/><Relationship Id="rId5" Type="http://schemas.openxmlformats.org/officeDocument/2006/relationships/tags" Target="../tags/tag231.xml"/><Relationship Id="rId4" Type="http://schemas.openxmlformats.org/officeDocument/2006/relationships/tags" Target="../tags/tag230.xml"/><Relationship Id="rId3" Type="http://schemas.openxmlformats.org/officeDocument/2006/relationships/tags" Target="../tags/tag229.xml"/><Relationship Id="rId2" Type="http://schemas.openxmlformats.org/officeDocument/2006/relationships/tags" Target="../tags/tag228.xml"/><Relationship Id="rId1" Type="http://schemas.openxmlformats.org/officeDocument/2006/relationships/tags" Target="../tags/tag227.xml"/></Relationships>
</file>

<file path=ppt/slides/_rels/slide51.xml.rels><?xml version="1.0" encoding="UTF-8" standalone="yes"?>
<Relationships xmlns="http://schemas.openxmlformats.org/package/2006/relationships"><Relationship Id="rId5" Type="http://schemas.openxmlformats.org/officeDocument/2006/relationships/notesSlide" Target="../notesSlides/notesSlide51.xml"/><Relationship Id="rId4" Type="http://schemas.openxmlformats.org/officeDocument/2006/relationships/slideLayout" Target="../slideLayouts/slideLayout10.xml"/><Relationship Id="rId3" Type="http://schemas.openxmlformats.org/officeDocument/2006/relationships/tags" Target="../tags/tag234.xml"/><Relationship Id="rId2" Type="http://schemas.openxmlformats.org/officeDocument/2006/relationships/tags" Target="../tags/tag233.xml"/><Relationship Id="rId1" Type="http://schemas.openxmlformats.org/officeDocument/2006/relationships/tags" Target="../tags/tag232.xml"/></Relationships>
</file>

<file path=ppt/slides/_rels/slide52.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240.xml"/><Relationship Id="rId7" Type="http://schemas.openxmlformats.org/officeDocument/2006/relationships/tags" Target="../tags/tag239.xml"/><Relationship Id="rId6" Type="http://schemas.openxmlformats.org/officeDocument/2006/relationships/tags" Target="../tags/tag238.xml"/><Relationship Id="rId5" Type="http://schemas.openxmlformats.org/officeDocument/2006/relationships/hyperlink" Target="http://stu.ityxb.com/ebookview/e555a276d9aa2cce4432e9accbe88c8d" TargetMode="External"/><Relationship Id="rId4" Type="http://schemas.openxmlformats.org/officeDocument/2006/relationships/tags" Target="../tags/tag237.xml"/><Relationship Id="rId3" Type="http://schemas.openxmlformats.org/officeDocument/2006/relationships/image" Target="../media/image4.png"/><Relationship Id="rId2" Type="http://schemas.openxmlformats.org/officeDocument/2006/relationships/tags" Target="../tags/tag236.xml"/><Relationship Id="rId16" Type="http://schemas.openxmlformats.org/officeDocument/2006/relationships/notesSlide" Target="../notesSlides/notesSlide52.xml"/><Relationship Id="rId15" Type="http://schemas.openxmlformats.org/officeDocument/2006/relationships/slideLayout" Target="../slideLayouts/slideLayout10.xml"/><Relationship Id="rId14" Type="http://schemas.openxmlformats.org/officeDocument/2006/relationships/tags" Target="../tags/tag244.xml"/><Relationship Id="rId13" Type="http://schemas.openxmlformats.org/officeDocument/2006/relationships/tags" Target="../tags/tag243.xml"/><Relationship Id="rId12" Type="http://schemas.openxmlformats.org/officeDocument/2006/relationships/tags" Target="../tags/tag242.xml"/><Relationship Id="rId11" Type="http://schemas.openxmlformats.org/officeDocument/2006/relationships/tags" Target="../tags/tag241.xml"/><Relationship Id="rId10" Type="http://schemas.openxmlformats.org/officeDocument/2006/relationships/image" Target="../media/image6.svg"/><Relationship Id="rId1" Type="http://schemas.openxmlformats.org/officeDocument/2006/relationships/tags" Target="../tags/tag235.xml"/></Relationships>
</file>

<file path=ppt/slides/_rels/slide53.xml.rels><?xml version="1.0" encoding="UTF-8" standalone="yes"?>
<Relationships xmlns="http://schemas.openxmlformats.org/package/2006/relationships"><Relationship Id="rId8" Type="http://schemas.openxmlformats.org/officeDocument/2006/relationships/notesSlide" Target="../notesSlides/notesSlide53.xml"/><Relationship Id="rId7" Type="http://schemas.openxmlformats.org/officeDocument/2006/relationships/slideLayout" Target="../slideLayouts/slideLayout10.xml"/><Relationship Id="rId6" Type="http://schemas.openxmlformats.org/officeDocument/2006/relationships/image" Target="../media/image15.png"/><Relationship Id="rId5" Type="http://schemas.openxmlformats.org/officeDocument/2006/relationships/tags" Target="../tags/tag249.xml"/><Relationship Id="rId4" Type="http://schemas.openxmlformats.org/officeDocument/2006/relationships/tags" Target="../tags/tag248.xml"/><Relationship Id="rId3" Type="http://schemas.openxmlformats.org/officeDocument/2006/relationships/tags" Target="../tags/tag247.xml"/><Relationship Id="rId2" Type="http://schemas.openxmlformats.org/officeDocument/2006/relationships/tags" Target="../tags/tag246.xml"/><Relationship Id="rId1" Type="http://schemas.openxmlformats.org/officeDocument/2006/relationships/tags" Target="../tags/tag245.xml"/></Relationships>
</file>

<file path=ppt/slides/_rels/slide54.xml.rels><?xml version="1.0" encoding="UTF-8" standalone="yes"?>
<Relationships xmlns="http://schemas.openxmlformats.org/package/2006/relationships"><Relationship Id="rId8" Type="http://schemas.openxmlformats.org/officeDocument/2006/relationships/notesSlide" Target="../notesSlides/notesSlide54.xml"/><Relationship Id="rId7" Type="http://schemas.openxmlformats.org/officeDocument/2006/relationships/slideLayout" Target="../slideLayouts/slideLayout10.xml"/><Relationship Id="rId6" Type="http://schemas.openxmlformats.org/officeDocument/2006/relationships/tags" Target="../tags/tag254.xml"/><Relationship Id="rId5" Type="http://schemas.openxmlformats.org/officeDocument/2006/relationships/tags" Target="../tags/tag253.xml"/><Relationship Id="rId4" Type="http://schemas.openxmlformats.org/officeDocument/2006/relationships/tags" Target="../tags/tag252.xml"/><Relationship Id="rId3" Type="http://schemas.openxmlformats.org/officeDocument/2006/relationships/tags" Target="../tags/tag251.xml"/><Relationship Id="rId2" Type="http://schemas.openxmlformats.org/officeDocument/2006/relationships/image" Target="../media/image2.png"/><Relationship Id="rId1" Type="http://schemas.openxmlformats.org/officeDocument/2006/relationships/tags" Target="../tags/tag250.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0.xml"/><Relationship Id="rId1" Type="http://schemas.openxmlformats.org/officeDocument/2006/relationships/tags" Target="../tags/tag255.xml"/></Relationships>
</file>

<file path=ppt/slides/_rels/slide56.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261.xml"/><Relationship Id="rId7" Type="http://schemas.openxmlformats.org/officeDocument/2006/relationships/tags" Target="../tags/tag260.xml"/><Relationship Id="rId6" Type="http://schemas.openxmlformats.org/officeDocument/2006/relationships/tags" Target="../tags/tag259.xml"/><Relationship Id="rId5" Type="http://schemas.openxmlformats.org/officeDocument/2006/relationships/hyperlink" Target="http://stu.ityxb.com/ebookview/fb92904cfe42ea1f352bdbd57d26d72b" TargetMode="External"/><Relationship Id="rId4" Type="http://schemas.openxmlformats.org/officeDocument/2006/relationships/tags" Target="../tags/tag258.xml"/><Relationship Id="rId3" Type="http://schemas.openxmlformats.org/officeDocument/2006/relationships/image" Target="../media/image4.png"/><Relationship Id="rId2" Type="http://schemas.openxmlformats.org/officeDocument/2006/relationships/tags" Target="../tags/tag257.xml"/><Relationship Id="rId17" Type="http://schemas.openxmlformats.org/officeDocument/2006/relationships/notesSlide" Target="../notesSlides/notesSlide56.xml"/><Relationship Id="rId16" Type="http://schemas.openxmlformats.org/officeDocument/2006/relationships/slideLayout" Target="../slideLayouts/slideLayout10.xml"/><Relationship Id="rId15" Type="http://schemas.openxmlformats.org/officeDocument/2006/relationships/tags" Target="../tags/tag266.xml"/><Relationship Id="rId14" Type="http://schemas.openxmlformats.org/officeDocument/2006/relationships/tags" Target="../tags/tag265.xml"/><Relationship Id="rId13" Type="http://schemas.openxmlformats.org/officeDocument/2006/relationships/tags" Target="../tags/tag264.xml"/><Relationship Id="rId12" Type="http://schemas.openxmlformats.org/officeDocument/2006/relationships/tags" Target="../tags/tag263.xml"/><Relationship Id="rId11" Type="http://schemas.openxmlformats.org/officeDocument/2006/relationships/tags" Target="../tags/tag262.xml"/><Relationship Id="rId10" Type="http://schemas.openxmlformats.org/officeDocument/2006/relationships/image" Target="../media/image6.svg"/><Relationship Id="rId1" Type="http://schemas.openxmlformats.org/officeDocument/2006/relationships/tags" Target="../tags/tag256.xml"/></Relationships>
</file>

<file path=ppt/slides/_rels/slide57.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272.xml"/><Relationship Id="rId7" Type="http://schemas.openxmlformats.org/officeDocument/2006/relationships/tags" Target="../tags/tag271.xml"/><Relationship Id="rId6" Type="http://schemas.openxmlformats.org/officeDocument/2006/relationships/tags" Target="../tags/tag270.xml"/><Relationship Id="rId5" Type="http://schemas.openxmlformats.org/officeDocument/2006/relationships/hyperlink" Target="http://stu.ityxb.com/ebookview/204213f4c82ca7a0ea0674a2624d91b3" TargetMode="External"/><Relationship Id="rId4" Type="http://schemas.openxmlformats.org/officeDocument/2006/relationships/tags" Target="../tags/tag269.xml"/><Relationship Id="rId3" Type="http://schemas.openxmlformats.org/officeDocument/2006/relationships/image" Target="../media/image4.png"/><Relationship Id="rId2" Type="http://schemas.openxmlformats.org/officeDocument/2006/relationships/tags" Target="../tags/tag268.xml"/><Relationship Id="rId15" Type="http://schemas.openxmlformats.org/officeDocument/2006/relationships/notesSlide" Target="../notesSlides/notesSlide57.xml"/><Relationship Id="rId14" Type="http://schemas.openxmlformats.org/officeDocument/2006/relationships/slideLayout" Target="../slideLayouts/slideLayout10.xml"/><Relationship Id="rId13" Type="http://schemas.openxmlformats.org/officeDocument/2006/relationships/tags" Target="../tags/tag275.xml"/><Relationship Id="rId12" Type="http://schemas.openxmlformats.org/officeDocument/2006/relationships/tags" Target="../tags/tag274.xml"/><Relationship Id="rId11" Type="http://schemas.openxmlformats.org/officeDocument/2006/relationships/tags" Target="../tags/tag273.xml"/><Relationship Id="rId10" Type="http://schemas.openxmlformats.org/officeDocument/2006/relationships/image" Target="../media/image6.svg"/><Relationship Id="rId1" Type="http://schemas.openxmlformats.org/officeDocument/2006/relationships/tags" Target="../tags/tag267.xml"/></Relationships>
</file>

<file path=ppt/slides/_rels/slide58.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281.xml"/><Relationship Id="rId7" Type="http://schemas.openxmlformats.org/officeDocument/2006/relationships/tags" Target="../tags/tag280.xml"/><Relationship Id="rId6" Type="http://schemas.openxmlformats.org/officeDocument/2006/relationships/tags" Target="../tags/tag279.xml"/><Relationship Id="rId5" Type="http://schemas.openxmlformats.org/officeDocument/2006/relationships/hyperlink" Target="http://stu.ityxb.com/ebookview/a49f51c861b3556207fc24ea9736b7a1" TargetMode="External"/><Relationship Id="rId4" Type="http://schemas.openxmlformats.org/officeDocument/2006/relationships/tags" Target="../tags/tag278.xml"/><Relationship Id="rId3" Type="http://schemas.openxmlformats.org/officeDocument/2006/relationships/image" Target="../media/image4.png"/><Relationship Id="rId2" Type="http://schemas.openxmlformats.org/officeDocument/2006/relationships/tags" Target="../tags/tag277.xml"/><Relationship Id="rId15" Type="http://schemas.openxmlformats.org/officeDocument/2006/relationships/notesSlide" Target="../notesSlides/notesSlide58.xml"/><Relationship Id="rId14" Type="http://schemas.openxmlformats.org/officeDocument/2006/relationships/slideLayout" Target="../slideLayouts/slideLayout10.xml"/><Relationship Id="rId13" Type="http://schemas.openxmlformats.org/officeDocument/2006/relationships/tags" Target="../tags/tag284.xml"/><Relationship Id="rId12" Type="http://schemas.openxmlformats.org/officeDocument/2006/relationships/tags" Target="../tags/tag283.xml"/><Relationship Id="rId11" Type="http://schemas.openxmlformats.org/officeDocument/2006/relationships/tags" Target="../tags/tag282.xml"/><Relationship Id="rId10" Type="http://schemas.openxmlformats.org/officeDocument/2006/relationships/image" Target="../media/image6.svg"/><Relationship Id="rId1" Type="http://schemas.openxmlformats.org/officeDocument/2006/relationships/tags" Target="../tags/tag276.xml"/></Relationships>
</file>

<file path=ppt/slides/_rels/slide59.xml.rels><?xml version="1.0" encoding="UTF-8" standalone="yes"?>
<Relationships xmlns="http://schemas.openxmlformats.org/package/2006/relationships"><Relationship Id="rId8" Type="http://schemas.openxmlformats.org/officeDocument/2006/relationships/notesSlide" Target="../notesSlides/notesSlide59.xml"/><Relationship Id="rId7"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tags" Target="../tags/tag289.xml"/><Relationship Id="rId4" Type="http://schemas.openxmlformats.org/officeDocument/2006/relationships/tags" Target="../tags/tag288.xml"/><Relationship Id="rId3" Type="http://schemas.openxmlformats.org/officeDocument/2006/relationships/tags" Target="../tags/tag287.xml"/><Relationship Id="rId2" Type="http://schemas.openxmlformats.org/officeDocument/2006/relationships/tags" Target="../tags/tag286.xml"/><Relationship Id="rId1" Type="http://schemas.openxmlformats.org/officeDocument/2006/relationships/tags" Target="../tags/tag285.xml"/></Relationships>
</file>

<file path=ppt/slides/_rels/slide60.xml.rels><?xml version="1.0" encoding="UTF-8" standalone="yes"?>
<Relationships xmlns="http://schemas.openxmlformats.org/package/2006/relationships"><Relationship Id="rId8" Type="http://schemas.openxmlformats.org/officeDocument/2006/relationships/notesSlide" Target="../notesSlides/notesSlide60.xml"/><Relationship Id="rId7" Type="http://schemas.openxmlformats.org/officeDocument/2006/relationships/slideLayout" Target="../slideLayouts/slideLayout10.xml"/><Relationship Id="rId6" Type="http://schemas.openxmlformats.org/officeDocument/2006/relationships/image" Target="../media/image17.png"/><Relationship Id="rId5" Type="http://schemas.openxmlformats.org/officeDocument/2006/relationships/tags" Target="../tags/tag294.xml"/><Relationship Id="rId4" Type="http://schemas.openxmlformats.org/officeDocument/2006/relationships/tags" Target="../tags/tag293.xml"/><Relationship Id="rId3" Type="http://schemas.openxmlformats.org/officeDocument/2006/relationships/tags" Target="../tags/tag292.xml"/><Relationship Id="rId2" Type="http://schemas.openxmlformats.org/officeDocument/2006/relationships/tags" Target="../tags/tag291.xml"/><Relationship Id="rId1" Type="http://schemas.openxmlformats.org/officeDocument/2006/relationships/tags" Target="../tags/tag290.xml"/></Relationships>
</file>

<file path=ppt/slides/_rels/slide61.xml.rels><?xml version="1.0" encoding="UTF-8" standalone="yes"?>
<Relationships xmlns="http://schemas.openxmlformats.org/package/2006/relationships"><Relationship Id="rId5" Type="http://schemas.openxmlformats.org/officeDocument/2006/relationships/notesSlide" Target="../notesSlides/notesSlide61.xml"/><Relationship Id="rId4" Type="http://schemas.openxmlformats.org/officeDocument/2006/relationships/slideLayout" Target="../slideLayouts/slideLayout10.xml"/><Relationship Id="rId3" Type="http://schemas.openxmlformats.org/officeDocument/2006/relationships/tags" Target="../tags/tag297.xml"/><Relationship Id="rId2" Type="http://schemas.openxmlformats.org/officeDocument/2006/relationships/tags" Target="../tags/tag296.xml"/><Relationship Id="rId1" Type="http://schemas.openxmlformats.org/officeDocument/2006/relationships/tags" Target="../tags/tag295.xml"/></Relationships>
</file>

<file path=ppt/slides/_rels/slide62.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303.xml"/><Relationship Id="rId7" Type="http://schemas.openxmlformats.org/officeDocument/2006/relationships/tags" Target="../tags/tag302.xml"/><Relationship Id="rId6" Type="http://schemas.openxmlformats.org/officeDocument/2006/relationships/tags" Target="../tags/tag301.xml"/><Relationship Id="rId5" Type="http://schemas.openxmlformats.org/officeDocument/2006/relationships/hyperlink" Target="http://stu.ityxb.com/ebookview/eb89641f615b9f2cb71f23766cbfa53a" TargetMode="External"/><Relationship Id="rId4" Type="http://schemas.openxmlformats.org/officeDocument/2006/relationships/tags" Target="../tags/tag300.xml"/><Relationship Id="rId3" Type="http://schemas.openxmlformats.org/officeDocument/2006/relationships/image" Target="../media/image4.png"/><Relationship Id="rId2" Type="http://schemas.openxmlformats.org/officeDocument/2006/relationships/tags" Target="../tags/tag299.xml"/><Relationship Id="rId16" Type="http://schemas.openxmlformats.org/officeDocument/2006/relationships/notesSlide" Target="../notesSlides/notesSlide62.xml"/><Relationship Id="rId15" Type="http://schemas.openxmlformats.org/officeDocument/2006/relationships/slideLayout" Target="../slideLayouts/slideLayout10.xml"/><Relationship Id="rId14" Type="http://schemas.openxmlformats.org/officeDocument/2006/relationships/tags" Target="../tags/tag307.xml"/><Relationship Id="rId13" Type="http://schemas.openxmlformats.org/officeDocument/2006/relationships/tags" Target="../tags/tag306.xml"/><Relationship Id="rId12" Type="http://schemas.openxmlformats.org/officeDocument/2006/relationships/tags" Target="../tags/tag305.xml"/><Relationship Id="rId11" Type="http://schemas.openxmlformats.org/officeDocument/2006/relationships/tags" Target="../tags/tag304.xml"/><Relationship Id="rId10" Type="http://schemas.openxmlformats.org/officeDocument/2006/relationships/image" Target="../media/image6.svg"/><Relationship Id="rId1" Type="http://schemas.openxmlformats.org/officeDocument/2006/relationships/tags" Target="../tags/tag298.xml"/></Relationships>
</file>

<file path=ppt/slides/_rels/slide63.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313.xml"/><Relationship Id="rId7" Type="http://schemas.openxmlformats.org/officeDocument/2006/relationships/tags" Target="../tags/tag312.xml"/><Relationship Id="rId6" Type="http://schemas.openxmlformats.org/officeDocument/2006/relationships/tags" Target="../tags/tag311.xml"/><Relationship Id="rId5" Type="http://schemas.openxmlformats.org/officeDocument/2006/relationships/hyperlink" Target="http://stu.ityxb.com/ebookview/11cff30b6c1ea60512d2c6ca0e9aca77" TargetMode="External"/><Relationship Id="rId4" Type="http://schemas.openxmlformats.org/officeDocument/2006/relationships/tags" Target="../tags/tag310.xml"/><Relationship Id="rId3" Type="http://schemas.openxmlformats.org/officeDocument/2006/relationships/image" Target="../media/image4.png"/><Relationship Id="rId2" Type="http://schemas.openxmlformats.org/officeDocument/2006/relationships/tags" Target="../tags/tag309.xml"/><Relationship Id="rId15" Type="http://schemas.openxmlformats.org/officeDocument/2006/relationships/notesSlide" Target="../notesSlides/notesSlide63.xml"/><Relationship Id="rId14" Type="http://schemas.openxmlformats.org/officeDocument/2006/relationships/slideLayout" Target="../slideLayouts/slideLayout10.xml"/><Relationship Id="rId13" Type="http://schemas.openxmlformats.org/officeDocument/2006/relationships/tags" Target="../tags/tag316.xml"/><Relationship Id="rId12" Type="http://schemas.openxmlformats.org/officeDocument/2006/relationships/tags" Target="../tags/tag315.xml"/><Relationship Id="rId11" Type="http://schemas.openxmlformats.org/officeDocument/2006/relationships/tags" Target="../tags/tag314.xml"/><Relationship Id="rId10" Type="http://schemas.openxmlformats.org/officeDocument/2006/relationships/image" Target="../media/image6.svg"/><Relationship Id="rId1" Type="http://schemas.openxmlformats.org/officeDocument/2006/relationships/tags" Target="../tags/tag308.xml"/></Relationships>
</file>

<file path=ppt/slides/_rels/slide64.xml.rels><?xml version="1.0" encoding="UTF-8" standalone="yes"?>
<Relationships xmlns="http://schemas.openxmlformats.org/package/2006/relationships"><Relationship Id="rId8" Type="http://schemas.openxmlformats.org/officeDocument/2006/relationships/notesSlide" Target="../notesSlides/notesSlide64.xml"/><Relationship Id="rId7" Type="http://schemas.openxmlformats.org/officeDocument/2006/relationships/slideLayout" Target="../slideLayouts/slideLayout10.xml"/><Relationship Id="rId6" Type="http://schemas.openxmlformats.org/officeDocument/2006/relationships/image" Target="../media/image18.png"/><Relationship Id="rId5" Type="http://schemas.openxmlformats.org/officeDocument/2006/relationships/tags" Target="../tags/tag321.xml"/><Relationship Id="rId4" Type="http://schemas.openxmlformats.org/officeDocument/2006/relationships/tags" Target="../tags/tag320.xml"/><Relationship Id="rId3" Type="http://schemas.openxmlformats.org/officeDocument/2006/relationships/tags" Target="../tags/tag319.xml"/><Relationship Id="rId2" Type="http://schemas.openxmlformats.org/officeDocument/2006/relationships/tags" Target="../tags/tag318.xml"/><Relationship Id="rId1" Type="http://schemas.openxmlformats.org/officeDocument/2006/relationships/tags" Target="../tags/tag317.xml"/></Relationships>
</file>

<file path=ppt/slides/_rels/slide65.xml.rels><?xml version="1.0" encoding="UTF-8" standalone="yes"?>
<Relationships xmlns="http://schemas.openxmlformats.org/package/2006/relationships"><Relationship Id="rId7" Type="http://schemas.openxmlformats.org/officeDocument/2006/relationships/notesSlide" Target="../notesSlides/notesSlide65.xml"/><Relationship Id="rId6" Type="http://schemas.openxmlformats.org/officeDocument/2006/relationships/slideLayout" Target="../slideLayouts/slideLayout10.xml"/><Relationship Id="rId5" Type="http://schemas.openxmlformats.org/officeDocument/2006/relationships/image" Target="../media/image19.png"/><Relationship Id="rId4" Type="http://schemas.openxmlformats.org/officeDocument/2006/relationships/tags" Target="../tags/tag325.xml"/><Relationship Id="rId3" Type="http://schemas.openxmlformats.org/officeDocument/2006/relationships/tags" Target="../tags/tag324.xml"/><Relationship Id="rId2" Type="http://schemas.openxmlformats.org/officeDocument/2006/relationships/tags" Target="../tags/tag323.xml"/><Relationship Id="rId1" Type="http://schemas.openxmlformats.org/officeDocument/2006/relationships/tags" Target="../tags/tag322.xml"/></Relationships>
</file>

<file path=ppt/slides/_rels/slide66.xml.rels><?xml version="1.0" encoding="UTF-8" standalone="yes"?>
<Relationships xmlns="http://schemas.openxmlformats.org/package/2006/relationships"><Relationship Id="rId5" Type="http://schemas.openxmlformats.org/officeDocument/2006/relationships/notesSlide" Target="../notesSlides/notesSlide66.xml"/><Relationship Id="rId4" Type="http://schemas.openxmlformats.org/officeDocument/2006/relationships/slideLayout" Target="../slideLayouts/slideLayout10.xml"/><Relationship Id="rId3" Type="http://schemas.openxmlformats.org/officeDocument/2006/relationships/tags" Target="../tags/tag328.xml"/><Relationship Id="rId2" Type="http://schemas.openxmlformats.org/officeDocument/2006/relationships/tags" Target="../tags/tag327.xml"/><Relationship Id="rId1" Type="http://schemas.openxmlformats.org/officeDocument/2006/relationships/tags" Target="../tags/tag326.xml"/></Relationships>
</file>

<file path=ppt/slides/_rels/slide67.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334.xml"/><Relationship Id="rId7" Type="http://schemas.openxmlformats.org/officeDocument/2006/relationships/tags" Target="../tags/tag333.xml"/><Relationship Id="rId6" Type="http://schemas.openxmlformats.org/officeDocument/2006/relationships/tags" Target="../tags/tag332.xml"/><Relationship Id="rId5" Type="http://schemas.openxmlformats.org/officeDocument/2006/relationships/hyperlink" Target="http://stu.ityxb.com/ebookview/498ecf3059443b16fb95e69410879e53" TargetMode="External"/><Relationship Id="rId4" Type="http://schemas.openxmlformats.org/officeDocument/2006/relationships/tags" Target="../tags/tag331.xml"/><Relationship Id="rId3" Type="http://schemas.openxmlformats.org/officeDocument/2006/relationships/image" Target="../media/image4.png"/><Relationship Id="rId2" Type="http://schemas.openxmlformats.org/officeDocument/2006/relationships/tags" Target="../tags/tag330.xml"/><Relationship Id="rId16" Type="http://schemas.openxmlformats.org/officeDocument/2006/relationships/notesSlide" Target="../notesSlides/notesSlide67.xml"/><Relationship Id="rId15" Type="http://schemas.openxmlformats.org/officeDocument/2006/relationships/slideLayout" Target="../slideLayouts/slideLayout10.xml"/><Relationship Id="rId14" Type="http://schemas.openxmlformats.org/officeDocument/2006/relationships/tags" Target="../tags/tag338.xml"/><Relationship Id="rId13" Type="http://schemas.openxmlformats.org/officeDocument/2006/relationships/tags" Target="../tags/tag337.xml"/><Relationship Id="rId12" Type="http://schemas.openxmlformats.org/officeDocument/2006/relationships/tags" Target="../tags/tag336.xml"/><Relationship Id="rId11" Type="http://schemas.openxmlformats.org/officeDocument/2006/relationships/tags" Target="../tags/tag335.xml"/><Relationship Id="rId10" Type="http://schemas.openxmlformats.org/officeDocument/2006/relationships/image" Target="../media/image6.svg"/><Relationship Id="rId1" Type="http://schemas.openxmlformats.org/officeDocument/2006/relationships/tags" Target="../tags/tag329.xml"/></Relationships>
</file>

<file path=ppt/slides/_rels/slide68.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344.xml"/><Relationship Id="rId7" Type="http://schemas.openxmlformats.org/officeDocument/2006/relationships/tags" Target="../tags/tag343.xml"/><Relationship Id="rId6" Type="http://schemas.openxmlformats.org/officeDocument/2006/relationships/tags" Target="../tags/tag342.xml"/><Relationship Id="rId5" Type="http://schemas.openxmlformats.org/officeDocument/2006/relationships/hyperlink" Target="http://stu.ityxb.com/ebookview/d31d235ed916cff0d32c73d7500559cc" TargetMode="External"/><Relationship Id="rId4" Type="http://schemas.openxmlformats.org/officeDocument/2006/relationships/tags" Target="../tags/tag341.xml"/><Relationship Id="rId3" Type="http://schemas.openxmlformats.org/officeDocument/2006/relationships/image" Target="../media/image4.png"/><Relationship Id="rId2" Type="http://schemas.openxmlformats.org/officeDocument/2006/relationships/tags" Target="../tags/tag340.xml"/><Relationship Id="rId15" Type="http://schemas.openxmlformats.org/officeDocument/2006/relationships/notesSlide" Target="../notesSlides/notesSlide68.xml"/><Relationship Id="rId14" Type="http://schemas.openxmlformats.org/officeDocument/2006/relationships/slideLayout" Target="../slideLayouts/slideLayout10.xml"/><Relationship Id="rId13" Type="http://schemas.openxmlformats.org/officeDocument/2006/relationships/tags" Target="../tags/tag347.xml"/><Relationship Id="rId12" Type="http://schemas.openxmlformats.org/officeDocument/2006/relationships/tags" Target="../tags/tag346.xml"/><Relationship Id="rId11" Type="http://schemas.openxmlformats.org/officeDocument/2006/relationships/tags" Target="../tags/tag345.xml"/><Relationship Id="rId10" Type="http://schemas.openxmlformats.org/officeDocument/2006/relationships/image" Target="../media/image6.svg"/><Relationship Id="rId1" Type="http://schemas.openxmlformats.org/officeDocument/2006/relationships/tags" Target="../tags/tag339.xml"/></Relationships>
</file>

<file path=ppt/slides/_rels/slide69.xml.rels><?xml version="1.0" encoding="UTF-8" standalone="yes"?>
<Relationships xmlns="http://schemas.openxmlformats.org/package/2006/relationships"><Relationship Id="rId8" Type="http://schemas.openxmlformats.org/officeDocument/2006/relationships/notesSlide" Target="../notesSlides/notesSlide69.xml"/><Relationship Id="rId7" Type="http://schemas.openxmlformats.org/officeDocument/2006/relationships/slideLayout" Target="../slideLayouts/slideLayout10.xml"/><Relationship Id="rId6" Type="http://schemas.openxmlformats.org/officeDocument/2006/relationships/image" Target="../media/image20.png"/><Relationship Id="rId5" Type="http://schemas.openxmlformats.org/officeDocument/2006/relationships/tags" Target="../tags/tag352.xml"/><Relationship Id="rId4" Type="http://schemas.openxmlformats.org/officeDocument/2006/relationships/tags" Target="../tags/tag351.xml"/><Relationship Id="rId3" Type="http://schemas.openxmlformats.org/officeDocument/2006/relationships/tags" Target="../tags/tag350.xml"/><Relationship Id="rId2" Type="http://schemas.openxmlformats.org/officeDocument/2006/relationships/tags" Target="../tags/tag349.xml"/><Relationship Id="rId1" Type="http://schemas.openxmlformats.org/officeDocument/2006/relationships/tags" Target="../tags/tag348.xml"/></Relationships>
</file>

<file path=ppt/slides/_rels/slide70.xml.rels><?xml version="1.0" encoding="UTF-8" standalone="yes"?>
<Relationships xmlns="http://schemas.openxmlformats.org/package/2006/relationships"><Relationship Id="rId8" Type="http://schemas.openxmlformats.org/officeDocument/2006/relationships/notesSlide" Target="../notesSlides/notesSlide70.xml"/><Relationship Id="rId7" Type="http://schemas.openxmlformats.org/officeDocument/2006/relationships/slideLayout" Target="../slideLayouts/slideLayout10.xml"/><Relationship Id="rId6" Type="http://schemas.openxmlformats.org/officeDocument/2006/relationships/image" Target="../media/image21.png"/><Relationship Id="rId5" Type="http://schemas.openxmlformats.org/officeDocument/2006/relationships/tags" Target="../tags/tag357.xml"/><Relationship Id="rId4" Type="http://schemas.openxmlformats.org/officeDocument/2006/relationships/tags" Target="../tags/tag356.xml"/><Relationship Id="rId3" Type="http://schemas.openxmlformats.org/officeDocument/2006/relationships/tags" Target="../tags/tag355.xml"/><Relationship Id="rId2" Type="http://schemas.openxmlformats.org/officeDocument/2006/relationships/tags" Target="../tags/tag354.xml"/><Relationship Id="rId1" Type="http://schemas.openxmlformats.org/officeDocument/2006/relationships/tags" Target="../tags/tag353.xml"/></Relationships>
</file>

<file path=ppt/slides/_rels/slide71.xml.rels><?xml version="1.0" encoding="UTF-8" standalone="yes"?>
<Relationships xmlns="http://schemas.openxmlformats.org/package/2006/relationships"><Relationship Id="rId8" Type="http://schemas.openxmlformats.org/officeDocument/2006/relationships/notesSlide" Target="../notesSlides/notesSlide71.xml"/><Relationship Id="rId7" Type="http://schemas.openxmlformats.org/officeDocument/2006/relationships/slideLayout" Target="../slideLayouts/slideLayout10.xml"/><Relationship Id="rId6" Type="http://schemas.openxmlformats.org/officeDocument/2006/relationships/tags" Target="../tags/tag362.xml"/><Relationship Id="rId5" Type="http://schemas.openxmlformats.org/officeDocument/2006/relationships/tags" Target="../tags/tag361.xml"/><Relationship Id="rId4" Type="http://schemas.openxmlformats.org/officeDocument/2006/relationships/tags" Target="../tags/tag360.xml"/><Relationship Id="rId3" Type="http://schemas.openxmlformats.org/officeDocument/2006/relationships/tags" Target="../tags/tag359.xml"/><Relationship Id="rId2" Type="http://schemas.openxmlformats.org/officeDocument/2006/relationships/image" Target="../media/image2.png"/><Relationship Id="rId1" Type="http://schemas.openxmlformats.org/officeDocument/2006/relationships/tags" Target="../tags/tag358.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0.xml"/><Relationship Id="rId1" Type="http://schemas.openxmlformats.org/officeDocument/2006/relationships/tags" Target="../tags/tag363.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0.xml"/><Relationship Id="rId1" Type="http://schemas.openxmlformats.org/officeDocument/2006/relationships/tags" Target="../tags/tag364.xml"/></Relationships>
</file>

<file path=ppt/slides/_rels/slide74.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370.xml"/><Relationship Id="rId7" Type="http://schemas.openxmlformats.org/officeDocument/2006/relationships/tags" Target="../tags/tag369.xml"/><Relationship Id="rId6" Type="http://schemas.openxmlformats.org/officeDocument/2006/relationships/tags" Target="../tags/tag368.xml"/><Relationship Id="rId5" Type="http://schemas.openxmlformats.org/officeDocument/2006/relationships/hyperlink" Target="http://stu.ityxb.com/ebookview/c6d3d3df85c9cde35cc88d2ad40810b7" TargetMode="External"/><Relationship Id="rId4" Type="http://schemas.openxmlformats.org/officeDocument/2006/relationships/tags" Target="../tags/tag367.xml"/><Relationship Id="rId3" Type="http://schemas.openxmlformats.org/officeDocument/2006/relationships/image" Target="../media/image4.png"/><Relationship Id="rId2" Type="http://schemas.openxmlformats.org/officeDocument/2006/relationships/tags" Target="../tags/tag366.xml"/><Relationship Id="rId16" Type="http://schemas.openxmlformats.org/officeDocument/2006/relationships/notesSlide" Target="../notesSlides/notesSlide74.xml"/><Relationship Id="rId15" Type="http://schemas.openxmlformats.org/officeDocument/2006/relationships/slideLayout" Target="../slideLayouts/slideLayout10.xml"/><Relationship Id="rId14" Type="http://schemas.openxmlformats.org/officeDocument/2006/relationships/tags" Target="../tags/tag374.xml"/><Relationship Id="rId13" Type="http://schemas.openxmlformats.org/officeDocument/2006/relationships/tags" Target="../tags/tag373.xml"/><Relationship Id="rId12" Type="http://schemas.openxmlformats.org/officeDocument/2006/relationships/tags" Target="../tags/tag372.xml"/><Relationship Id="rId11" Type="http://schemas.openxmlformats.org/officeDocument/2006/relationships/tags" Target="../tags/tag371.xml"/><Relationship Id="rId10" Type="http://schemas.openxmlformats.org/officeDocument/2006/relationships/image" Target="../media/image6.svg"/><Relationship Id="rId1" Type="http://schemas.openxmlformats.org/officeDocument/2006/relationships/tags" Target="../tags/tag365.xml"/></Relationships>
</file>

<file path=ppt/slides/_rels/slide75.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380.xml"/><Relationship Id="rId7" Type="http://schemas.openxmlformats.org/officeDocument/2006/relationships/tags" Target="../tags/tag379.xml"/><Relationship Id="rId6" Type="http://schemas.openxmlformats.org/officeDocument/2006/relationships/tags" Target="../tags/tag378.xml"/><Relationship Id="rId5" Type="http://schemas.openxmlformats.org/officeDocument/2006/relationships/hyperlink" Target="http://stu.ityxb.com/ebookview/b5110917157868fde6ef661f00fe33bc" TargetMode="External"/><Relationship Id="rId4" Type="http://schemas.openxmlformats.org/officeDocument/2006/relationships/tags" Target="../tags/tag377.xml"/><Relationship Id="rId3" Type="http://schemas.openxmlformats.org/officeDocument/2006/relationships/image" Target="../media/image4.png"/><Relationship Id="rId2" Type="http://schemas.openxmlformats.org/officeDocument/2006/relationships/tags" Target="../tags/tag376.xml"/><Relationship Id="rId15" Type="http://schemas.openxmlformats.org/officeDocument/2006/relationships/notesSlide" Target="../notesSlides/notesSlide75.xml"/><Relationship Id="rId14" Type="http://schemas.openxmlformats.org/officeDocument/2006/relationships/slideLayout" Target="../slideLayouts/slideLayout10.xml"/><Relationship Id="rId13" Type="http://schemas.openxmlformats.org/officeDocument/2006/relationships/tags" Target="../tags/tag383.xml"/><Relationship Id="rId12" Type="http://schemas.openxmlformats.org/officeDocument/2006/relationships/tags" Target="../tags/tag382.xml"/><Relationship Id="rId11" Type="http://schemas.openxmlformats.org/officeDocument/2006/relationships/tags" Target="../tags/tag381.xml"/><Relationship Id="rId10" Type="http://schemas.openxmlformats.org/officeDocument/2006/relationships/image" Target="../media/image6.svg"/><Relationship Id="rId1" Type="http://schemas.openxmlformats.org/officeDocument/2006/relationships/tags" Target="../tags/tag375.xml"/></Relationships>
</file>

<file path=ppt/slides/_rels/slide76.xml.rels><?xml version="1.0" encoding="UTF-8" standalone="yes"?>
<Relationships xmlns="http://schemas.openxmlformats.org/package/2006/relationships"><Relationship Id="rId8" Type="http://schemas.openxmlformats.org/officeDocument/2006/relationships/notesSlide" Target="../notesSlides/notesSlide76.xml"/><Relationship Id="rId7" Type="http://schemas.openxmlformats.org/officeDocument/2006/relationships/slideLayout" Target="../slideLayouts/slideLayout10.xml"/><Relationship Id="rId6" Type="http://schemas.openxmlformats.org/officeDocument/2006/relationships/image" Target="../media/image22.png"/><Relationship Id="rId5" Type="http://schemas.openxmlformats.org/officeDocument/2006/relationships/tags" Target="../tags/tag388.xml"/><Relationship Id="rId4" Type="http://schemas.openxmlformats.org/officeDocument/2006/relationships/tags" Target="../tags/tag387.xml"/><Relationship Id="rId3" Type="http://schemas.openxmlformats.org/officeDocument/2006/relationships/tags" Target="../tags/tag386.xml"/><Relationship Id="rId2" Type="http://schemas.openxmlformats.org/officeDocument/2006/relationships/tags" Target="../tags/tag385.xml"/><Relationship Id="rId1" Type="http://schemas.openxmlformats.org/officeDocument/2006/relationships/tags" Target="../tags/tag384.xml"/></Relationships>
</file>

<file path=ppt/slides/_rels/slide77.xml.rels><?xml version="1.0" encoding="UTF-8" standalone="yes"?>
<Relationships xmlns="http://schemas.openxmlformats.org/package/2006/relationships"><Relationship Id="rId7" Type="http://schemas.openxmlformats.org/officeDocument/2006/relationships/notesSlide" Target="../notesSlides/notesSlide77.xml"/><Relationship Id="rId6" Type="http://schemas.openxmlformats.org/officeDocument/2006/relationships/slideLayout" Target="../slideLayouts/slideLayout10.xml"/><Relationship Id="rId5" Type="http://schemas.openxmlformats.org/officeDocument/2006/relationships/image" Target="../media/image23.png"/><Relationship Id="rId4" Type="http://schemas.openxmlformats.org/officeDocument/2006/relationships/tags" Target="../tags/tag392.xml"/><Relationship Id="rId3" Type="http://schemas.openxmlformats.org/officeDocument/2006/relationships/tags" Target="../tags/tag391.xml"/><Relationship Id="rId2" Type="http://schemas.openxmlformats.org/officeDocument/2006/relationships/tags" Target="../tags/tag390.xml"/><Relationship Id="rId1" Type="http://schemas.openxmlformats.org/officeDocument/2006/relationships/tags" Target="../tags/tag389.xml"/></Relationships>
</file>

<file path=ppt/slides/_rels/slide78.xml.rels><?xml version="1.0" encoding="UTF-8" standalone="yes"?>
<Relationships xmlns="http://schemas.openxmlformats.org/package/2006/relationships"><Relationship Id="rId8" Type="http://schemas.openxmlformats.org/officeDocument/2006/relationships/notesSlide" Target="../notesSlides/notesSlide78.xml"/><Relationship Id="rId7" Type="http://schemas.openxmlformats.org/officeDocument/2006/relationships/slideLayout" Target="../slideLayouts/slideLayout10.xml"/><Relationship Id="rId6" Type="http://schemas.openxmlformats.org/officeDocument/2006/relationships/image" Target="../media/image24.png"/><Relationship Id="rId5" Type="http://schemas.openxmlformats.org/officeDocument/2006/relationships/tags" Target="../tags/tag397.xml"/><Relationship Id="rId4" Type="http://schemas.openxmlformats.org/officeDocument/2006/relationships/tags" Target="../tags/tag396.xml"/><Relationship Id="rId3" Type="http://schemas.openxmlformats.org/officeDocument/2006/relationships/tags" Target="../tags/tag395.xml"/><Relationship Id="rId2" Type="http://schemas.openxmlformats.org/officeDocument/2006/relationships/tags" Target="../tags/tag394.xml"/><Relationship Id="rId1" Type="http://schemas.openxmlformats.org/officeDocument/2006/relationships/tags" Target="../tags/tag393.xml"/></Relationships>
</file>

<file path=ppt/slides/_rels/slide79.xml.rels><?xml version="1.0" encoding="UTF-8" standalone="yes"?>
<Relationships xmlns="http://schemas.openxmlformats.org/package/2006/relationships"><Relationship Id="rId7" Type="http://schemas.openxmlformats.org/officeDocument/2006/relationships/notesSlide" Target="../notesSlides/notesSlide79.xml"/><Relationship Id="rId6" Type="http://schemas.openxmlformats.org/officeDocument/2006/relationships/slideLayout" Target="../slideLayouts/slideLayout10.xml"/><Relationship Id="rId5" Type="http://schemas.openxmlformats.org/officeDocument/2006/relationships/image" Target="../media/image25.png"/><Relationship Id="rId4" Type="http://schemas.openxmlformats.org/officeDocument/2006/relationships/tags" Target="../tags/tag401.xml"/><Relationship Id="rId3" Type="http://schemas.openxmlformats.org/officeDocument/2006/relationships/tags" Target="../tags/tag400.xml"/><Relationship Id="rId2" Type="http://schemas.openxmlformats.org/officeDocument/2006/relationships/tags" Target="../tags/tag399.xml"/><Relationship Id="rId1" Type="http://schemas.openxmlformats.org/officeDocument/2006/relationships/tags" Target="../tags/tag398.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6" Type="http://schemas.openxmlformats.org/officeDocument/2006/relationships/notesSlide" Target="../notesSlides/notesSlide81.xml"/><Relationship Id="rId5" Type="http://schemas.openxmlformats.org/officeDocument/2006/relationships/slideLayout" Target="../slideLayouts/slideLayout10.xml"/><Relationship Id="rId4" Type="http://schemas.openxmlformats.org/officeDocument/2006/relationships/tags" Target="../tags/tag405.xml"/><Relationship Id="rId3" Type="http://schemas.openxmlformats.org/officeDocument/2006/relationships/tags" Target="../tags/tag404.xml"/><Relationship Id="rId2" Type="http://schemas.openxmlformats.org/officeDocument/2006/relationships/tags" Target="../tags/tag403.xml"/><Relationship Id="rId1" Type="http://schemas.openxmlformats.org/officeDocument/2006/relationships/tags" Target="../tags/tag402.xml"/></Relationships>
</file>

<file path=ppt/slides/_rels/slide82.xml.rels><?xml version="1.0" encoding="UTF-8" standalone="yes"?>
<Relationships xmlns="http://schemas.openxmlformats.org/package/2006/relationships"><Relationship Id="rId8" Type="http://schemas.openxmlformats.org/officeDocument/2006/relationships/notesSlide" Target="../notesSlides/notesSlide82.xml"/><Relationship Id="rId7" Type="http://schemas.openxmlformats.org/officeDocument/2006/relationships/slideLayout" Target="../slideLayouts/slideLayout10.xml"/><Relationship Id="rId6" Type="http://schemas.openxmlformats.org/officeDocument/2006/relationships/tags" Target="../tags/tag410.xml"/><Relationship Id="rId5" Type="http://schemas.openxmlformats.org/officeDocument/2006/relationships/tags" Target="../tags/tag409.xml"/><Relationship Id="rId4" Type="http://schemas.openxmlformats.org/officeDocument/2006/relationships/tags" Target="../tags/tag408.xml"/><Relationship Id="rId3" Type="http://schemas.openxmlformats.org/officeDocument/2006/relationships/tags" Target="../tags/tag407.xml"/><Relationship Id="rId2" Type="http://schemas.openxmlformats.org/officeDocument/2006/relationships/image" Target="../media/image2.png"/><Relationship Id="rId1" Type="http://schemas.openxmlformats.org/officeDocument/2006/relationships/tags" Target="../tags/tag406.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10.xml"/><Relationship Id="rId1" Type="http://schemas.openxmlformats.org/officeDocument/2006/relationships/tags" Target="../tags/tag411.xml"/></Relationships>
</file>

<file path=ppt/slides/_rels/slide84.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417.xml"/><Relationship Id="rId7" Type="http://schemas.openxmlformats.org/officeDocument/2006/relationships/tags" Target="../tags/tag416.xml"/><Relationship Id="rId6" Type="http://schemas.openxmlformats.org/officeDocument/2006/relationships/tags" Target="../tags/tag415.xml"/><Relationship Id="rId5" Type="http://schemas.openxmlformats.org/officeDocument/2006/relationships/hyperlink" Target="http://stu.ityxb.com/ebookview/64034e6ab8d6794aafc41f9bc0f363ed" TargetMode="External"/><Relationship Id="rId4" Type="http://schemas.openxmlformats.org/officeDocument/2006/relationships/tags" Target="../tags/tag414.xml"/><Relationship Id="rId3" Type="http://schemas.openxmlformats.org/officeDocument/2006/relationships/image" Target="../media/image4.png"/><Relationship Id="rId2" Type="http://schemas.openxmlformats.org/officeDocument/2006/relationships/tags" Target="../tags/tag413.xml"/><Relationship Id="rId16" Type="http://schemas.openxmlformats.org/officeDocument/2006/relationships/notesSlide" Target="../notesSlides/notesSlide84.xml"/><Relationship Id="rId15" Type="http://schemas.openxmlformats.org/officeDocument/2006/relationships/slideLayout" Target="../slideLayouts/slideLayout10.xml"/><Relationship Id="rId14" Type="http://schemas.openxmlformats.org/officeDocument/2006/relationships/tags" Target="../tags/tag421.xml"/><Relationship Id="rId13" Type="http://schemas.openxmlformats.org/officeDocument/2006/relationships/tags" Target="../tags/tag420.xml"/><Relationship Id="rId12" Type="http://schemas.openxmlformats.org/officeDocument/2006/relationships/tags" Target="../tags/tag419.xml"/><Relationship Id="rId11" Type="http://schemas.openxmlformats.org/officeDocument/2006/relationships/tags" Target="../tags/tag418.xml"/><Relationship Id="rId10" Type="http://schemas.openxmlformats.org/officeDocument/2006/relationships/image" Target="../media/image6.svg"/><Relationship Id="rId1" Type="http://schemas.openxmlformats.org/officeDocument/2006/relationships/tags" Target="../tags/tag412.xml"/></Relationships>
</file>

<file path=ppt/slides/_rels/slide85.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427.xml"/><Relationship Id="rId7" Type="http://schemas.openxmlformats.org/officeDocument/2006/relationships/tags" Target="../tags/tag426.xml"/><Relationship Id="rId6" Type="http://schemas.openxmlformats.org/officeDocument/2006/relationships/tags" Target="../tags/tag425.xml"/><Relationship Id="rId5" Type="http://schemas.openxmlformats.org/officeDocument/2006/relationships/hyperlink" Target="http://stu.ityxb.com/ebookview/c013dc0d642cea267584d905866f1f98" TargetMode="External"/><Relationship Id="rId4" Type="http://schemas.openxmlformats.org/officeDocument/2006/relationships/tags" Target="../tags/tag424.xml"/><Relationship Id="rId3" Type="http://schemas.openxmlformats.org/officeDocument/2006/relationships/image" Target="../media/image4.png"/><Relationship Id="rId2" Type="http://schemas.openxmlformats.org/officeDocument/2006/relationships/tags" Target="../tags/tag423.xml"/><Relationship Id="rId15" Type="http://schemas.openxmlformats.org/officeDocument/2006/relationships/notesSlide" Target="../notesSlides/notesSlide85.xml"/><Relationship Id="rId14" Type="http://schemas.openxmlformats.org/officeDocument/2006/relationships/slideLayout" Target="../slideLayouts/slideLayout10.xml"/><Relationship Id="rId13" Type="http://schemas.openxmlformats.org/officeDocument/2006/relationships/tags" Target="../tags/tag430.xml"/><Relationship Id="rId12" Type="http://schemas.openxmlformats.org/officeDocument/2006/relationships/tags" Target="../tags/tag429.xml"/><Relationship Id="rId11" Type="http://schemas.openxmlformats.org/officeDocument/2006/relationships/tags" Target="../tags/tag428.xml"/><Relationship Id="rId10" Type="http://schemas.openxmlformats.org/officeDocument/2006/relationships/image" Target="../media/image6.svg"/><Relationship Id="rId1" Type="http://schemas.openxmlformats.org/officeDocument/2006/relationships/tags" Target="../tags/tag422.xml"/></Relationships>
</file>

<file path=ppt/slides/_rels/slide86.xml.rels><?xml version="1.0" encoding="UTF-8" standalone="yes"?>
<Relationships xmlns="http://schemas.openxmlformats.org/package/2006/relationships"><Relationship Id="rId8" Type="http://schemas.openxmlformats.org/officeDocument/2006/relationships/notesSlide" Target="../notesSlides/notesSlide86.xml"/><Relationship Id="rId7" Type="http://schemas.openxmlformats.org/officeDocument/2006/relationships/slideLayout" Target="../slideLayouts/slideLayout10.xml"/><Relationship Id="rId6" Type="http://schemas.openxmlformats.org/officeDocument/2006/relationships/image" Target="../media/image26.png"/><Relationship Id="rId5" Type="http://schemas.openxmlformats.org/officeDocument/2006/relationships/tags" Target="../tags/tag435.xml"/><Relationship Id="rId4" Type="http://schemas.openxmlformats.org/officeDocument/2006/relationships/tags" Target="../tags/tag434.xml"/><Relationship Id="rId3" Type="http://schemas.openxmlformats.org/officeDocument/2006/relationships/tags" Target="../tags/tag433.xml"/><Relationship Id="rId2" Type="http://schemas.openxmlformats.org/officeDocument/2006/relationships/tags" Target="../tags/tag432.xml"/><Relationship Id="rId1" Type="http://schemas.openxmlformats.org/officeDocument/2006/relationships/tags" Target="../tags/tag431.xml"/></Relationships>
</file>

<file path=ppt/slides/_rels/slide87.xml.rels><?xml version="1.0" encoding="UTF-8" standalone="yes"?>
<Relationships xmlns="http://schemas.openxmlformats.org/package/2006/relationships"><Relationship Id="rId8" Type="http://schemas.openxmlformats.org/officeDocument/2006/relationships/notesSlide" Target="../notesSlides/notesSlide87.xml"/><Relationship Id="rId7" Type="http://schemas.openxmlformats.org/officeDocument/2006/relationships/slideLayout" Target="../slideLayouts/slideLayout10.xml"/><Relationship Id="rId6" Type="http://schemas.openxmlformats.org/officeDocument/2006/relationships/image" Target="../media/image27.png"/><Relationship Id="rId5" Type="http://schemas.openxmlformats.org/officeDocument/2006/relationships/tags" Target="../tags/tag440.xml"/><Relationship Id="rId4" Type="http://schemas.openxmlformats.org/officeDocument/2006/relationships/tags" Target="../tags/tag439.xml"/><Relationship Id="rId3" Type="http://schemas.openxmlformats.org/officeDocument/2006/relationships/tags" Target="../tags/tag438.xml"/><Relationship Id="rId2" Type="http://schemas.openxmlformats.org/officeDocument/2006/relationships/tags" Target="../tags/tag437.xml"/><Relationship Id="rId1" Type="http://schemas.openxmlformats.org/officeDocument/2006/relationships/tags" Target="../tags/tag436.xml"/></Relationships>
</file>

<file path=ppt/slides/_rels/slide88.xml.rels><?xml version="1.0" encoding="UTF-8" standalone="yes"?>
<Relationships xmlns="http://schemas.openxmlformats.org/package/2006/relationships"><Relationship Id="rId8" Type="http://schemas.openxmlformats.org/officeDocument/2006/relationships/notesSlide" Target="../notesSlides/notesSlide88.xml"/><Relationship Id="rId7" Type="http://schemas.openxmlformats.org/officeDocument/2006/relationships/slideLayout" Target="../slideLayouts/slideLayout10.xml"/><Relationship Id="rId6" Type="http://schemas.openxmlformats.org/officeDocument/2006/relationships/tags" Target="../tags/tag445.xml"/><Relationship Id="rId5" Type="http://schemas.openxmlformats.org/officeDocument/2006/relationships/tags" Target="../tags/tag444.xml"/><Relationship Id="rId4" Type="http://schemas.openxmlformats.org/officeDocument/2006/relationships/tags" Target="../tags/tag443.xml"/><Relationship Id="rId3" Type="http://schemas.openxmlformats.org/officeDocument/2006/relationships/tags" Target="../tags/tag442.xml"/><Relationship Id="rId2" Type="http://schemas.openxmlformats.org/officeDocument/2006/relationships/image" Target="../media/image2.png"/><Relationship Id="rId1" Type="http://schemas.openxmlformats.org/officeDocument/2006/relationships/tags" Target="../tags/tag441.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10.xml"/><Relationship Id="rId1" Type="http://schemas.openxmlformats.org/officeDocument/2006/relationships/tags" Target="../tags/tag446.xml"/></Relationships>
</file>

<file path=ppt/slides/_rels/slide90.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452.xml"/><Relationship Id="rId7" Type="http://schemas.openxmlformats.org/officeDocument/2006/relationships/tags" Target="../tags/tag451.xml"/><Relationship Id="rId6" Type="http://schemas.openxmlformats.org/officeDocument/2006/relationships/tags" Target="../tags/tag450.xml"/><Relationship Id="rId5" Type="http://schemas.openxmlformats.org/officeDocument/2006/relationships/hyperlink" Target="http://stu.ityxb.com/ebookview/727b0f1b58e1d45f23e82c145031bf1b" TargetMode="External"/><Relationship Id="rId4" Type="http://schemas.openxmlformats.org/officeDocument/2006/relationships/tags" Target="../tags/tag449.xml"/><Relationship Id="rId3" Type="http://schemas.openxmlformats.org/officeDocument/2006/relationships/image" Target="../media/image4.png"/><Relationship Id="rId2" Type="http://schemas.openxmlformats.org/officeDocument/2006/relationships/tags" Target="../tags/tag448.xml"/><Relationship Id="rId17" Type="http://schemas.openxmlformats.org/officeDocument/2006/relationships/notesSlide" Target="../notesSlides/notesSlide90.xml"/><Relationship Id="rId16" Type="http://schemas.openxmlformats.org/officeDocument/2006/relationships/slideLayout" Target="../slideLayouts/slideLayout10.xml"/><Relationship Id="rId15" Type="http://schemas.openxmlformats.org/officeDocument/2006/relationships/tags" Target="../tags/tag457.xml"/><Relationship Id="rId14" Type="http://schemas.openxmlformats.org/officeDocument/2006/relationships/tags" Target="../tags/tag456.xml"/><Relationship Id="rId13" Type="http://schemas.openxmlformats.org/officeDocument/2006/relationships/tags" Target="../tags/tag455.xml"/><Relationship Id="rId12" Type="http://schemas.openxmlformats.org/officeDocument/2006/relationships/tags" Target="../tags/tag454.xml"/><Relationship Id="rId11" Type="http://schemas.openxmlformats.org/officeDocument/2006/relationships/tags" Target="../tags/tag453.xml"/><Relationship Id="rId10" Type="http://schemas.openxmlformats.org/officeDocument/2006/relationships/image" Target="../media/image6.svg"/><Relationship Id="rId1" Type="http://schemas.openxmlformats.org/officeDocument/2006/relationships/tags" Target="../tags/tag447.xml"/></Relationships>
</file>

<file path=ppt/slides/_rels/slide91.xml.rels><?xml version="1.0" encoding="UTF-8" standalone="yes"?>
<Relationships xmlns="http://schemas.openxmlformats.org/package/2006/relationships"><Relationship Id="rId8" Type="http://schemas.openxmlformats.org/officeDocument/2006/relationships/notesSlide" Target="../notesSlides/notesSlide91.xml"/><Relationship Id="rId7" Type="http://schemas.openxmlformats.org/officeDocument/2006/relationships/slideLayout" Target="../slideLayouts/slideLayout10.xml"/><Relationship Id="rId6" Type="http://schemas.openxmlformats.org/officeDocument/2006/relationships/image" Target="../media/image28.png"/><Relationship Id="rId5" Type="http://schemas.openxmlformats.org/officeDocument/2006/relationships/tags" Target="../tags/tag462.xml"/><Relationship Id="rId4" Type="http://schemas.openxmlformats.org/officeDocument/2006/relationships/tags" Target="../tags/tag461.xml"/><Relationship Id="rId3" Type="http://schemas.openxmlformats.org/officeDocument/2006/relationships/tags" Target="../tags/tag460.xml"/><Relationship Id="rId2" Type="http://schemas.openxmlformats.org/officeDocument/2006/relationships/tags" Target="../tags/tag459.xml"/><Relationship Id="rId1" Type="http://schemas.openxmlformats.org/officeDocument/2006/relationships/tags" Target="../tags/tag458.xml"/></Relationships>
</file>

<file path=ppt/slides/_rels/slide92.xml.rels><?xml version="1.0" encoding="UTF-8" standalone="yes"?>
<Relationships xmlns="http://schemas.openxmlformats.org/package/2006/relationships"><Relationship Id="rId8" Type="http://schemas.openxmlformats.org/officeDocument/2006/relationships/notesSlide" Target="../notesSlides/notesSlide92.xml"/><Relationship Id="rId7" Type="http://schemas.openxmlformats.org/officeDocument/2006/relationships/slideLayout" Target="../slideLayouts/slideLayout10.xml"/><Relationship Id="rId6" Type="http://schemas.openxmlformats.org/officeDocument/2006/relationships/image" Target="../media/image27.png"/><Relationship Id="rId5" Type="http://schemas.openxmlformats.org/officeDocument/2006/relationships/tags" Target="../tags/tag467.xml"/><Relationship Id="rId4" Type="http://schemas.openxmlformats.org/officeDocument/2006/relationships/tags" Target="../tags/tag466.xml"/><Relationship Id="rId3" Type="http://schemas.openxmlformats.org/officeDocument/2006/relationships/tags" Target="../tags/tag465.xml"/><Relationship Id="rId2" Type="http://schemas.openxmlformats.org/officeDocument/2006/relationships/tags" Target="../tags/tag464.xml"/><Relationship Id="rId1" Type="http://schemas.openxmlformats.org/officeDocument/2006/relationships/tags" Target="../tags/tag463.xml"/></Relationships>
</file>

<file path=ppt/slides/_rels/slide93.xml.rels><?xml version="1.0" encoding="UTF-8" standalone="yes"?>
<Relationships xmlns="http://schemas.openxmlformats.org/package/2006/relationships"><Relationship Id="rId6" Type="http://schemas.openxmlformats.org/officeDocument/2006/relationships/notesSlide" Target="../notesSlides/notesSlide93.xml"/><Relationship Id="rId5" Type="http://schemas.openxmlformats.org/officeDocument/2006/relationships/slideLayout" Target="../slideLayouts/slideLayout10.xml"/><Relationship Id="rId4" Type="http://schemas.openxmlformats.org/officeDocument/2006/relationships/tags" Target="../tags/tag471.xml"/><Relationship Id="rId3" Type="http://schemas.openxmlformats.org/officeDocument/2006/relationships/tags" Target="../tags/tag470.xml"/><Relationship Id="rId2" Type="http://schemas.openxmlformats.org/officeDocument/2006/relationships/tags" Target="../tags/tag469.xml"/><Relationship Id="rId1" Type="http://schemas.openxmlformats.org/officeDocument/2006/relationships/tags" Target="../tags/tag468.xml"/></Relationships>
</file>

<file path=ppt/slides/_rels/slide94.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477.xml"/><Relationship Id="rId7" Type="http://schemas.openxmlformats.org/officeDocument/2006/relationships/tags" Target="../tags/tag476.xml"/><Relationship Id="rId6" Type="http://schemas.openxmlformats.org/officeDocument/2006/relationships/tags" Target="../tags/tag475.xml"/><Relationship Id="rId5" Type="http://schemas.openxmlformats.org/officeDocument/2006/relationships/hyperlink" Target="http://stu.ityxb.com/ebookview/24a2214c00979f58e5a360663adb746c" TargetMode="External"/><Relationship Id="rId4" Type="http://schemas.openxmlformats.org/officeDocument/2006/relationships/tags" Target="../tags/tag474.xml"/><Relationship Id="rId3" Type="http://schemas.openxmlformats.org/officeDocument/2006/relationships/image" Target="../media/image4.png"/><Relationship Id="rId2" Type="http://schemas.openxmlformats.org/officeDocument/2006/relationships/tags" Target="../tags/tag473.xml"/><Relationship Id="rId16" Type="http://schemas.openxmlformats.org/officeDocument/2006/relationships/notesSlide" Target="../notesSlides/notesSlide94.xml"/><Relationship Id="rId15" Type="http://schemas.openxmlformats.org/officeDocument/2006/relationships/slideLayout" Target="../slideLayouts/slideLayout10.xml"/><Relationship Id="rId14" Type="http://schemas.openxmlformats.org/officeDocument/2006/relationships/tags" Target="../tags/tag481.xml"/><Relationship Id="rId13" Type="http://schemas.openxmlformats.org/officeDocument/2006/relationships/tags" Target="../tags/tag480.xml"/><Relationship Id="rId12" Type="http://schemas.openxmlformats.org/officeDocument/2006/relationships/tags" Target="../tags/tag479.xml"/><Relationship Id="rId11" Type="http://schemas.openxmlformats.org/officeDocument/2006/relationships/tags" Target="../tags/tag478.xml"/><Relationship Id="rId10" Type="http://schemas.openxmlformats.org/officeDocument/2006/relationships/image" Target="../media/image6.svg"/><Relationship Id="rId1" Type="http://schemas.openxmlformats.org/officeDocument/2006/relationships/tags" Target="../tags/tag472.xml"/></Relationships>
</file>

<file path=ppt/slides/_rels/slide95.xml.rels><?xml version="1.0" encoding="UTF-8" standalone="yes"?>
<Relationships xmlns="http://schemas.openxmlformats.org/package/2006/relationships"><Relationship Id="rId8" Type="http://schemas.openxmlformats.org/officeDocument/2006/relationships/notesSlide" Target="../notesSlides/notesSlide95.xml"/><Relationship Id="rId7" Type="http://schemas.openxmlformats.org/officeDocument/2006/relationships/slideLayout" Target="../slideLayouts/slideLayout10.xml"/><Relationship Id="rId6" Type="http://schemas.openxmlformats.org/officeDocument/2006/relationships/image" Target="../media/image29.png"/><Relationship Id="rId5" Type="http://schemas.openxmlformats.org/officeDocument/2006/relationships/tags" Target="../tags/tag486.xml"/><Relationship Id="rId4" Type="http://schemas.openxmlformats.org/officeDocument/2006/relationships/tags" Target="../tags/tag485.xml"/><Relationship Id="rId3" Type="http://schemas.openxmlformats.org/officeDocument/2006/relationships/tags" Target="../tags/tag484.xml"/><Relationship Id="rId2" Type="http://schemas.openxmlformats.org/officeDocument/2006/relationships/tags" Target="../tags/tag483.xml"/><Relationship Id="rId1" Type="http://schemas.openxmlformats.org/officeDocument/2006/relationships/tags" Target="../tags/tag482.xml"/></Relationships>
</file>

<file path=ppt/slides/_rels/slide96.xml.rels><?xml version="1.0" encoding="UTF-8" standalone="yes"?>
<Relationships xmlns="http://schemas.openxmlformats.org/package/2006/relationships"><Relationship Id="rId8" Type="http://schemas.openxmlformats.org/officeDocument/2006/relationships/notesSlide" Target="../notesSlides/notesSlide96.xml"/><Relationship Id="rId7" Type="http://schemas.openxmlformats.org/officeDocument/2006/relationships/slideLayout" Target="../slideLayouts/slideLayout10.xml"/><Relationship Id="rId6" Type="http://schemas.openxmlformats.org/officeDocument/2006/relationships/image" Target="../media/image30.png"/><Relationship Id="rId5" Type="http://schemas.openxmlformats.org/officeDocument/2006/relationships/tags" Target="../tags/tag491.xml"/><Relationship Id="rId4" Type="http://schemas.openxmlformats.org/officeDocument/2006/relationships/tags" Target="../tags/tag490.xml"/><Relationship Id="rId3" Type="http://schemas.openxmlformats.org/officeDocument/2006/relationships/tags" Target="../tags/tag489.xml"/><Relationship Id="rId2" Type="http://schemas.openxmlformats.org/officeDocument/2006/relationships/tags" Target="../tags/tag488.xml"/><Relationship Id="rId1" Type="http://schemas.openxmlformats.org/officeDocument/2006/relationships/tags" Target="../tags/tag487.xml"/></Relationships>
</file>

<file path=ppt/slides/_rels/slide97.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497.xml"/><Relationship Id="rId7" Type="http://schemas.openxmlformats.org/officeDocument/2006/relationships/tags" Target="../tags/tag496.xml"/><Relationship Id="rId6" Type="http://schemas.openxmlformats.org/officeDocument/2006/relationships/tags" Target="../tags/tag495.xml"/><Relationship Id="rId5" Type="http://schemas.openxmlformats.org/officeDocument/2006/relationships/hyperlink" Target="http://stu.ityxb.com/ebookview/59fa23b3cd11ede7283b5576d8a00ce1" TargetMode="External"/><Relationship Id="rId4" Type="http://schemas.openxmlformats.org/officeDocument/2006/relationships/tags" Target="../tags/tag494.xml"/><Relationship Id="rId3" Type="http://schemas.openxmlformats.org/officeDocument/2006/relationships/image" Target="../media/image4.png"/><Relationship Id="rId2" Type="http://schemas.openxmlformats.org/officeDocument/2006/relationships/tags" Target="../tags/tag493.xml"/><Relationship Id="rId17" Type="http://schemas.openxmlformats.org/officeDocument/2006/relationships/notesSlide" Target="../notesSlides/notesSlide97.xml"/><Relationship Id="rId16" Type="http://schemas.openxmlformats.org/officeDocument/2006/relationships/slideLayout" Target="../slideLayouts/slideLayout10.xml"/><Relationship Id="rId15" Type="http://schemas.openxmlformats.org/officeDocument/2006/relationships/tags" Target="../tags/tag502.xml"/><Relationship Id="rId14" Type="http://schemas.openxmlformats.org/officeDocument/2006/relationships/tags" Target="../tags/tag501.xml"/><Relationship Id="rId13" Type="http://schemas.openxmlformats.org/officeDocument/2006/relationships/tags" Target="../tags/tag500.xml"/><Relationship Id="rId12" Type="http://schemas.openxmlformats.org/officeDocument/2006/relationships/tags" Target="../tags/tag499.xml"/><Relationship Id="rId11" Type="http://schemas.openxmlformats.org/officeDocument/2006/relationships/tags" Target="../tags/tag498.xml"/><Relationship Id="rId10" Type="http://schemas.openxmlformats.org/officeDocument/2006/relationships/image" Target="../media/image6.svg"/><Relationship Id="rId1" Type="http://schemas.openxmlformats.org/officeDocument/2006/relationships/tags" Target="../tags/tag492.xml"/></Relationships>
</file>

<file path=ppt/slides/_rels/slide98.xml.rels><?xml version="1.0" encoding="UTF-8" standalone="yes"?>
<Relationships xmlns="http://schemas.openxmlformats.org/package/2006/relationships"><Relationship Id="rId8" Type="http://schemas.openxmlformats.org/officeDocument/2006/relationships/notesSlide" Target="../notesSlides/notesSlide98.xml"/><Relationship Id="rId7" Type="http://schemas.openxmlformats.org/officeDocument/2006/relationships/slideLayout" Target="../slideLayouts/slideLayout10.xml"/><Relationship Id="rId6" Type="http://schemas.openxmlformats.org/officeDocument/2006/relationships/image" Target="../media/image31.png"/><Relationship Id="rId5" Type="http://schemas.openxmlformats.org/officeDocument/2006/relationships/tags" Target="../tags/tag507.xml"/><Relationship Id="rId4" Type="http://schemas.openxmlformats.org/officeDocument/2006/relationships/tags" Target="../tags/tag506.xml"/><Relationship Id="rId3" Type="http://schemas.openxmlformats.org/officeDocument/2006/relationships/tags" Target="../tags/tag505.xml"/><Relationship Id="rId2" Type="http://schemas.openxmlformats.org/officeDocument/2006/relationships/tags" Target="../tags/tag504.xml"/><Relationship Id="rId1" Type="http://schemas.openxmlformats.org/officeDocument/2006/relationships/tags" Target="../tags/tag503.xml"/></Relationships>
</file>

<file path=ppt/slides/_rels/slide99.xml.rels><?xml version="1.0" encoding="UTF-8" standalone="yes"?>
<Relationships xmlns="http://schemas.openxmlformats.org/package/2006/relationships"><Relationship Id="rId8" Type="http://schemas.openxmlformats.org/officeDocument/2006/relationships/notesSlide" Target="../notesSlides/notesSlide99.xml"/><Relationship Id="rId7" Type="http://schemas.openxmlformats.org/officeDocument/2006/relationships/slideLayout" Target="../slideLayouts/slideLayout10.xml"/><Relationship Id="rId6" Type="http://schemas.openxmlformats.org/officeDocument/2006/relationships/image" Target="../media/image32.png"/><Relationship Id="rId5" Type="http://schemas.openxmlformats.org/officeDocument/2006/relationships/tags" Target="../tags/tag512.xml"/><Relationship Id="rId4" Type="http://schemas.openxmlformats.org/officeDocument/2006/relationships/tags" Target="../tags/tag511.xml"/><Relationship Id="rId3" Type="http://schemas.openxmlformats.org/officeDocument/2006/relationships/tags" Target="../tags/tag510.xml"/><Relationship Id="rId2" Type="http://schemas.openxmlformats.org/officeDocument/2006/relationships/tags" Target="../tags/tag509.xml"/><Relationship Id="rId1" Type="http://schemas.openxmlformats.org/officeDocument/2006/relationships/tags" Target="../tags/tag508.xml"/></Relationships>
</file>

<file path=ppt/slides/_rels/slide100.xml.rels><?xml version="1.0" encoding="UTF-8" standalone="yes"?>
<Relationships xmlns="http://schemas.openxmlformats.org/package/2006/relationships"><Relationship Id="rId8" Type="http://schemas.openxmlformats.org/officeDocument/2006/relationships/notesSlide" Target="../notesSlides/notesSlide100.xml"/><Relationship Id="rId7" Type="http://schemas.openxmlformats.org/officeDocument/2006/relationships/slideLayout" Target="../slideLayouts/slideLayout10.xml"/><Relationship Id="rId6" Type="http://schemas.openxmlformats.org/officeDocument/2006/relationships/tags" Target="../tags/tag517.xml"/><Relationship Id="rId5" Type="http://schemas.openxmlformats.org/officeDocument/2006/relationships/tags" Target="../tags/tag516.xml"/><Relationship Id="rId4" Type="http://schemas.openxmlformats.org/officeDocument/2006/relationships/tags" Target="../tags/tag515.xml"/><Relationship Id="rId3" Type="http://schemas.openxmlformats.org/officeDocument/2006/relationships/tags" Target="../tags/tag514.xml"/><Relationship Id="rId2" Type="http://schemas.openxmlformats.org/officeDocument/2006/relationships/image" Target="../media/image2.png"/><Relationship Id="rId1" Type="http://schemas.openxmlformats.org/officeDocument/2006/relationships/tags" Target="../tags/tag513.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10.xml"/><Relationship Id="rId1" Type="http://schemas.openxmlformats.org/officeDocument/2006/relationships/tags" Target="../tags/tag518.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10.xml"/><Relationship Id="rId1" Type="http://schemas.openxmlformats.org/officeDocument/2006/relationships/tags" Target="../tags/tag519.xml"/></Relationships>
</file>

<file path=ppt/slides/_rels/slide103.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525.xml"/><Relationship Id="rId7" Type="http://schemas.openxmlformats.org/officeDocument/2006/relationships/tags" Target="../tags/tag524.xml"/><Relationship Id="rId6" Type="http://schemas.openxmlformats.org/officeDocument/2006/relationships/tags" Target="../tags/tag523.xml"/><Relationship Id="rId5" Type="http://schemas.openxmlformats.org/officeDocument/2006/relationships/hyperlink" Target="http://stu.ityxb.com/ebookview/30cc6ead6632b40be4eddb7b926686c1" TargetMode="External"/><Relationship Id="rId4" Type="http://schemas.openxmlformats.org/officeDocument/2006/relationships/tags" Target="../tags/tag522.xml"/><Relationship Id="rId3" Type="http://schemas.openxmlformats.org/officeDocument/2006/relationships/image" Target="../media/image4.png"/><Relationship Id="rId2" Type="http://schemas.openxmlformats.org/officeDocument/2006/relationships/tags" Target="../tags/tag521.xml"/><Relationship Id="rId16" Type="http://schemas.openxmlformats.org/officeDocument/2006/relationships/notesSlide" Target="../notesSlides/notesSlide103.xml"/><Relationship Id="rId15" Type="http://schemas.openxmlformats.org/officeDocument/2006/relationships/slideLayout" Target="../slideLayouts/slideLayout10.xml"/><Relationship Id="rId14" Type="http://schemas.openxmlformats.org/officeDocument/2006/relationships/tags" Target="../tags/tag529.xml"/><Relationship Id="rId13" Type="http://schemas.openxmlformats.org/officeDocument/2006/relationships/tags" Target="../tags/tag528.xml"/><Relationship Id="rId12" Type="http://schemas.openxmlformats.org/officeDocument/2006/relationships/tags" Target="../tags/tag527.xml"/><Relationship Id="rId11" Type="http://schemas.openxmlformats.org/officeDocument/2006/relationships/tags" Target="../tags/tag526.xml"/><Relationship Id="rId10" Type="http://schemas.openxmlformats.org/officeDocument/2006/relationships/image" Target="../media/image6.svg"/><Relationship Id="rId1" Type="http://schemas.openxmlformats.org/officeDocument/2006/relationships/tags" Target="../tags/tag520.xml"/></Relationships>
</file>

<file path=ppt/slides/_rels/slide104.xml.rels><?xml version="1.0" encoding="UTF-8" standalone="yes"?>
<Relationships xmlns="http://schemas.openxmlformats.org/package/2006/relationships"><Relationship Id="rId8" Type="http://schemas.openxmlformats.org/officeDocument/2006/relationships/notesSlide" Target="../notesSlides/notesSlide104.xml"/><Relationship Id="rId7" Type="http://schemas.openxmlformats.org/officeDocument/2006/relationships/slideLayout" Target="../slideLayouts/slideLayout10.xml"/><Relationship Id="rId6" Type="http://schemas.openxmlformats.org/officeDocument/2006/relationships/image" Target="../media/image33.png"/><Relationship Id="rId5" Type="http://schemas.openxmlformats.org/officeDocument/2006/relationships/tags" Target="../tags/tag534.xml"/><Relationship Id="rId4" Type="http://schemas.openxmlformats.org/officeDocument/2006/relationships/tags" Target="../tags/tag533.xml"/><Relationship Id="rId3" Type="http://schemas.openxmlformats.org/officeDocument/2006/relationships/tags" Target="../tags/tag532.xml"/><Relationship Id="rId2" Type="http://schemas.openxmlformats.org/officeDocument/2006/relationships/tags" Target="../tags/tag531.xml"/><Relationship Id="rId1" Type="http://schemas.openxmlformats.org/officeDocument/2006/relationships/tags" Target="../tags/tag530.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9.xml"/></Relationships>
</file>

<file path=ppt/slides/_rels/slide106.xml.rels><?xml version="1.0" encoding="UTF-8" standalone="yes"?>
<Relationships xmlns="http://schemas.openxmlformats.org/package/2006/relationships"><Relationship Id="rId6" Type="http://schemas.openxmlformats.org/officeDocument/2006/relationships/notesSlide" Target="../notesSlides/notesSlide106.xml"/><Relationship Id="rId5" Type="http://schemas.openxmlformats.org/officeDocument/2006/relationships/slideLayout" Target="../slideLayouts/slideLayout10.xml"/><Relationship Id="rId4" Type="http://schemas.openxmlformats.org/officeDocument/2006/relationships/tags" Target="../tags/tag538.xml"/><Relationship Id="rId3" Type="http://schemas.openxmlformats.org/officeDocument/2006/relationships/tags" Target="../tags/tag537.xml"/><Relationship Id="rId2" Type="http://schemas.openxmlformats.org/officeDocument/2006/relationships/tags" Target="../tags/tag536.xml"/><Relationship Id="rId1" Type="http://schemas.openxmlformats.org/officeDocument/2006/relationships/tags" Target="../tags/tag535.xml"/></Relationships>
</file>

<file path=ppt/slides/_rels/slide107.xml.rels><?xml version="1.0" encoding="UTF-8" standalone="yes"?>
<Relationships xmlns="http://schemas.openxmlformats.org/package/2006/relationships"><Relationship Id="rId8" Type="http://schemas.openxmlformats.org/officeDocument/2006/relationships/notesSlide" Target="../notesSlides/notesSlide107.xml"/><Relationship Id="rId7" Type="http://schemas.openxmlformats.org/officeDocument/2006/relationships/slideLayout" Target="../slideLayouts/slideLayout10.xml"/><Relationship Id="rId6" Type="http://schemas.openxmlformats.org/officeDocument/2006/relationships/tags" Target="../tags/tag543.xml"/><Relationship Id="rId5" Type="http://schemas.openxmlformats.org/officeDocument/2006/relationships/tags" Target="../tags/tag542.xml"/><Relationship Id="rId4" Type="http://schemas.openxmlformats.org/officeDocument/2006/relationships/tags" Target="../tags/tag541.xml"/><Relationship Id="rId3" Type="http://schemas.openxmlformats.org/officeDocument/2006/relationships/tags" Target="../tags/tag540.xml"/><Relationship Id="rId2" Type="http://schemas.openxmlformats.org/officeDocument/2006/relationships/image" Target="../media/image2.png"/><Relationship Id="rId1" Type="http://schemas.openxmlformats.org/officeDocument/2006/relationships/tags" Target="../tags/tag539.xml"/></Relationships>
</file>

<file path=ppt/slides/_rels/slide108.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549.xml"/><Relationship Id="rId7" Type="http://schemas.openxmlformats.org/officeDocument/2006/relationships/tags" Target="../tags/tag548.xml"/><Relationship Id="rId6" Type="http://schemas.openxmlformats.org/officeDocument/2006/relationships/tags" Target="../tags/tag547.xml"/><Relationship Id="rId5" Type="http://schemas.openxmlformats.org/officeDocument/2006/relationships/hyperlink" Target="http://stu.ityxb.com/ebookview/168191621a5644ed69e4ca98463f9780" TargetMode="External"/><Relationship Id="rId4" Type="http://schemas.openxmlformats.org/officeDocument/2006/relationships/tags" Target="../tags/tag546.xml"/><Relationship Id="rId3" Type="http://schemas.openxmlformats.org/officeDocument/2006/relationships/image" Target="../media/image4.png"/><Relationship Id="rId2" Type="http://schemas.openxmlformats.org/officeDocument/2006/relationships/tags" Target="../tags/tag545.xml"/><Relationship Id="rId16" Type="http://schemas.openxmlformats.org/officeDocument/2006/relationships/notesSlide" Target="../notesSlides/notesSlide108.xml"/><Relationship Id="rId15" Type="http://schemas.openxmlformats.org/officeDocument/2006/relationships/slideLayout" Target="../slideLayouts/slideLayout10.xml"/><Relationship Id="rId14" Type="http://schemas.openxmlformats.org/officeDocument/2006/relationships/tags" Target="../tags/tag553.xml"/><Relationship Id="rId13" Type="http://schemas.openxmlformats.org/officeDocument/2006/relationships/tags" Target="../tags/tag552.xml"/><Relationship Id="rId12" Type="http://schemas.openxmlformats.org/officeDocument/2006/relationships/tags" Target="../tags/tag551.xml"/><Relationship Id="rId11" Type="http://schemas.openxmlformats.org/officeDocument/2006/relationships/tags" Target="../tags/tag550.xml"/><Relationship Id="rId10" Type="http://schemas.openxmlformats.org/officeDocument/2006/relationships/image" Target="../media/image6.svg"/><Relationship Id="rId1" Type="http://schemas.openxmlformats.org/officeDocument/2006/relationships/tags" Target="../tags/tag544.xml"/></Relationships>
</file>

<file path=ppt/slides/_rels/slide109.xml.rels><?xml version="1.0" encoding="UTF-8" standalone="yes"?>
<Relationships xmlns="http://schemas.openxmlformats.org/package/2006/relationships"><Relationship Id="rId8" Type="http://schemas.openxmlformats.org/officeDocument/2006/relationships/notesSlide" Target="../notesSlides/notesSlide109.xml"/><Relationship Id="rId7" Type="http://schemas.openxmlformats.org/officeDocument/2006/relationships/slideLayout" Target="../slideLayouts/slideLayout10.xml"/><Relationship Id="rId6" Type="http://schemas.openxmlformats.org/officeDocument/2006/relationships/image" Target="../media/image34.png"/><Relationship Id="rId5" Type="http://schemas.openxmlformats.org/officeDocument/2006/relationships/tags" Target="../tags/tag558.xml"/><Relationship Id="rId4" Type="http://schemas.openxmlformats.org/officeDocument/2006/relationships/tags" Target="../tags/tag557.xml"/><Relationship Id="rId3" Type="http://schemas.openxmlformats.org/officeDocument/2006/relationships/tags" Target="../tags/tag556.xml"/><Relationship Id="rId2" Type="http://schemas.openxmlformats.org/officeDocument/2006/relationships/tags" Target="../tags/tag555.xml"/><Relationship Id="rId1" Type="http://schemas.openxmlformats.org/officeDocument/2006/relationships/tags" Target="../tags/tag554.xml"/></Relationships>
</file>

<file path=ppt/slides/_rels/slide110.xml.rels><?xml version="1.0" encoding="UTF-8" standalone="yes"?>
<Relationships xmlns="http://schemas.openxmlformats.org/package/2006/relationships"><Relationship Id="rId8" Type="http://schemas.openxmlformats.org/officeDocument/2006/relationships/notesSlide" Target="../notesSlides/notesSlide110.xml"/><Relationship Id="rId7" Type="http://schemas.openxmlformats.org/officeDocument/2006/relationships/slideLayout" Target="../slideLayouts/slideLayout10.xml"/><Relationship Id="rId6" Type="http://schemas.openxmlformats.org/officeDocument/2006/relationships/tags" Target="../tags/tag563.xml"/><Relationship Id="rId5" Type="http://schemas.openxmlformats.org/officeDocument/2006/relationships/tags" Target="../tags/tag562.xml"/><Relationship Id="rId4" Type="http://schemas.openxmlformats.org/officeDocument/2006/relationships/tags" Target="../tags/tag561.xml"/><Relationship Id="rId3" Type="http://schemas.openxmlformats.org/officeDocument/2006/relationships/tags" Target="../tags/tag560.xml"/><Relationship Id="rId2" Type="http://schemas.openxmlformats.org/officeDocument/2006/relationships/image" Target="../media/image2.png"/><Relationship Id="rId1" Type="http://schemas.openxmlformats.org/officeDocument/2006/relationships/tags" Target="../tags/tag559.xml"/></Relationships>
</file>

<file path=ppt/slides/_rels/slide111.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569.xml"/><Relationship Id="rId7" Type="http://schemas.openxmlformats.org/officeDocument/2006/relationships/tags" Target="../tags/tag568.xml"/><Relationship Id="rId6" Type="http://schemas.openxmlformats.org/officeDocument/2006/relationships/tags" Target="../tags/tag567.xml"/><Relationship Id="rId5" Type="http://schemas.openxmlformats.org/officeDocument/2006/relationships/hyperlink" Target="http://stu.ityxb.com/ebookview/eaf2417a9a577f89372e588102ce2bcf" TargetMode="External"/><Relationship Id="rId4" Type="http://schemas.openxmlformats.org/officeDocument/2006/relationships/tags" Target="../tags/tag566.xml"/><Relationship Id="rId3" Type="http://schemas.openxmlformats.org/officeDocument/2006/relationships/image" Target="../media/image4.png"/><Relationship Id="rId2" Type="http://schemas.openxmlformats.org/officeDocument/2006/relationships/tags" Target="../tags/tag565.xml"/><Relationship Id="rId17" Type="http://schemas.openxmlformats.org/officeDocument/2006/relationships/notesSlide" Target="../notesSlides/notesSlide111.xml"/><Relationship Id="rId16" Type="http://schemas.openxmlformats.org/officeDocument/2006/relationships/slideLayout" Target="../slideLayouts/slideLayout10.xml"/><Relationship Id="rId15" Type="http://schemas.openxmlformats.org/officeDocument/2006/relationships/tags" Target="../tags/tag574.xml"/><Relationship Id="rId14" Type="http://schemas.openxmlformats.org/officeDocument/2006/relationships/tags" Target="../tags/tag573.xml"/><Relationship Id="rId13" Type="http://schemas.openxmlformats.org/officeDocument/2006/relationships/tags" Target="../tags/tag572.xml"/><Relationship Id="rId12" Type="http://schemas.openxmlformats.org/officeDocument/2006/relationships/tags" Target="../tags/tag571.xml"/><Relationship Id="rId11" Type="http://schemas.openxmlformats.org/officeDocument/2006/relationships/tags" Target="../tags/tag570.xml"/><Relationship Id="rId10" Type="http://schemas.openxmlformats.org/officeDocument/2006/relationships/image" Target="../media/image6.svg"/><Relationship Id="rId1" Type="http://schemas.openxmlformats.org/officeDocument/2006/relationships/tags" Target="../tags/tag564.xml"/></Relationships>
</file>

<file path=ppt/slides/_rels/slide112.xml.rels><?xml version="1.0" encoding="UTF-8" standalone="yes"?>
<Relationships xmlns="http://schemas.openxmlformats.org/package/2006/relationships"><Relationship Id="rId8" Type="http://schemas.openxmlformats.org/officeDocument/2006/relationships/notesSlide" Target="../notesSlides/notesSlide112.xml"/><Relationship Id="rId7" Type="http://schemas.openxmlformats.org/officeDocument/2006/relationships/slideLayout" Target="../slideLayouts/slideLayout10.xml"/><Relationship Id="rId6" Type="http://schemas.openxmlformats.org/officeDocument/2006/relationships/image" Target="../media/image35.png"/><Relationship Id="rId5" Type="http://schemas.openxmlformats.org/officeDocument/2006/relationships/tags" Target="../tags/tag579.xml"/><Relationship Id="rId4" Type="http://schemas.openxmlformats.org/officeDocument/2006/relationships/tags" Target="../tags/tag578.xml"/><Relationship Id="rId3" Type="http://schemas.openxmlformats.org/officeDocument/2006/relationships/tags" Target="../tags/tag577.xml"/><Relationship Id="rId2" Type="http://schemas.openxmlformats.org/officeDocument/2006/relationships/tags" Target="../tags/tag576.xml"/><Relationship Id="rId1" Type="http://schemas.openxmlformats.org/officeDocument/2006/relationships/tags" Target="../tags/tag575.xml"/></Relationships>
</file>

<file path=ppt/slides/_rels/slide113.xml.rels><?xml version="1.0" encoding="UTF-8" standalone="yes"?>
<Relationships xmlns="http://schemas.openxmlformats.org/package/2006/relationships"><Relationship Id="rId5" Type="http://schemas.openxmlformats.org/officeDocument/2006/relationships/notesSlide" Target="../notesSlides/notesSlide113.xml"/><Relationship Id="rId4" Type="http://schemas.openxmlformats.org/officeDocument/2006/relationships/slideLayout" Target="../slideLayouts/slideLayout10.xml"/><Relationship Id="rId3" Type="http://schemas.openxmlformats.org/officeDocument/2006/relationships/tags" Target="../tags/tag582.xml"/><Relationship Id="rId2" Type="http://schemas.openxmlformats.org/officeDocument/2006/relationships/tags" Target="../tags/tag581.xml"/><Relationship Id="rId1" Type="http://schemas.openxmlformats.org/officeDocument/2006/relationships/tags" Target="../tags/tag580.xml"/></Relationships>
</file>

<file path=ppt/slides/_rels/slide114.xml.rels><?xml version="1.0" encoding="UTF-8" standalone="yes"?>
<Relationships xmlns="http://schemas.openxmlformats.org/package/2006/relationships"><Relationship Id="rId4" Type="http://schemas.openxmlformats.org/officeDocument/2006/relationships/notesSlide" Target="../notesSlides/notesSlide114.xml"/><Relationship Id="rId3" Type="http://schemas.openxmlformats.org/officeDocument/2006/relationships/slideLayout" Target="../slideLayouts/slideLayout10.xml"/><Relationship Id="rId2" Type="http://schemas.openxmlformats.org/officeDocument/2006/relationships/tags" Target="../tags/tag584.xml"/><Relationship Id="rId1" Type="http://schemas.openxmlformats.org/officeDocument/2006/relationships/tags" Target="../tags/tag583.xml"/></Relationships>
</file>

<file path=ppt/slides/_rels/slide115.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590.xml"/><Relationship Id="rId7" Type="http://schemas.openxmlformats.org/officeDocument/2006/relationships/tags" Target="../tags/tag589.xml"/><Relationship Id="rId6" Type="http://schemas.openxmlformats.org/officeDocument/2006/relationships/tags" Target="../tags/tag588.xml"/><Relationship Id="rId5" Type="http://schemas.openxmlformats.org/officeDocument/2006/relationships/hyperlink" Target="http://stu.ityxb.com/ebookview/58ef43c243e8f298e6e33c402a230f0c" TargetMode="External"/><Relationship Id="rId4" Type="http://schemas.openxmlformats.org/officeDocument/2006/relationships/tags" Target="../tags/tag587.xml"/><Relationship Id="rId3" Type="http://schemas.openxmlformats.org/officeDocument/2006/relationships/image" Target="../media/image4.png"/><Relationship Id="rId2" Type="http://schemas.openxmlformats.org/officeDocument/2006/relationships/tags" Target="../tags/tag586.xml"/><Relationship Id="rId16" Type="http://schemas.openxmlformats.org/officeDocument/2006/relationships/notesSlide" Target="../notesSlides/notesSlide115.xml"/><Relationship Id="rId15" Type="http://schemas.openxmlformats.org/officeDocument/2006/relationships/slideLayout" Target="../slideLayouts/slideLayout10.xml"/><Relationship Id="rId14" Type="http://schemas.openxmlformats.org/officeDocument/2006/relationships/tags" Target="../tags/tag594.xml"/><Relationship Id="rId13" Type="http://schemas.openxmlformats.org/officeDocument/2006/relationships/tags" Target="../tags/tag593.xml"/><Relationship Id="rId12" Type="http://schemas.openxmlformats.org/officeDocument/2006/relationships/tags" Target="../tags/tag592.xml"/><Relationship Id="rId11" Type="http://schemas.openxmlformats.org/officeDocument/2006/relationships/tags" Target="../tags/tag591.xml"/><Relationship Id="rId10" Type="http://schemas.openxmlformats.org/officeDocument/2006/relationships/image" Target="../media/image6.svg"/><Relationship Id="rId1" Type="http://schemas.openxmlformats.org/officeDocument/2006/relationships/tags" Target="../tags/tag585.xml"/></Relationships>
</file>

<file path=ppt/slides/_rels/slide116.xml.rels><?xml version="1.0" encoding="UTF-8" standalone="yes"?>
<Relationships xmlns="http://schemas.openxmlformats.org/package/2006/relationships"><Relationship Id="rId8" Type="http://schemas.openxmlformats.org/officeDocument/2006/relationships/notesSlide" Target="../notesSlides/notesSlide116.xml"/><Relationship Id="rId7" Type="http://schemas.openxmlformats.org/officeDocument/2006/relationships/slideLayout" Target="../slideLayouts/slideLayout10.xml"/><Relationship Id="rId6" Type="http://schemas.openxmlformats.org/officeDocument/2006/relationships/image" Target="../media/image36.png"/><Relationship Id="rId5" Type="http://schemas.openxmlformats.org/officeDocument/2006/relationships/tags" Target="../tags/tag599.xml"/><Relationship Id="rId4" Type="http://schemas.openxmlformats.org/officeDocument/2006/relationships/tags" Target="../tags/tag598.xml"/><Relationship Id="rId3" Type="http://schemas.openxmlformats.org/officeDocument/2006/relationships/tags" Target="../tags/tag597.xml"/><Relationship Id="rId2" Type="http://schemas.openxmlformats.org/officeDocument/2006/relationships/tags" Target="../tags/tag596.xml"/><Relationship Id="rId1" Type="http://schemas.openxmlformats.org/officeDocument/2006/relationships/tags" Target="../tags/tag595.xml"/></Relationships>
</file>

<file path=ppt/slides/_rels/slide117.xml.rels><?xml version="1.0" encoding="UTF-8" standalone="yes"?>
<Relationships xmlns="http://schemas.openxmlformats.org/package/2006/relationships"><Relationship Id="rId8" Type="http://schemas.openxmlformats.org/officeDocument/2006/relationships/notesSlide" Target="../notesSlides/notesSlide117.xml"/><Relationship Id="rId7" Type="http://schemas.openxmlformats.org/officeDocument/2006/relationships/slideLayout" Target="../slideLayouts/slideLayout10.xml"/><Relationship Id="rId6" Type="http://schemas.openxmlformats.org/officeDocument/2006/relationships/image" Target="../media/image37.png"/><Relationship Id="rId5" Type="http://schemas.openxmlformats.org/officeDocument/2006/relationships/tags" Target="../tags/tag604.xml"/><Relationship Id="rId4" Type="http://schemas.openxmlformats.org/officeDocument/2006/relationships/tags" Target="../tags/tag603.xml"/><Relationship Id="rId3" Type="http://schemas.openxmlformats.org/officeDocument/2006/relationships/tags" Target="../tags/tag602.xml"/><Relationship Id="rId2" Type="http://schemas.openxmlformats.org/officeDocument/2006/relationships/tags" Target="../tags/tag601.xml"/><Relationship Id="rId1" Type="http://schemas.openxmlformats.org/officeDocument/2006/relationships/tags" Target="../tags/tag600.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0.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466975" y="2247265"/>
            <a:ext cx="7351395" cy="1476375"/>
          </a:xfrm>
          <a:prstGeom prst="rect">
            <a:avLst/>
          </a:prstGeom>
          <a:noFill/>
        </p:spPr>
        <p:txBody>
          <a:bodyPr wrap="square" rtlCol="0">
            <a:spAutoFit/>
          </a:bodyPr>
          <a:lstStyle/>
          <a:p>
            <a:pPr algn="ctr"/>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第6章 Spring MVC</a:t>
            </a:r>
            <a:endPar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a:p>
            <a:pPr algn="ctr"/>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数据绑定和响应</a:t>
            </a:r>
            <a:endPar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4" name="Rectangle 4"/>
          <p:cNvSpPr txBox="1">
            <a:spLocks noChangeArrowheads="1"/>
          </p:cNvSpPr>
          <p:nvPr/>
        </p:nvSpPr>
        <p:spPr>
          <a:xfrm>
            <a:off x="1003300" y="3935095"/>
            <a:ext cx="1051941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marL="0" indent="0" algn="ctr">
              <a:buNone/>
            </a:pPr>
            <a:r>
              <a:rPr sz="2300" dirty="0">
                <a:solidFill>
                  <a:srgbClr val="595959"/>
                </a:solidFill>
                <a:latin typeface="微软雅黑" panose="020B0503020204020204" pitchFamily="34" charset="-122"/>
                <a:ea typeface="微软雅黑" panose="020B0503020204020204" pitchFamily="34" charset="-122"/>
                <a:cs typeface="+mn-ea"/>
                <a:sym typeface="+mn-lt"/>
              </a:rPr>
              <a:t>《Java EE企业级应用开发教程（Spring+Spring MVC+MyBatis）（第3版）》</a:t>
            </a:r>
            <a:endParaRPr sz="23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557655" y="1776095"/>
            <a:ext cx="9014460" cy="688340"/>
            <a:chOff x="978872" y="1800500"/>
            <a:chExt cx="6427354" cy="516136"/>
          </a:xfrm>
        </p:grpSpPr>
        <p:sp>
          <p:nvSpPr>
            <p:cNvPr id="81"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数据绑定</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的概念，能够简述Spring MVC数据绑定的过程</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1557655" y="2749550"/>
            <a:ext cx="9006205" cy="689610"/>
            <a:chOff x="978872" y="2570437"/>
            <a:chExt cx="5437064" cy="517208"/>
          </a:xfrm>
        </p:grpSpPr>
        <p:sp>
          <p:nvSpPr>
            <p:cNvPr id="84" name="Pentagon 5"/>
            <p:cNvSpPr/>
            <p:nvPr/>
          </p:nvSpPr>
          <p:spPr bwMode="auto">
            <a:xfrm>
              <a:off x="978872" y="257329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简单数据绑定</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，能够使用Spring MVC</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默认支持类型、简单数据类型、POJO类型</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和</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自定义类型转换</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进行数据绑定</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9" name="组合 8"/>
          <p:cNvGrpSpPr/>
          <p:nvPr/>
        </p:nvGrpSpPr>
        <p:grpSpPr>
          <a:xfrm>
            <a:off x="1557655" y="3724275"/>
            <a:ext cx="9006205" cy="685800"/>
            <a:chOff x="978872" y="2570437"/>
            <a:chExt cx="5437064" cy="514351"/>
          </a:xfrm>
        </p:grpSpPr>
        <p:sp>
          <p:nvSpPr>
            <p:cNvPr id="10" name="Pentagon 5"/>
            <p:cNvSpPr/>
            <p:nvPr/>
          </p:nvSpPr>
          <p:spPr bwMode="auto">
            <a:xfrm>
              <a:off x="978872" y="2570438"/>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复杂数据绑定</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，能够使用</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数组、集合、复杂POJO</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进行数据绑定，以及进行J</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SON数据绑定</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11"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 name="组合 1"/>
          <p:cNvGrpSpPr/>
          <p:nvPr/>
        </p:nvGrpSpPr>
        <p:grpSpPr>
          <a:xfrm>
            <a:off x="1557655" y="4670425"/>
            <a:ext cx="9006205" cy="689610"/>
            <a:chOff x="978872" y="2570437"/>
            <a:chExt cx="5437064" cy="517208"/>
          </a:xfrm>
        </p:grpSpPr>
        <p:sp>
          <p:nvSpPr>
            <p:cNvPr id="3" name="Pentagon 5"/>
            <p:cNvSpPr/>
            <p:nvPr>
              <p:custDataLst>
                <p:tags r:id="rId1"/>
              </p:custDataLst>
            </p:nvPr>
          </p:nvSpPr>
          <p:spPr bwMode="auto">
            <a:xfrm>
              <a:off x="978872" y="257329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页面跳转</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，能够实现</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返回值为void、String类型和ModelAndView类型</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的页面跳转</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4" name="MH_Others_1"/>
            <p:cNvSpPr/>
            <p:nvPr>
              <p:custDataLst>
                <p:tags r:id="rId2"/>
              </p:custDataLst>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5" name="组合 4"/>
          <p:cNvGrpSpPr/>
          <p:nvPr/>
        </p:nvGrpSpPr>
        <p:grpSpPr>
          <a:xfrm>
            <a:off x="1568450" y="5658485"/>
            <a:ext cx="9006205" cy="689610"/>
            <a:chOff x="978872" y="2570437"/>
            <a:chExt cx="5437064" cy="517208"/>
          </a:xfrm>
        </p:grpSpPr>
        <p:sp>
          <p:nvSpPr>
            <p:cNvPr id="6" name="Pentagon 5"/>
            <p:cNvSpPr/>
            <p:nvPr>
              <p:custDataLst>
                <p:tags r:id="rId3"/>
              </p:custDataLst>
            </p:nvPr>
          </p:nvSpPr>
          <p:spPr bwMode="auto">
            <a:xfrm>
              <a:off x="978872" y="257329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数据回写</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，能够对普通</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字符串</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和</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JSON数据</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进行数据回写</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7" name="MH_Others_1"/>
            <p:cNvSpPr/>
            <p:nvPr>
              <p:custDataLst>
                <p:tags r:id="rId4"/>
              </p:custDataLst>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054735" y="2394585"/>
            <a:ext cx="1033589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在开发</a:t>
            </a:r>
            <a:r>
              <a:rPr lang="zh-CN" altLang="en-US" sz="2000" dirty="0">
                <a:solidFill>
                  <a:srgbClr val="1369B2"/>
                </a:solidFill>
                <a:latin typeface="微软雅黑" panose="020B0503020204020204" pitchFamily="34" charset="-122"/>
                <a:ea typeface="微软雅黑" panose="020B0503020204020204" pitchFamily="34" charset="-122"/>
                <a:cs typeface="+mn-ea"/>
              </a:rPr>
              <a:t>Web应用程序</a:t>
            </a:r>
            <a:r>
              <a:rPr lang="zh-CN" altLang="zh-CN" sz="2000" dirty="0">
                <a:solidFill>
                  <a:srgbClr val="595959"/>
                </a:solidFill>
                <a:latin typeface="微软雅黑" panose="020B0503020204020204" pitchFamily="34" charset="-122"/>
                <a:ea typeface="微软雅黑" panose="020B0503020204020204" pitchFamily="34" charset="-122"/>
              </a:rPr>
              <a:t>时，</a:t>
            </a:r>
            <a:r>
              <a:rPr lang="zh-CN" altLang="en-US" sz="2000" dirty="0">
                <a:solidFill>
                  <a:srgbClr val="1369B2"/>
                </a:solidFill>
                <a:latin typeface="微软雅黑" panose="020B0503020204020204" pitchFamily="34" charset="-122"/>
                <a:ea typeface="微软雅黑" panose="020B0503020204020204" pitchFamily="34" charset="-122"/>
                <a:cs typeface="+mn-ea"/>
              </a:rPr>
              <a:t>数据</a:t>
            </a:r>
            <a:r>
              <a:rPr lang="zh-CN" altLang="zh-CN" sz="2000" dirty="0">
                <a:solidFill>
                  <a:srgbClr val="595959"/>
                </a:solidFill>
                <a:latin typeface="微软雅黑" panose="020B0503020204020204" pitchFamily="34" charset="-122"/>
                <a:ea typeface="微软雅黑" panose="020B0503020204020204" pitchFamily="34" charset="-122"/>
              </a:rPr>
              <a:t>的</a:t>
            </a:r>
            <a:r>
              <a:rPr lang="zh-CN" altLang="en-US" sz="2000" dirty="0">
                <a:solidFill>
                  <a:srgbClr val="1369B2"/>
                </a:solidFill>
                <a:latin typeface="微软雅黑" panose="020B0503020204020204" pitchFamily="34" charset="-122"/>
                <a:ea typeface="微软雅黑" panose="020B0503020204020204" pitchFamily="34" charset="-122"/>
                <a:cs typeface="+mn-ea"/>
              </a:rPr>
              <a:t>传递</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cs typeface="+mn-ea"/>
              </a:rPr>
              <a:t>处理</a:t>
            </a:r>
            <a:r>
              <a:rPr lang="zh-CN" altLang="zh-CN" sz="2000" dirty="0">
                <a:solidFill>
                  <a:srgbClr val="595959"/>
                </a:solidFill>
                <a:latin typeface="微软雅黑" panose="020B0503020204020204" pitchFamily="34" charset="-122"/>
                <a:ea typeface="微软雅黑" panose="020B0503020204020204" pitchFamily="34" charset="-122"/>
              </a:rPr>
              <a:t>是至关重要的。Spring MVC框架提供了强大的</a:t>
            </a:r>
            <a:r>
              <a:rPr lang="zh-CN" altLang="en-US" sz="2000" dirty="0">
                <a:solidFill>
                  <a:srgbClr val="1369B2"/>
                </a:solidFill>
                <a:latin typeface="微软雅黑" panose="020B0503020204020204" pitchFamily="34" charset="-122"/>
                <a:ea typeface="微软雅黑" panose="020B0503020204020204" pitchFamily="34" charset="-122"/>
                <a:cs typeface="+mn-ea"/>
              </a:rPr>
              <a:t>数据绑定</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cs typeface="+mn-ea"/>
              </a:rPr>
              <a:t>响应</a:t>
            </a:r>
            <a:r>
              <a:rPr lang="zh-CN" altLang="zh-CN" sz="2000" dirty="0">
                <a:solidFill>
                  <a:srgbClr val="595959"/>
                </a:solidFill>
                <a:latin typeface="微软雅黑" panose="020B0503020204020204" pitchFamily="34" charset="-122"/>
                <a:ea typeface="微软雅黑" panose="020B0503020204020204" pitchFamily="34" charset="-122"/>
              </a:rPr>
              <a:t>功能，使得开发者可以轻松地处理请求参数、表单数据，并将处理结果以清晰的格式返回给客户端。通过</a:t>
            </a:r>
            <a:r>
              <a:rPr lang="zh-CN" altLang="en-US" sz="2000" dirty="0">
                <a:solidFill>
                  <a:srgbClr val="1369B2"/>
                </a:solidFill>
                <a:latin typeface="微软雅黑" panose="020B0503020204020204" pitchFamily="34" charset="-122"/>
                <a:ea typeface="微软雅黑" panose="020B0503020204020204" pitchFamily="34" charset="-122"/>
                <a:cs typeface="+mn-ea"/>
              </a:rPr>
              <a:t>数据绑定</a:t>
            </a:r>
            <a:r>
              <a:rPr lang="zh-CN" altLang="zh-CN" sz="2000" dirty="0">
                <a:solidFill>
                  <a:srgbClr val="595959"/>
                </a:solidFill>
                <a:latin typeface="微软雅黑" panose="020B0503020204020204" pitchFamily="34" charset="-122"/>
                <a:ea typeface="微软雅黑" panose="020B0503020204020204" pitchFamily="34" charset="-122"/>
              </a:rPr>
              <a:t>，开发者可以将</a:t>
            </a:r>
            <a:r>
              <a:rPr lang="zh-CN" altLang="en-US" sz="2000" dirty="0">
                <a:solidFill>
                  <a:srgbClr val="1369B2"/>
                </a:solidFill>
                <a:latin typeface="微软雅黑" panose="020B0503020204020204" pitchFamily="34" charset="-122"/>
                <a:ea typeface="微软雅黑" panose="020B0503020204020204" pitchFamily="34" charset="-122"/>
                <a:cs typeface="+mn-ea"/>
              </a:rPr>
              <a:t>请求参数</a:t>
            </a:r>
            <a:r>
              <a:rPr lang="zh-CN" altLang="zh-CN" sz="2000" dirty="0">
                <a:solidFill>
                  <a:srgbClr val="595959"/>
                </a:solidFill>
                <a:latin typeface="微软雅黑" panose="020B0503020204020204" pitchFamily="34" charset="-122"/>
                <a:ea typeface="微软雅黑" panose="020B0503020204020204" pitchFamily="34" charset="-122"/>
              </a:rPr>
              <a:t>映射到</a:t>
            </a:r>
            <a:r>
              <a:rPr lang="zh-CN" altLang="en-US" sz="2000" dirty="0">
                <a:solidFill>
                  <a:srgbClr val="1369B2"/>
                </a:solidFill>
                <a:latin typeface="微软雅黑" panose="020B0503020204020204" pitchFamily="34" charset="-122"/>
                <a:ea typeface="微软雅黑" panose="020B0503020204020204" pitchFamily="34" charset="-122"/>
                <a:cs typeface="+mn-ea"/>
              </a:rPr>
              <a:t>Java对象</a:t>
            </a:r>
            <a:r>
              <a:rPr lang="zh-CN" altLang="zh-CN" sz="2000" dirty="0">
                <a:solidFill>
                  <a:srgbClr val="595959"/>
                </a:solidFill>
                <a:latin typeface="微软雅黑" panose="020B0503020204020204" pitchFamily="34" charset="-122"/>
                <a:ea typeface="微软雅黑" panose="020B0503020204020204" pitchFamily="34" charset="-122"/>
              </a:rPr>
              <a:t>，并进行相应的处理逻辑；而</a:t>
            </a:r>
            <a:r>
              <a:rPr lang="zh-CN" altLang="en-US" sz="2000" dirty="0">
                <a:solidFill>
                  <a:srgbClr val="1369B2"/>
                </a:solidFill>
                <a:latin typeface="微软雅黑" panose="020B0503020204020204" pitchFamily="34" charset="-122"/>
                <a:ea typeface="微软雅黑" panose="020B0503020204020204" pitchFamily="34" charset="-122"/>
                <a:cs typeface="+mn-ea"/>
              </a:rPr>
              <a:t>响应</a:t>
            </a:r>
            <a:r>
              <a:rPr lang="zh-CN" altLang="zh-CN" sz="2000" dirty="0">
                <a:solidFill>
                  <a:srgbClr val="595959"/>
                </a:solidFill>
                <a:latin typeface="微软雅黑" panose="020B0503020204020204" pitchFamily="34" charset="-122"/>
                <a:ea typeface="微软雅黑" panose="020B0503020204020204" pitchFamily="34" charset="-122"/>
              </a:rPr>
              <a:t>功能则能够帮助开发者</a:t>
            </a:r>
            <a:r>
              <a:rPr lang="zh-CN" altLang="en-US" sz="2000" dirty="0">
                <a:solidFill>
                  <a:srgbClr val="1369B2"/>
                </a:solidFill>
                <a:latin typeface="微软雅黑" panose="020B0503020204020204" pitchFamily="34" charset="-122"/>
                <a:ea typeface="微软雅黑" panose="020B0503020204020204" pitchFamily="34" charset="-122"/>
                <a:cs typeface="+mn-ea"/>
              </a:rPr>
              <a:t>构建</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cs typeface="+mn-ea"/>
              </a:rPr>
              <a:t>返回</a:t>
            </a:r>
            <a:r>
              <a:rPr lang="zh-CN" altLang="zh-CN" sz="2000" dirty="0">
                <a:solidFill>
                  <a:srgbClr val="595959"/>
                </a:solidFill>
                <a:latin typeface="微软雅黑" panose="020B0503020204020204" pitchFamily="34" charset="-122"/>
                <a:ea typeface="微软雅黑" panose="020B0503020204020204" pitchFamily="34" charset="-122"/>
              </a:rPr>
              <a:t>适当的</a:t>
            </a:r>
            <a:r>
              <a:rPr lang="zh-CN" altLang="en-US" sz="2000" dirty="0">
                <a:solidFill>
                  <a:srgbClr val="1369B2"/>
                </a:solidFill>
                <a:latin typeface="微软雅黑" panose="020B0503020204020204" pitchFamily="34" charset="-122"/>
                <a:ea typeface="微软雅黑" panose="020B0503020204020204" pitchFamily="34" charset="-122"/>
                <a:cs typeface="+mn-ea"/>
              </a:rPr>
              <a:t>响应数据</a:t>
            </a:r>
            <a:r>
              <a:rPr lang="zh-CN" altLang="zh-CN" sz="2000" dirty="0">
                <a:solidFill>
                  <a:srgbClr val="595959"/>
                </a:solidFill>
                <a:latin typeface="微软雅黑" panose="020B0503020204020204" pitchFamily="34" charset="-122"/>
                <a:ea typeface="微软雅黑" panose="020B0503020204020204" pitchFamily="34" charset="-122"/>
              </a:rPr>
              <a:t>给客户端。本章将对Spring MVC框架中的数据绑定和响应进行详细讲解。</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9" name="圆角矩形 8"/>
          <p:cNvSpPr/>
          <p:nvPr>
            <p:custDataLst>
              <p:tags r:id="rId1"/>
            </p:custDataLst>
          </p:nvPr>
        </p:nvSpPr>
        <p:spPr>
          <a:xfrm>
            <a:off x="1031240" y="2238375"/>
            <a:ext cx="10427335" cy="274701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0" name="矩形 93"/>
          <p:cNvSpPr/>
          <p:nvPr>
            <p:custDataLst>
              <p:tags r:id="rId2"/>
            </p:custDataLst>
          </p:nvPr>
        </p:nvSpPr>
        <p:spPr>
          <a:xfrm>
            <a:off x="998855" y="2178685"/>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1" name="矩形 93"/>
          <p:cNvSpPr/>
          <p:nvPr>
            <p:custDataLst>
              <p:tags r:id="rId3"/>
            </p:custDataLst>
          </p:nvPr>
        </p:nvSpPr>
        <p:spPr>
          <a:xfrm rot="10800000">
            <a:off x="11135360" y="4515485"/>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105" name="组合 104"/>
          <p:cNvGrpSpPr/>
          <p:nvPr/>
        </p:nvGrpSpPr>
        <p:grpSpPr>
          <a:xfrm>
            <a:off x="2999206" y="1868700"/>
            <a:ext cx="1192190" cy="612775"/>
            <a:chOff x="2215144" y="982844"/>
            <a:chExt cx="1244730" cy="842780"/>
          </a:xfrm>
        </p:grpSpPr>
        <p:sp>
          <p:nvSpPr>
            <p:cNvPr id="106" name="平行四边形 105"/>
            <p:cNvSpPr/>
            <p:nvPr>
              <p:custDataLst>
                <p:tags r:id="rId1"/>
              </p:custDataLst>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07" name="文本框 9"/>
            <p:cNvSpPr txBox="1"/>
            <p:nvPr>
              <p:custDataLst>
                <p:tags r:id="rId2"/>
              </p:custDataLst>
            </p:nvPr>
          </p:nvSpPr>
          <p:spPr>
            <a:xfrm>
              <a:off x="2393075" y="1005670"/>
              <a:ext cx="1066799" cy="802606"/>
            </a:xfrm>
            <a:prstGeom prst="rect">
              <a:avLst/>
            </a:prstGeom>
            <a:noFill/>
          </p:spPr>
          <p:txBody>
            <a:bodyPr wrap="square" rtlCol="0">
              <a:spAutoFit/>
            </a:bodyPr>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6.1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08" name="组合 107"/>
          <p:cNvGrpSpPr/>
          <p:nvPr/>
        </p:nvGrpSpPr>
        <p:grpSpPr>
          <a:xfrm>
            <a:off x="2999206" y="2779014"/>
            <a:ext cx="1192190" cy="612775"/>
            <a:chOff x="2215144" y="2026500"/>
            <a:chExt cx="1244730" cy="850129"/>
          </a:xfrm>
        </p:grpSpPr>
        <p:sp>
          <p:nvSpPr>
            <p:cNvPr id="109" name="平行四边形 108"/>
            <p:cNvSpPr/>
            <p:nvPr>
              <p:custDataLst>
                <p:tags r:id="rId3"/>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10" name="文本框 10"/>
            <p:cNvSpPr txBox="1"/>
            <p:nvPr>
              <p:custDataLst>
                <p:tags r:id="rId4"/>
              </p:custDataLst>
            </p:nvPr>
          </p:nvSpPr>
          <p:spPr>
            <a:xfrm>
              <a:off x="2393075" y="2026500"/>
              <a:ext cx="1066799" cy="809605"/>
            </a:xfrm>
            <a:prstGeom prst="rect">
              <a:avLst/>
            </a:prstGeom>
            <a:noFill/>
          </p:spPr>
          <p:txBody>
            <a:bodyPr wrap="square" rtlCol="0">
              <a:spAutoFit/>
            </a:bodyPr>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6.</a:t>
              </a:r>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11" name="组合 110"/>
          <p:cNvGrpSpPr/>
          <p:nvPr/>
        </p:nvGrpSpPr>
        <p:grpSpPr>
          <a:xfrm>
            <a:off x="3904758" y="1859821"/>
            <a:ext cx="5496560" cy="612775"/>
            <a:chOff x="4315150" y="953426"/>
            <a:chExt cx="4122956" cy="539804"/>
          </a:xfrm>
        </p:grpSpPr>
        <p:sp>
          <p:nvSpPr>
            <p:cNvPr id="112" name="矩形 111"/>
            <p:cNvSpPr/>
            <p:nvPr>
              <p:custDataLst>
                <p:tags r:id="rId5"/>
              </p:custDataLst>
            </p:nvPr>
          </p:nvSpPr>
          <p:spPr>
            <a:xfrm>
              <a:off x="4841196" y="1036090"/>
              <a:ext cx="2827147" cy="331154"/>
            </a:xfrm>
            <a:prstGeom prst="rect">
              <a:avLst/>
            </a:prstGeom>
            <a:ln w="15875">
              <a:noFill/>
            </a:ln>
          </p:spPr>
          <p:txBody>
            <a:bodyPr wrap="square" lIns="68580" tIns="34290" rIns="68580" bIns="34290">
              <a:spAutoFit/>
            </a:bodyPr>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Spring MVC简介</a:t>
              </a:r>
              <a:endPar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13" name="平行四边形 112"/>
            <p:cNvSpPr/>
            <p:nvPr>
              <p:custDataLst>
                <p:tags r:id="rId6"/>
              </p:custDataLst>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4" name="组合 113"/>
          <p:cNvGrpSpPr/>
          <p:nvPr/>
        </p:nvGrpSpPr>
        <p:grpSpPr>
          <a:xfrm>
            <a:off x="3904758" y="2762188"/>
            <a:ext cx="5496560" cy="612775"/>
            <a:chOff x="4315150" y="1647579"/>
            <a:chExt cx="4122956" cy="539804"/>
          </a:xfrm>
        </p:grpSpPr>
        <p:sp>
          <p:nvSpPr>
            <p:cNvPr id="115" name="矩形 114"/>
            <p:cNvSpPr/>
            <p:nvPr>
              <p:custDataLst>
                <p:tags r:id="rId7"/>
              </p:custDataLst>
            </p:nvPr>
          </p:nvSpPr>
          <p:spPr>
            <a:xfrm>
              <a:off x="4840998" y="1730368"/>
              <a:ext cx="3238445" cy="331154"/>
            </a:xfrm>
            <a:prstGeom prst="rect">
              <a:avLst/>
            </a:prstGeom>
            <a:ln w="15875">
              <a:noFill/>
            </a:ln>
          </p:spPr>
          <p:txBody>
            <a:bodyPr wrap="square" lIns="68580" tIns="34290" rIns="68580" bIns="34290">
              <a:spAutoFit/>
            </a:bodyPr>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Spring MVC入门程序</a:t>
              </a:r>
              <a:endPar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16" name="平行四边形 115"/>
            <p:cNvSpPr/>
            <p:nvPr>
              <p:custDataLst>
                <p:tags r:id="rId8"/>
              </p:custDataLst>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7" name="组合 116"/>
          <p:cNvGrpSpPr/>
          <p:nvPr/>
        </p:nvGrpSpPr>
        <p:grpSpPr>
          <a:xfrm>
            <a:off x="2982696" y="3695319"/>
            <a:ext cx="1192190" cy="612775"/>
            <a:chOff x="2215144" y="2026500"/>
            <a:chExt cx="1244730" cy="850129"/>
          </a:xfrm>
        </p:grpSpPr>
        <p:sp>
          <p:nvSpPr>
            <p:cNvPr id="118" name="平行四边形 117"/>
            <p:cNvSpPr/>
            <p:nvPr>
              <p:custDataLst>
                <p:tags r:id="rId9"/>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19" name="文本框 10"/>
            <p:cNvSpPr txBox="1"/>
            <p:nvPr>
              <p:custDataLst>
                <p:tags r:id="rId10"/>
              </p:custDataLst>
            </p:nvPr>
          </p:nvSpPr>
          <p:spPr>
            <a:xfrm>
              <a:off x="2393075" y="2026500"/>
              <a:ext cx="1066799" cy="809605"/>
            </a:xfrm>
            <a:prstGeom prst="rect">
              <a:avLst/>
            </a:prstGeom>
            <a:noFill/>
          </p:spPr>
          <p:txBody>
            <a:bodyPr wrap="square" rtlCol="0">
              <a:spAutoFit/>
            </a:bodyPr>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6.</a:t>
              </a:r>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20" name="组合 119"/>
          <p:cNvGrpSpPr/>
          <p:nvPr/>
        </p:nvGrpSpPr>
        <p:grpSpPr>
          <a:xfrm>
            <a:off x="3888248" y="3678493"/>
            <a:ext cx="5496560" cy="612775"/>
            <a:chOff x="4315150" y="1647579"/>
            <a:chExt cx="4122956" cy="539804"/>
          </a:xfrm>
        </p:grpSpPr>
        <p:sp>
          <p:nvSpPr>
            <p:cNvPr id="121" name="矩形 120"/>
            <p:cNvSpPr/>
            <p:nvPr>
              <p:custDataLst>
                <p:tags r:id="rId11"/>
              </p:custDataLst>
            </p:nvPr>
          </p:nvSpPr>
          <p:spPr>
            <a:xfrm>
              <a:off x="4840998" y="1730368"/>
              <a:ext cx="3238445" cy="331154"/>
            </a:xfrm>
            <a:prstGeom prst="rect">
              <a:avLst/>
            </a:prstGeom>
            <a:ln w="15875">
              <a:noFill/>
            </a:ln>
          </p:spPr>
          <p:txBody>
            <a:bodyPr wrap="square" lIns="68580" tIns="34290" rIns="68580" bIns="34290">
              <a:spAutoFit/>
            </a:bodyPr>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Spring MVC的执行流程</a:t>
              </a:r>
              <a:endPar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22" name="平行四边形 121"/>
            <p:cNvSpPr/>
            <p:nvPr>
              <p:custDataLst>
                <p:tags r:id="rId12"/>
              </p:custDataLst>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7" name="组合 26"/>
          <p:cNvGrpSpPr/>
          <p:nvPr/>
        </p:nvGrpSpPr>
        <p:grpSpPr>
          <a:xfrm>
            <a:off x="2982696" y="4628134"/>
            <a:ext cx="1192190" cy="612775"/>
            <a:chOff x="2215144" y="2026500"/>
            <a:chExt cx="1244730" cy="850129"/>
          </a:xfrm>
        </p:grpSpPr>
        <p:sp>
          <p:nvSpPr>
            <p:cNvPr id="28" name="平行四边形 27"/>
            <p:cNvSpPr/>
            <p:nvPr>
              <p:custDataLst>
                <p:tags r:id="rId13"/>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9" name="文本框 10"/>
            <p:cNvSpPr txBox="1"/>
            <p:nvPr>
              <p:custDataLst>
                <p:tags r:id="rId14"/>
              </p:custDataLst>
            </p:nvPr>
          </p:nvSpPr>
          <p:spPr>
            <a:xfrm>
              <a:off x="2393075" y="2026500"/>
              <a:ext cx="1066799" cy="809605"/>
            </a:xfrm>
            <a:prstGeom prst="rect">
              <a:avLst/>
            </a:prstGeom>
            <a:noFill/>
          </p:spPr>
          <p:txBody>
            <a:bodyPr wrap="square" rtlCol="0">
              <a:spAutoFit/>
            </a:bodyPr>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6.4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30" name="组合 29"/>
          <p:cNvGrpSpPr/>
          <p:nvPr/>
        </p:nvGrpSpPr>
        <p:grpSpPr>
          <a:xfrm>
            <a:off x="3888248" y="4611308"/>
            <a:ext cx="5496560" cy="612775"/>
            <a:chOff x="4315150" y="1647579"/>
            <a:chExt cx="4122956" cy="539804"/>
          </a:xfrm>
        </p:grpSpPr>
        <p:sp>
          <p:nvSpPr>
            <p:cNvPr id="31" name="矩形 30"/>
            <p:cNvSpPr/>
            <p:nvPr>
              <p:custDataLst>
                <p:tags r:id="rId15"/>
              </p:custDataLst>
            </p:nvPr>
          </p:nvSpPr>
          <p:spPr>
            <a:xfrm>
              <a:off x="4840998" y="1730368"/>
              <a:ext cx="3238445" cy="331154"/>
            </a:xfrm>
            <a:prstGeom prst="rect">
              <a:avLst/>
            </a:prstGeom>
            <a:ln w="15875">
              <a:noFill/>
            </a:ln>
          </p:spPr>
          <p:txBody>
            <a:bodyPr wrap="square" lIns="68580" tIns="34290" rIns="68580" bIns="34290">
              <a:spAutoFit/>
            </a:bodyPr>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Spring MVC的请求映射</a:t>
              </a:r>
              <a:endPar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32" name="平行四边形 31"/>
            <p:cNvSpPr/>
            <p:nvPr>
              <p:custDataLst>
                <p:tags r:id="rId16"/>
              </p:custDataLst>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 name="组合 1"/>
          <p:cNvGrpSpPr/>
          <p:nvPr/>
        </p:nvGrpSpPr>
        <p:grpSpPr>
          <a:xfrm>
            <a:off x="2966186" y="5544439"/>
            <a:ext cx="1192190" cy="612775"/>
            <a:chOff x="2215144" y="2026500"/>
            <a:chExt cx="1244730" cy="850129"/>
          </a:xfrm>
        </p:grpSpPr>
        <p:sp>
          <p:nvSpPr>
            <p:cNvPr id="3" name="平行四边形 2"/>
            <p:cNvSpPr/>
            <p:nvPr>
              <p:custDataLst>
                <p:tags r:id="rId17"/>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 name="文本框 10"/>
            <p:cNvSpPr txBox="1"/>
            <p:nvPr>
              <p:custDataLst>
                <p:tags r:id="rId18"/>
              </p:custDataLst>
            </p:nvPr>
          </p:nvSpPr>
          <p:spPr>
            <a:xfrm>
              <a:off x="2393075" y="2026500"/>
              <a:ext cx="1066799" cy="809605"/>
            </a:xfrm>
            <a:prstGeom prst="rect">
              <a:avLst/>
            </a:prstGeom>
            <a:noFill/>
          </p:spPr>
          <p:txBody>
            <a:bodyPr wrap="square" rtlCol="0">
              <a:spAutoFit/>
            </a:bodyPr>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6.5</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 name="组合 4"/>
          <p:cNvGrpSpPr/>
          <p:nvPr/>
        </p:nvGrpSpPr>
        <p:grpSpPr>
          <a:xfrm>
            <a:off x="3871738" y="5527613"/>
            <a:ext cx="5496560" cy="612775"/>
            <a:chOff x="4315150" y="1647579"/>
            <a:chExt cx="4122956" cy="539804"/>
          </a:xfrm>
        </p:grpSpPr>
        <p:sp>
          <p:nvSpPr>
            <p:cNvPr id="6" name="矩形 5"/>
            <p:cNvSpPr/>
            <p:nvPr>
              <p:custDataLst>
                <p:tags r:id="rId19"/>
              </p:custDataLst>
            </p:nvPr>
          </p:nvSpPr>
          <p:spPr>
            <a:xfrm>
              <a:off x="4840998" y="1730368"/>
              <a:ext cx="3238445" cy="331154"/>
            </a:xfrm>
            <a:prstGeom prst="rect">
              <a:avLst/>
            </a:prstGeom>
            <a:ln w="15875">
              <a:noFill/>
            </a:ln>
          </p:spPr>
          <p:txBody>
            <a:bodyPr wrap="square" lIns="68580" tIns="34290" rIns="68580" bIns="34290">
              <a:spAutoFit/>
            </a:bodyPr>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Spring MVC的请求映射</a:t>
              </a:r>
              <a:endPar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7" name="平行四边形 6"/>
            <p:cNvSpPr/>
            <p:nvPr>
              <p:custDataLst>
                <p:tags r:id="rId20"/>
              </p:custDataLst>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667" y="3014256"/>
            <a:ext cx="6013520" cy="768350"/>
          </a:xfrm>
          <a:prstGeom prst="rect">
            <a:avLst/>
          </a:prstGeom>
          <a:noFill/>
        </p:spPr>
        <p:txBody>
          <a:bodyPr wrap="square" lIns="91443" tIns="45720" rIns="91443" bIns="45720" rtlCol="0">
            <a:spAutoFit/>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Spring MVC简介</a:t>
            </a:r>
            <a:endPar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6.1</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数据绑定概述</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数据绑定</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的概念，能够简述Spring MVC数据绑定的</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过程</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数据绑定概述</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461770"/>
            <a:ext cx="10335895" cy="3352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在程序运行时，Spring MVC</a:t>
            </a:r>
            <a:r>
              <a:rPr lang="zh-CN" altLang="en-US" sz="2000" dirty="0">
                <a:solidFill>
                  <a:srgbClr val="1369B2"/>
                </a:solidFill>
                <a:latin typeface="微软雅黑" panose="020B0503020204020204" pitchFamily="34" charset="-122"/>
                <a:ea typeface="微软雅黑" panose="020B0503020204020204" pitchFamily="34" charset="-122"/>
                <a:cs typeface="+mn-ea"/>
              </a:rPr>
              <a:t>接收</a:t>
            </a:r>
            <a:r>
              <a:rPr lang="zh-CN" altLang="zh-CN" sz="2000" dirty="0">
                <a:solidFill>
                  <a:srgbClr val="595959"/>
                </a:solidFill>
                <a:latin typeface="微软雅黑" panose="020B0503020204020204" pitchFamily="34" charset="-122"/>
                <a:ea typeface="微软雅黑" panose="020B0503020204020204" pitchFamily="34" charset="-122"/>
              </a:rPr>
              <a:t>到客户端的</a:t>
            </a:r>
            <a:r>
              <a:rPr lang="zh-CN" altLang="en-US" sz="2000" dirty="0">
                <a:solidFill>
                  <a:srgbClr val="1369B2"/>
                </a:solidFill>
                <a:latin typeface="微软雅黑" panose="020B0503020204020204" pitchFamily="34" charset="-122"/>
                <a:ea typeface="微软雅黑" panose="020B0503020204020204" pitchFamily="34" charset="-122"/>
                <a:cs typeface="+mn-ea"/>
              </a:rPr>
              <a:t>请求</a:t>
            </a:r>
            <a:r>
              <a:rPr lang="zh-CN" altLang="zh-CN" sz="2000" dirty="0">
                <a:solidFill>
                  <a:srgbClr val="595959"/>
                </a:solidFill>
                <a:latin typeface="微软雅黑" panose="020B0503020204020204" pitchFamily="34" charset="-122"/>
                <a:ea typeface="微软雅黑" panose="020B0503020204020204" pitchFamily="34" charset="-122"/>
              </a:rPr>
              <a:t>后，会</a:t>
            </a:r>
            <a:r>
              <a:rPr lang="zh-CN" altLang="en-US" sz="2000" dirty="0">
                <a:solidFill>
                  <a:srgbClr val="1369B2"/>
                </a:solidFill>
                <a:latin typeface="微软雅黑" panose="020B0503020204020204" pitchFamily="34" charset="-122"/>
                <a:ea typeface="微软雅黑" panose="020B0503020204020204" pitchFamily="34" charset="-122"/>
                <a:cs typeface="+mn-ea"/>
              </a:rPr>
              <a:t>根据</a:t>
            </a:r>
            <a:r>
              <a:rPr lang="zh-CN" altLang="zh-CN" sz="2000" dirty="0">
                <a:solidFill>
                  <a:srgbClr val="595959"/>
                </a:solidFill>
                <a:latin typeface="微软雅黑" panose="020B0503020204020204" pitchFamily="34" charset="-122"/>
                <a:ea typeface="微软雅黑" panose="020B0503020204020204" pitchFamily="34" charset="-122"/>
              </a:rPr>
              <a:t>客户端请求的</a:t>
            </a:r>
            <a:r>
              <a:rPr lang="zh-CN" altLang="en-US" sz="2000" dirty="0">
                <a:solidFill>
                  <a:srgbClr val="1369B2"/>
                </a:solidFill>
                <a:latin typeface="微软雅黑" panose="020B0503020204020204" pitchFamily="34" charset="-122"/>
                <a:ea typeface="微软雅黑" panose="020B0503020204020204" pitchFamily="34" charset="-122"/>
                <a:cs typeface="+mn-ea"/>
              </a:rPr>
              <a:t>参数</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cs typeface="+mn-ea"/>
              </a:rPr>
              <a:t>请求头等数据信息</a:t>
            </a:r>
            <a:r>
              <a:rPr lang="zh-CN" altLang="zh-CN" sz="2000" dirty="0">
                <a:solidFill>
                  <a:srgbClr val="595959"/>
                </a:solidFill>
                <a:latin typeface="微软雅黑" panose="020B0503020204020204" pitchFamily="34" charset="-122"/>
                <a:ea typeface="微软雅黑" panose="020B0503020204020204" pitchFamily="34" charset="-122"/>
              </a:rPr>
              <a:t>，将客户端请求中的参数以特定的方式转换并</a:t>
            </a:r>
            <a:r>
              <a:rPr lang="zh-CN" altLang="en-US" sz="2000" dirty="0">
                <a:solidFill>
                  <a:srgbClr val="1369B2"/>
                </a:solidFill>
                <a:latin typeface="微软雅黑" panose="020B0503020204020204" pitchFamily="34" charset="-122"/>
                <a:ea typeface="微软雅黑" panose="020B0503020204020204" pitchFamily="34" charset="-122"/>
                <a:cs typeface="+mn-ea"/>
              </a:rPr>
              <a:t>绑定到处理器方法的参数</a:t>
            </a:r>
            <a:r>
              <a:rPr lang="zh-CN" altLang="zh-CN" sz="2000" dirty="0">
                <a:solidFill>
                  <a:srgbClr val="595959"/>
                </a:solidFill>
                <a:latin typeface="微软雅黑" panose="020B0503020204020204" pitchFamily="34" charset="-122"/>
                <a:ea typeface="微软雅黑" panose="020B0503020204020204" pitchFamily="34" charset="-122"/>
              </a:rPr>
              <a:t>。Spring MVC中将</a:t>
            </a:r>
            <a:r>
              <a:rPr lang="zh-CN" altLang="en-US" sz="2000" dirty="0">
                <a:solidFill>
                  <a:srgbClr val="1369B2"/>
                </a:solidFill>
                <a:latin typeface="微软雅黑" panose="020B0503020204020204" pitchFamily="34" charset="-122"/>
                <a:ea typeface="微软雅黑" panose="020B0503020204020204" pitchFamily="34" charset="-122"/>
                <a:cs typeface="+mn-ea"/>
              </a:rPr>
              <a:t>请求中的数据</a:t>
            </a:r>
            <a:r>
              <a:rPr lang="zh-CN" altLang="zh-CN" sz="2000" dirty="0">
                <a:solidFill>
                  <a:srgbClr val="595959"/>
                </a:solidFill>
                <a:latin typeface="微软雅黑" panose="020B0503020204020204" pitchFamily="34" charset="-122"/>
                <a:ea typeface="微软雅黑" panose="020B0503020204020204" pitchFamily="34" charset="-122"/>
              </a:rPr>
              <a:t>与</a:t>
            </a:r>
            <a:r>
              <a:rPr lang="zh-CN" altLang="en-US" sz="2000" dirty="0">
                <a:solidFill>
                  <a:srgbClr val="1369B2"/>
                </a:solidFill>
                <a:latin typeface="微软雅黑" panose="020B0503020204020204" pitchFamily="34" charset="-122"/>
                <a:ea typeface="微软雅黑" panose="020B0503020204020204" pitchFamily="34" charset="-122"/>
                <a:cs typeface="+mn-ea"/>
              </a:rPr>
              <a:t>处理器方法</a:t>
            </a:r>
            <a:r>
              <a:rPr lang="zh-CN" altLang="zh-CN" sz="2000" dirty="0">
                <a:solidFill>
                  <a:srgbClr val="595959"/>
                </a:solidFill>
                <a:latin typeface="微软雅黑" panose="020B0503020204020204" pitchFamily="34" charset="-122"/>
                <a:ea typeface="微软雅黑" panose="020B0503020204020204" pitchFamily="34" charset="-122"/>
              </a:rPr>
              <a:t>的参数建立</a:t>
            </a:r>
            <a:r>
              <a:rPr lang="zh-CN" altLang="en-US" sz="2000" dirty="0">
                <a:solidFill>
                  <a:srgbClr val="1369B2"/>
                </a:solidFill>
                <a:latin typeface="微软雅黑" panose="020B0503020204020204" pitchFamily="34" charset="-122"/>
                <a:ea typeface="微软雅黑" panose="020B0503020204020204" pitchFamily="34" charset="-122"/>
                <a:cs typeface="+mn-ea"/>
              </a:rPr>
              <a:t>连接和绑定的过程</a:t>
            </a:r>
            <a:r>
              <a:rPr lang="zh-CN" altLang="zh-CN" sz="2000" dirty="0">
                <a:solidFill>
                  <a:srgbClr val="595959"/>
                </a:solidFill>
                <a:latin typeface="微软雅黑" panose="020B0503020204020204" pitchFamily="34" charset="-122"/>
                <a:ea typeface="微软雅黑" panose="020B0503020204020204" pitchFamily="34" charset="-122"/>
              </a:rPr>
              <a:t>就是Spring MVC的</a:t>
            </a:r>
            <a:r>
              <a:rPr lang="zh-CN" altLang="en-US" sz="2000" dirty="0">
                <a:solidFill>
                  <a:srgbClr val="1369B2"/>
                </a:solidFill>
                <a:latin typeface="微软雅黑" panose="020B0503020204020204" pitchFamily="34" charset="-122"/>
                <a:ea typeface="微软雅黑" panose="020B0503020204020204" pitchFamily="34" charset="-122"/>
                <a:cs typeface="+mn-ea"/>
              </a:rPr>
              <a:t>数据绑定</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在Spring MVC的数据绑定过程中，数据绑定组件</a:t>
            </a:r>
            <a:r>
              <a:rPr lang="zh-CN" altLang="en-US" sz="2000" dirty="0">
                <a:solidFill>
                  <a:srgbClr val="1369B2"/>
                </a:solidFill>
                <a:latin typeface="微软雅黑" panose="020B0503020204020204" pitchFamily="34" charset="-122"/>
                <a:ea typeface="微软雅黑" panose="020B0503020204020204" pitchFamily="34" charset="-122"/>
                <a:cs typeface="+mn-ea"/>
              </a:rPr>
              <a:t>DataBinder</a:t>
            </a:r>
            <a:r>
              <a:rPr lang="zh-CN" altLang="zh-CN" sz="2000" dirty="0">
                <a:solidFill>
                  <a:srgbClr val="595959"/>
                </a:solidFill>
                <a:latin typeface="微软雅黑" panose="020B0503020204020204" pitchFamily="34" charset="-122"/>
                <a:ea typeface="微软雅黑" panose="020B0503020204020204" pitchFamily="34" charset="-122"/>
              </a:rPr>
              <a:t>会对请求参数进行</a:t>
            </a:r>
            <a:r>
              <a:rPr lang="zh-CN" altLang="en-US" sz="2000" dirty="0">
                <a:solidFill>
                  <a:srgbClr val="1369B2"/>
                </a:solidFill>
                <a:latin typeface="微软雅黑" panose="020B0503020204020204" pitchFamily="34" charset="-122"/>
                <a:ea typeface="微软雅黑" panose="020B0503020204020204" pitchFamily="34" charset="-122"/>
                <a:cs typeface="+mn-ea"/>
              </a:rPr>
              <a:t>解析</a:t>
            </a:r>
            <a:r>
              <a:rPr lang="zh-CN" altLang="zh-CN" sz="2000" dirty="0">
                <a:solidFill>
                  <a:srgbClr val="595959"/>
                </a:solidFill>
                <a:latin typeface="微软雅黑" panose="020B0503020204020204" pitchFamily="34" charset="-122"/>
                <a:ea typeface="微软雅黑" panose="020B0503020204020204" pitchFamily="34" charset="-122"/>
              </a:rPr>
              <a:t>，并进行必要的</a:t>
            </a:r>
            <a:r>
              <a:rPr lang="zh-CN" altLang="en-US" sz="2000" dirty="0">
                <a:solidFill>
                  <a:srgbClr val="1369B2"/>
                </a:solidFill>
                <a:latin typeface="微软雅黑" panose="020B0503020204020204" pitchFamily="34" charset="-122"/>
                <a:ea typeface="微软雅黑" panose="020B0503020204020204" pitchFamily="34" charset="-122"/>
                <a:cs typeface="+mn-ea"/>
              </a:rPr>
              <a:t>类型转换</a:t>
            </a:r>
            <a:r>
              <a:rPr lang="zh-CN" altLang="zh-CN" sz="2000" dirty="0">
                <a:solidFill>
                  <a:srgbClr val="595959"/>
                </a:solidFill>
                <a:latin typeface="微软雅黑" panose="020B0503020204020204" pitchFamily="34" charset="-122"/>
                <a:ea typeface="微软雅黑" panose="020B0503020204020204" pitchFamily="34" charset="-122"/>
              </a:rPr>
              <a:t>。如果类型</a:t>
            </a:r>
            <a:r>
              <a:rPr lang="zh-CN" altLang="en-US" sz="2000" dirty="0">
                <a:solidFill>
                  <a:srgbClr val="1369B2"/>
                </a:solidFill>
                <a:latin typeface="微软雅黑" panose="020B0503020204020204" pitchFamily="34" charset="-122"/>
                <a:ea typeface="微软雅黑" panose="020B0503020204020204" pitchFamily="34" charset="-122"/>
                <a:cs typeface="+mn-ea"/>
              </a:rPr>
              <a:t>转换成功</a:t>
            </a:r>
            <a:r>
              <a:rPr lang="zh-CN" altLang="zh-CN" sz="2000" dirty="0">
                <a:solidFill>
                  <a:srgbClr val="595959"/>
                </a:solidFill>
                <a:latin typeface="微软雅黑" panose="020B0503020204020204" pitchFamily="34" charset="-122"/>
                <a:ea typeface="微软雅黑" panose="020B0503020204020204" pitchFamily="34" charset="-122"/>
              </a:rPr>
              <a:t>，DataBinder将请求参数的值</a:t>
            </a:r>
            <a:r>
              <a:rPr lang="zh-CN" altLang="en-US" sz="2000" dirty="0">
                <a:solidFill>
                  <a:srgbClr val="1369B2"/>
                </a:solidFill>
                <a:latin typeface="微软雅黑" panose="020B0503020204020204" pitchFamily="34" charset="-122"/>
                <a:ea typeface="微软雅黑" panose="020B0503020204020204" pitchFamily="34" charset="-122"/>
                <a:cs typeface="+mn-ea"/>
              </a:rPr>
              <a:t>绑定到处理器方法的参数</a:t>
            </a:r>
            <a:r>
              <a:rPr lang="zh-CN" altLang="zh-CN" sz="2000" dirty="0">
                <a:solidFill>
                  <a:srgbClr val="595959"/>
                </a:solidFill>
                <a:latin typeface="微软雅黑" panose="020B0503020204020204" pitchFamily="34" charset="-122"/>
                <a:ea typeface="微软雅黑" panose="020B0503020204020204" pitchFamily="34" charset="-122"/>
              </a:rPr>
              <a:t>上，从而完成了数据绑定的过程。如果类型</a:t>
            </a:r>
            <a:r>
              <a:rPr lang="zh-CN" altLang="en-US" sz="2000" dirty="0">
                <a:solidFill>
                  <a:srgbClr val="1369B2"/>
                </a:solidFill>
                <a:latin typeface="微软雅黑" panose="020B0503020204020204" pitchFamily="34" charset="-122"/>
                <a:ea typeface="微软雅黑" panose="020B0503020204020204" pitchFamily="34" charset="-122"/>
                <a:cs typeface="+mn-ea"/>
              </a:rPr>
              <a:t>转换失败</a:t>
            </a:r>
            <a:r>
              <a:rPr lang="zh-CN" altLang="zh-CN" sz="2000" dirty="0">
                <a:solidFill>
                  <a:srgbClr val="595959"/>
                </a:solidFill>
                <a:latin typeface="微软雅黑" panose="020B0503020204020204" pitchFamily="34" charset="-122"/>
                <a:ea typeface="微软雅黑" panose="020B0503020204020204" pitchFamily="34" charset="-122"/>
              </a:rPr>
              <a:t>，通常会抛出一个</a:t>
            </a:r>
            <a:r>
              <a:rPr lang="zh-CN" altLang="en-US" sz="2000" dirty="0">
                <a:solidFill>
                  <a:srgbClr val="1369B2"/>
                </a:solidFill>
                <a:latin typeface="微软雅黑" panose="020B0503020204020204" pitchFamily="34" charset="-122"/>
                <a:ea typeface="微软雅黑" panose="020B0503020204020204" pitchFamily="34" charset="-122"/>
                <a:cs typeface="+mn-ea"/>
              </a:rPr>
              <a:t>异常</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数据绑定概述</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4319270" y="5589905"/>
            <a:ext cx="3550920" cy="553085"/>
          </a:xfrm>
          <a:prstGeom prst="rect">
            <a:avLst/>
          </a:prstGeom>
          <a:noFill/>
          <a:ln w="9525">
            <a:noFill/>
          </a:ln>
        </p:spPr>
        <p:txBody>
          <a:bodyPr wrap="square">
            <a:spAutoFit/>
          </a:bodyPr>
          <a:p>
            <a:pPr algn="just">
              <a:lnSpc>
                <a:spcPct val="150000"/>
              </a:lnSpc>
              <a:buClrTx/>
              <a:buSzTx/>
              <a:buFontTx/>
            </a:pPr>
            <a:r>
              <a:rPr lang="zh-CN" altLang="zh-CN" sz="2000" b="0" dirty="0">
                <a:solidFill>
                  <a:srgbClr val="595959"/>
                </a:solidFill>
                <a:latin typeface="微软雅黑" panose="020B0503020204020204" pitchFamily="34" charset="-122"/>
                <a:ea typeface="微软雅黑" panose="020B0503020204020204" pitchFamily="34" charset="-122"/>
              </a:rPr>
              <a:t>Spring MVC数据绑定的过程</a:t>
            </a:r>
            <a:endParaRPr lang="zh-CN" altLang="zh-CN" sz="2000" b="0" dirty="0">
              <a:solidFill>
                <a:srgbClr val="595959"/>
              </a:solidFill>
              <a:latin typeface="微软雅黑" panose="020B0503020204020204" pitchFamily="34" charset="-122"/>
              <a:ea typeface="微软雅黑" panose="020B0503020204020204" pitchFamily="34" charset="-122"/>
            </a:endParaRPr>
          </a:p>
        </p:txBody>
      </p:sp>
      <p:pic>
        <p:nvPicPr>
          <p:cNvPr id="2" name="图片 -2147482420"/>
          <p:cNvPicPr>
            <a:picLocks noChangeAspect="1"/>
          </p:cNvPicPr>
          <p:nvPr/>
        </p:nvPicPr>
        <p:blipFill>
          <a:blip r:embed="rId1"/>
          <a:stretch>
            <a:fillRect/>
          </a:stretch>
        </p:blipFill>
        <p:spPr>
          <a:xfrm>
            <a:off x="1990725" y="1586230"/>
            <a:ext cx="8200390" cy="362204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667" y="3014256"/>
            <a:ext cx="6013520" cy="768350"/>
          </a:xfrm>
          <a:prstGeom prst="rect">
            <a:avLst/>
          </a:prstGeom>
          <a:noFill/>
        </p:spPr>
        <p:txBody>
          <a:bodyPr wrap="square" lIns="91443" tIns="45720" rIns="91443" bIns="45720" rtlCol="0">
            <a:spAutoFit/>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简单数据绑定</a:t>
            </a:r>
            <a:endPar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6.2</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2 </a:t>
            </a:r>
            <a:r>
              <a:rPr sz="2400" b="1" dirty="0">
                <a:solidFill>
                  <a:srgbClr val="595959"/>
                </a:solidFill>
                <a:latin typeface="微软雅黑" panose="020B0503020204020204" pitchFamily="34" charset="-122"/>
                <a:ea typeface="微软雅黑" panose="020B0503020204020204" pitchFamily="34" charset="-122"/>
                <a:cs typeface="+mn-ea"/>
                <a:sym typeface="+mn-lt"/>
              </a:rPr>
              <a:t>简单数据绑定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35"/>
          <p:cNvSpPr txBox="1">
            <a:spLocks noChangeArrowheads="1"/>
          </p:cNvSpPr>
          <p:nvPr>
            <p:custDataLst>
              <p:tags r:id="rId1"/>
            </p:custDataLst>
          </p:nvPr>
        </p:nvSpPr>
        <p:spPr bwMode="auto">
          <a:xfrm>
            <a:off x="1054735" y="2394585"/>
            <a:ext cx="10335895" cy="289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Spring MVC请求参数的</a:t>
            </a:r>
            <a:r>
              <a:rPr lang="zh-CN" altLang="en-US" sz="2000" dirty="0">
                <a:solidFill>
                  <a:srgbClr val="1369B2"/>
                </a:solidFill>
                <a:latin typeface="微软雅黑" panose="020B0503020204020204" pitchFamily="34" charset="-122"/>
                <a:ea typeface="微软雅黑" panose="020B0503020204020204" pitchFamily="34" charset="-122"/>
                <a:cs typeface="+mn-ea"/>
              </a:rPr>
              <a:t>绑定</a:t>
            </a:r>
            <a:r>
              <a:rPr lang="zh-CN" altLang="zh-CN" sz="2000" dirty="0">
                <a:solidFill>
                  <a:srgbClr val="595959"/>
                </a:solidFill>
                <a:latin typeface="微软雅黑" panose="020B0503020204020204" pitchFamily="34" charset="-122"/>
                <a:ea typeface="微软雅黑" panose="020B0503020204020204" pitchFamily="34" charset="-122"/>
              </a:rPr>
              <a:t>是框架</a:t>
            </a:r>
            <a:r>
              <a:rPr lang="zh-CN" altLang="en-US" sz="2000" dirty="0">
                <a:solidFill>
                  <a:srgbClr val="1369B2"/>
                </a:solidFill>
                <a:latin typeface="微软雅黑" panose="020B0503020204020204" pitchFamily="34" charset="-122"/>
                <a:ea typeface="微软雅黑" panose="020B0503020204020204" pitchFamily="34" charset="-122"/>
                <a:cs typeface="+mn-ea"/>
              </a:rPr>
              <a:t>自动实现</a:t>
            </a:r>
            <a:r>
              <a:rPr lang="zh-CN" altLang="zh-CN" sz="2000" dirty="0">
                <a:solidFill>
                  <a:srgbClr val="595959"/>
                </a:solidFill>
                <a:latin typeface="微软雅黑" panose="020B0503020204020204" pitchFamily="34" charset="-122"/>
                <a:ea typeface="微软雅黑" panose="020B0503020204020204" pitchFamily="34" charset="-122"/>
              </a:rPr>
              <a:t>的，根据请求</a:t>
            </a:r>
            <a:r>
              <a:rPr lang="zh-CN" altLang="en-US" sz="2000" dirty="0">
                <a:solidFill>
                  <a:srgbClr val="1369B2"/>
                </a:solidFill>
                <a:latin typeface="微软雅黑" panose="020B0503020204020204" pitchFamily="34" charset="-122"/>
                <a:ea typeface="微软雅黑" panose="020B0503020204020204" pitchFamily="34" charset="-122"/>
                <a:cs typeface="+mn-ea"/>
              </a:rPr>
              <a:t>参数类型和参数个数</a:t>
            </a:r>
            <a:r>
              <a:rPr lang="zh-CN" altLang="zh-CN" sz="2000" dirty="0">
                <a:solidFill>
                  <a:srgbClr val="595959"/>
                </a:solidFill>
                <a:latin typeface="微软雅黑" panose="020B0503020204020204" pitchFamily="34" charset="-122"/>
                <a:ea typeface="微软雅黑" panose="020B0503020204020204" pitchFamily="34" charset="-122"/>
              </a:rPr>
              <a:t>等数据信息的复杂程度，可以将Spring MVC中的数据绑定分为</a:t>
            </a:r>
            <a:r>
              <a:rPr lang="zh-CN" altLang="en-US" sz="2000" dirty="0">
                <a:solidFill>
                  <a:srgbClr val="1369B2"/>
                </a:solidFill>
                <a:latin typeface="微软雅黑" panose="020B0503020204020204" pitchFamily="34" charset="-122"/>
                <a:ea typeface="微软雅黑" panose="020B0503020204020204" pitchFamily="34" charset="-122"/>
                <a:cs typeface="+mn-ea"/>
              </a:rPr>
              <a:t>简单数据绑定和复杂数据绑定</a:t>
            </a:r>
            <a:r>
              <a:rPr lang="zh-CN" altLang="zh-CN" sz="2000" dirty="0">
                <a:solidFill>
                  <a:srgbClr val="595959"/>
                </a:solidFill>
                <a:latin typeface="微软雅黑" panose="020B0503020204020204" pitchFamily="34" charset="-122"/>
                <a:ea typeface="微软雅黑" panose="020B0503020204020204" pitchFamily="34" charset="-122"/>
              </a:rPr>
              <a:t>。简单数据绑定不是特指哪一种数据类型的绑定，是指请求中的参数</a:t>
            </a:r>
            <a:r>
              <a:rPr lang="zh-CN" altLang="en-US" sz="2000" dirty="0">
                <a:solidFill>
                  <a:srgbClr val="1369B2"/>
                </a:solidFill>
                <a:latin typeface="微软雅黑" panose="020B0503020204020204" pitchFamily="34" charset="-122"/>
                <a:ea typeface="微软雅黑" panose="020B0503020204020204" pitchFamily="34" charset="-122"/>
                <a:cs typeface="+mn-ea"/>
              </a:rPr>
              <a:t>不是基于列表或多层级的数据</a:t>
            </a:r>
            <a:r>
              <a:rPr lang="zh-CN" altLang="zh-CN" sz="2000" dirty="0">
                <a:solidFill>
                  <a:srgbClr val="595959"/>
                </a:solidFill>
                <a:latin typeface="微软雅黑" panose="020B0503020204020204" pitchFamily="34" charset="-122"/>
                <a:ea typeface="微软雅黑" panose="020B0503020204020204" pitchFamily="34" charset="-122"/>
              </a:rPr>
              <a:t>，参数</a:t>
            </a:r>
            <a:r>
              <a:rPr lang="zh-CN" altLang="en-US" sz="2000" dirty="0">
                <a:solidFill>
                  <a:srgbClr val="1369B2"/>
                </a:solidFill>
                <a:latin typeface="微软雅黑" panose="020B0503020204020204" pitchFamily="34" charset="-122"/>
                <a:ea typeface="微软雅黑" panose="020B0503020204020204" pitchFamily="34" charset="-122"/>
                <a:cs typeface="+mn-ea"/>
              </a:rPr>
              <a:t>直接</a:t>
            </a:r>
            <a:r>
              <a:rPr lang="zh-CN" altLang="zh-CN" sz="2000" dirty="0">
                <a:solidFill>
                  <a:srgbClr val="595959"/>
                </a:solidFill>
                <a:latin typeface="微软雅黑" panose="020B0503020204020204" pitchFamily="34" charset="-122"/>
                <a:ea typeface="微软雅黑" panose="020B0503020204020204" pitchFamily="34" charset="-122"/>
              </a:rPr>
              <a:t>和处理器方法的</a:t>
            </a:r>
            <a:r>
              <a:rPr lang="zh-CN" altLang="en-US" sz="2000" dirty="0">
                <a:solidFill>
                  <a:srgbClr val="1369B2"/>
                </a:solidFill>
                <a:latin typeface="微软雅黑" panose="020B0503020204020204" pitchFamily="34" charset="-122"/>
                <a:ea typeface="微软雅黑" panose="020B0503020204020204" pitchFamily="34" charset="-122"/>
                <a:cs typeface="+mn-ea"/>
              </a:rPr>
              <a:t>参数</a:t>
            </a:r>
            <a:r>
              <a:rPr lang="zh-CN" altLang="en-US" sz="2000" dirty="0">
                <a:solidFill>
                  <a:srgbClr val="1369B2"/>
                </a:solidFill>
                <a:latin typeface="微软雅黑" panose="020B0503020204020204" pitchFamily="34" charset="-122"/>
                <a:ea typeface="微软雅黑" panose="020B0503020204020204" pitchFamily="34" charset="-122"/>
                <a:cs typeface="+mn-ea"/>
              </a:rPr>
              <a:t>或参数的属性</a:t>
            </a:r>
            <a:r>
              <a:rPr lang="zh-CN" altLang="zh-CN" sz="2000" dirty="0">
                <a:solidFill>
                  <a:srgbClr val="595959"/>
                </a:solidFill>
                <a:latin typeface="微软雅黑" panose="020B0503020204020204" pitchFamily="34" charset="-122"/>
                <a:ea typeface="微软雅黑" panose="020B0503020204020204" pitchFamily="34" charset="-122"/>
              </a:rPr>
              <a:t>进行</a:t>
            </a:r>
            <a:r>
              <a:rPr lang="zh-CN" altLang="en-US" sz="2000" dirty="0">
                <a:solidFill>
                  <a:srgbClr val="1369B2"/>
                </a:solidFill>
                <a:latin typeface="微软雅黑" panose="020B0503020204020204" pitchFamily="34" charset="-122"/>
                <a:ea typeface="微软雅黑" panose="020B0503020204020204" pitchFamily="34" charset="-122"/>
                <a:cs typeface="+mn-ea"/>
              </a:rPr>
              <a:t>绑定</a:t>
            </a:r>
            <a:r>
              <a:rPr lang="zh-CN" altLang="zh-CN" sz="2000" dirty="0">
                <a:solidFill>
                  <a:srgbClr val="595959"/>
                </a:solidFill>
                <a:latin typeface="微软雅黑" panose="020B0503020204020204" pitchFamily="34" charset="-122"/>
                <a:ea typeface="微软雅黑" panose="020B0503020204020204" pitchFamily="34" charset="-122"/>
              </a:rPr>
              <a:t>。Spring MVC中简单数据绑定一般分为</a:t>
            </a:r>
            <a:r>
              <a:rPr lang="zh-CN" altLang="en-US" sz="2000" dirty="0">
                <a:solidFill>
                  <a:srgbClr val="1369B2"/>
                </a:solidFill>
                <a:latin typeface="微软雅黑" panose="020B0503020204020204" pitchFamily="34" charset="-122"/>
                <a:ea typeface="微软雅黑" panose="020B0503020204020204" pitchFamily="34" charset="-122"/>
                <a:cs typeface="+mn-ea"/>
              </a:rPr>
              <a:t>默认支持类型数据绑定、简单数据类型绑定和POJO绑定</a:t>
            </a:r>
            <a:r>
              <a:rPr lang="zh-CN" altLang="zh-CN" sz="2000" dirty="0">
                <a:solidFill>
                  <a:srgbClr val="595959"/>
                </a:solidFill>
                <a:latin typeface="微软雅黑" panose="020B0503020204020204" pitchFamily="34" charset="-122"/>
                <a:ea typeface="微软雅黑" panose="020B0503020204020204" pitchFamily="34" charset="-122"/>
              </a:rPr>
              <a:t>，还可以使用</a:t>
            </a:r>
            <a:r>
              <a:rPr lang="zh-CN" altLang="en-US" sz="2000" dirty="0">
                <a:solidFill>
                  <a:srgbClr val="1369B2"/>
                </a:solidFill>
                <a:latin typeface="微软雅黑" panose="020B0503020204020204" pitchFamily="34" charset="-122"/>
                <a:ea typeface="微软雅黑" panose="020B0503020204020204" pitchFamily="34" charset="-122"/>
                <a:cs typeface="+mn-ea"/>
              </a:rPr>
              <a:t>自定义类型转换器</a:t>
            </a:r>
            <a:r>
              <a:rPr lang="zh-CN" altLang="zh-CN" sz="2000" dirty="0">
                <a:solidFill>
                  <a:srgbClr val="595959"/>
                </a:solidFill>
                <a:latin typeface="微软雅黑" panose="020B0503020204020204" pitchFamily="34" charset="-122"/>
                <a:ea typeface="微软雅黑" panose="020B0503020204020204" pitchFamily="34" charset="-122"/>
              </a:rPr>
              <a:t>将特殊的数据转换后进行数据绑定。下面分别对这四种数据绑定进行讲解。</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9" name="圆角矩形 8"/>
          <p:cNvSpPr/>
          <p:nvPr>
            <p:custDataLst>
              <p:tags r:id="rId2"/>
            </p:custDataLst>
          </p:nvPr>
        </p:nvSpPr>
        <p:spPr>
          <a:xfrm>
            <a:off x="1031240" y="2238375"/>
            <a:ext cx="10427335" cy="313944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0" name="矩形 93"/>
          <p:cNvSpPr/>
          <p:nvPr>
            <p:custDataLst>
              <p:tags r:id="rId3"/>
            </p:custDataLst>
          </p:nvPr>
        </p:nvSpPr>
        <p:spPr>
          <a:xfrm>
            <a:off x="998855" y="2178685"/>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1" name="矩形 93"/>
          <p:cNvSpPr/>
          <p:nvPr>
            <p:custDataLst>
              <p:tags r:id="rId4"/>
            </p:custDataLst>
          </p:nvPr>
        </p:nvSpPr>
        <p:spPr>
          <a:xfrm rot="10800000">
            <a:off x="11135360" y="4946015"/>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默认支持类型绑定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449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Spring MVC默认支持类型</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数据绑定</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，能够使用Spring MVC默认支持类型进行数据绑定</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默认支持类型绑定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102995"/>
            <a:ext cx="10335895" cy="4944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en-US" altLang="zh-CN" sz="1900" dirty="0">
                <a:solidFill>
                  <a:srgbClr val="595959"/>
                </a:solidFill>
                <a:latin typeface="微软雅黑" panose="020B0503020204020204" pitchFamily="34" charset="-122"/>
                <a:ea typeface="微软雅黑" panose="020B0503020204020204" pitchFamily="34" charset="-122"/>
              </a:rPr>
              <a:t>Spring MVC</a:t>
            </a:r>
            <a:r>
              <a:rPr lang="zh-CN" altLang="en-US" sz="1900" dirty="0">
                <a:solidFill>
                  <a:srgbClr val="595959"/>
                </a:solidFill>
                <a:latin typeface="微软雅黑" panose="020B0503020204020204" pitchFamily="34" charset="-122"/>
                <a:ea typeface="微软雅黑" panose="020B0503020204020204" pitchFamily="34" charset="-122"/>
              </a:rPr>
              <a:t>为数据绑定提供了一些</a:t>
            </a:r>
            <a:r>
              <a:rPr lang="zh-CN" altLang="en-US" sz="1900" dirty="0">
                <a:solidFill>
                  <a:srgbClr val="1369B2"/>
                </a:solidFill>
                <a:latin typeface="微软雅黑" panose="020B0503020204020204" pitchFamily="34" charset="-122"/>
                <a:ea typeface="微软雅黑" panose="020B0503020204020204" pitchFamily="34" charset="-122"/>
                <a:cs typeface="+mn-ea"/>
              </a:rPr>
              <a:t>默认支持的类型</a:t>
            </a:r>
            <a:r>
              <a:rPr lang="zh-CN" altLang="en-US" sz="1900" dirty="0">
                <a:solidFill>
                  <a:srgbClr val="595959"/>
                </a:solidFill>
                <a:latin typeface="微软雅黑" panose="020B0503020204020204" pitchFamily="34" charset="-122"/>
                <a:ea typeface="微软雅黑" panose="020B0503020204020204" pitchFamily="34" charset="-122"/>
              </a:rPr>
              <a:t>，</a:t>
            </a:r>
            <a:r>
              <a:rPr lang="zh-CN" altLang="zh-CN" sz="1900" dirty="0">
                <a:solidFill>
                  <a:srgbClr val="595959"/>
                </a:solidFill>
                <a:latin typeface="微软雅黑" panose="020B0503020204020204" pitchFamily="34" charset="-122"/>
                <a:ea typeface="微软雅黑" panose="020B0503020204020204" pitchFamily="34" charset="-122"/>
              </a:rPr>
              <a:t>当使用Spring MVC默认支持的类型作为处理器的参数类型时，Spring MVC的参数处理适配器能够将HTTP请求中的</a:t>
            </a:r>
            <a:r>
              <a:rPr lang="zh-CN" altLang="en-US" sz="1900" dirty="0">
                <a:solidFill>
                  <a:srgbClr val="1369B2"/>
                </a:solidFill>
                <a:latin typeface="微软雅黑" panose="020B0503020204020204" pitchFamily="34" charset="-122"/>
                <a:ea typeface="微软雅黑" panose="020B0503020204020204" pitchFamily="34" charset="-122"/>
                <a:cs typeface="+mn-ea"/>
              </a:rPr>
              <a:t>参数自动转换</a:t>
            </a:r>
            <a:r>
              <a:rPr lang="zh-CN" altLang="zh-CN" sz="1900" dirty="0">
                <a:solidFill>
                  <a:srgbClr val="595959"/>
                </a:solidFill>
                <a:latin typeface="微软雅黑" panose="020B0503020204020204" pitchFamily="34" charset="-122"/>
                <a:ea typeface="微软雅黑" panose="020B0503020204020204" pitchFamily="34" charset="-122"/>
              </a:rPr>
              <a:t>并</a:t>
            </a:r>
            <a:r>
              <a:rPr lang="zh-CN" altLang="en-US" sz="1900" dirty="0">
                <a:solidFill>
                  <a:srgbClr val="1369B2"/>
                </a:solidFill>
                <a:latin typeface="微软雅黑" panose="020B0503020204020204" pitchFamily="34" charset="-122"/>
                <a:ea typeface="微软雅黑" panose="020B0503020204020204" pitchFamily="34" charset="-122"/>
                <a:cs typeface="+mn-ea"/>
              </a:rPr>
              <a:t>绑定到处理器方法的参数</a:t>
            </a:r>
            <a:r>
              <a:rPr lang="zh-CN" altLang="zh-CN" sz="1900" dirty="0">
                <a:solidFill>
                  <a:srgbClr val="595959"/>
                </a:solidFill>
                <a:latin typeface="微软雅黑" panose="020B0503020204020204" pitchFamily="34" charset="-122"/>
                <a:ea typeface="微软雅黑" panose="020B0503020204020204" pitchFamily="34" charset="-122"/>
              </a:rPr>
              <a:t>上。Spring MVC常见的默认支持的类型如下所示。</a:t>
            </a:r>
            <a:endParaRPr lang="zh-CN" altLang="zh-CN" sz="19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1900" dirty="0">
                <a:solidFill>
                  <a:srgbClr val="595959"/>
                </a:solidFill>
                <a:latin typeface="微软雅黑" panose="020B0503020204020204" pitchFamily="34" charset="-122"/>
                <a:ea typeface="微软雅黑" panose="020B0503020204020204" pitchFamily="34" charset="-122"/>
              </a:rPr>
              <a:t>①　HttpServletRequest：用于</a:t>
            </a:r>
            <a:r>
              <a:rPr lang="zh-CN" altLang="en-US" sz="1900" dirty="0">
                <a:solidFill>
                  <a:srgbClr val="1369B2"/>
                </a:solidFill>
                <a:latin typeface="微软雅黑" panose="020B0503020204020204" pitchFamily="34" charset="-122"/>
                <a:ea typeface="微软雅黑" panose="020B0503020204020204" pitchFamily="34" charset="-122"/>
                <a:cs typeface="+mn-ea"/>
              </a:rPr>
              <a:t>获取请求信息</a:t>
            </a:r>
            <a:r>
              <a:rPr lang="zh-CN" altLang="zh-CN" sz="1900" dirty="0">
                <a:solidFill>
                  <a:srgbClr val="595959"/>
                </a:solidFill>
                <a:latin typeface="微软雅黑" panose="020B0503020204020204" pitchFamily="34" charset="-122"/>
                <a:ea typeface="微软雅黑" panose="020B0503020204020204" pitchFamily="34" charset="-122"/>
              </a:rPr>
              <a:t>的类型，该类型的对象可以获取请求的URL、请求的HTTP方法类型、请求参数等消息。</a:t>
            </a:r>
            <a:endParaRPr lang="zh-CN" altLang="zh-CN" sz="19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1900" dirty="0">
                <a:solidFill>
                  <a:srgbClr val="595959"/>
                </a:solidFill>
                <a:latin typeface="微软雅黑" panose="020B0503020204020204" pitchFamily="34" charset="-122"/>
                <a:ea typeface="微软雅黑" panose="020B0503020204020204" pitchFamily="34" charset="-122"/>
              </a:rPr>
              <a:t>②　HttpServletResponse：用于</a:t>
            </a:r>
            <a:r>
              <a:rPr lang="zh-CN" altLang="en-US" sz="1900" dirty="0">
                <a:solidFill>
                  <a:srgbClr val="1369B2"/>
                </a:solidFill>
                <a:latin typeface="微软雅黑" panose="020B0503020204020204" pitchFamily="34" charset="-122"/>
                <a:ea typeface="微软雅黑" panose="020B0503020204020204" pitchFamily="34" charset="-122"/>
                <a:cs typeface="+mn-ea"/>
              </a:rPr>
              <a:t>处理响应信息</a:t>
            </a:r>
            <a:r>
              <a:rPr lang="zh-CN" altLang="zh-CN" sz="1900" dirty="0">
                <a:solidFill>
                  <a:srgbClr val="595959"/>
                </a:solidFill>
                <a:latin typeface="微软雅黑" panose="020B0503020204020204" pitchFamily="34" charset="-122"/>
                <a:ea typeface="微软雅黑" panose="020B0503020204020204" pitchFamily="34" charset="-122"/>
              </a:rPr>
              <a:t>的类型，通过该类型的对象可以设置响应的数据、响应的类型、返回数据的格式等。</a:t>
            </a:r>
            <a:endParaRPr lang="zh-CN" altLang="zh-CN" sz="19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1900" dirty="0">
                <a:solidFill>
                  <a:srgbClr val="595959"/>
                </a:solidFill>
                <a:latin typeface="微软雅黑" panose="020B0503020204020204" pitchFamily="34" charset="-122"/>
                <a:ea typeface="微软雅黑" panose="020B0503020204020204" pitchFamily="34" charset="-122"/>
              </a:rPr>
              <a:t>③　HttpSession：用于</a:t>
            </a:r>
            <a:r>
              <a:rPr lang="zh-CN" altLang="en-US" sz="1900" dirty="0">
                <a:solidFill>
                  <a:srgbClr val="1369B2"/>
                </a:solidFill>
                <a:latin typeface="微软雅黑" panose="020B0503020204020204" pitchFamily="34" charset="-122"/>
                <a:ea typeface="微软雅黑" panose="020B0503020204020204" pitchFamily="34" charset="-122"/>
                <a:cs typeface="+mn-ea"/>
              </a:rPr>
              <a:t>获取Session中存放的对象</a:t>
            </a:r>
            <a:r>
              <a:rPr lang="zh-CN" altLang="zh-CN" sz="1900" dirty="0">
                <a:solidFill>
                  <a:srgbClr val="595959"/>
                </a:solidFill>
                <a:latin typeface="微软雅黑" panose="020B0503020204020204" pitchFamily="34" charset="-122"/>
                <a:ea typeface="微软雅黑" panose="020B0503020204020204" pitchFamily="34" charset="-122"/>
              </a:rPr>
              <a:t>的类型，通过该类型的对象可以对Session级别的数据进行读写操作。</a:t>
            </a:r>
            <a:endParaRPr lang="zh-CN" altLang="zh-CN" sz="19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1900" dirty="0">
                <a:solidFill>
                  <a:srgbClr val="595959"/>
                </a:solidFill>
                <a:latin typeface="微软雅黑" panose="020B0503020204020204" pitchFamily="34" charset="-122"/>
                <a:ea typeface="微软雅黑" panose="020B0503020204020204" pitchFamily="34" charset="-122"/>
              </a:rPr>
              <a:t>④　Model/ModelMap：Model是一个接口，ModelMap是一个类，Model的实现类对象和ModelMap对象都可以</a:t>
            </a:r>
            <a:r>
              <a:rPr lang="zh-CN" altLang="en-US" sz="1900" dirty="0">
                <a:solidFill>
                  <a:srgbClr val="1369B2"/>
                </a:solidFill>
                <a:latin typeface="微软雅黑" panose="020B0503020204020204" pitchFamily="34" charset="-122"/>
                <a:ea typeface="微软雅黑" panose="020B0503020204020204" pitchFamily="34" charset="-122"/>
                <a:cs typeface="+mn-ea"/>
              </a:rPr>
              <a:t>设置模型数据</a:t>
            </a:r>
            <a:r>
              <a:rPr lang="zh-CN" altLang="zh-CN" sz="1900" dirty="0">
                <a:solidFill>
                  <a:srgbClr val="595959"/>
                </a:solidFill>
                <a:latin typeface="微软雅黑" panose="020B0503020204020204" pitchFamily="34" charset="-122"/>
                <a:ea typeface="微软雅黑" panose="020B0503020204020204" pitchFamily="34" charset="-122"/>
              </a:rPr>
              <a:t>，模型数据会</a:t>
            </a:r>
            <a:r>
              <a:rPr lang="zh-CN" altLang="en-US" sz="1900" dirty="0">
                <a:solidFill>
                  <a:srgbClr val="1369B2"/>
                </a:solidFill>
                <a:latin typeface="微软雅黑" panose="020B0503020204020204" pitchFamily="34" charset="-122"/>
                <a:ea typeface="微软雅黑" panose="020B0503020204020204" pitchFamily="34" charset="-122"/>
                <a:cs typeface="+mn-ea"/>
              </a:rPr>
              <a:t>填充到Request域</a:t>
            </a:r>
            <a:r>
              <a:rPr lang="zh-CN" altLang="zh-CN" sz="1900" dirty="0">
                <a:solidFill>
                  <a:srgbClr val="595959"/>
                </a:solidFill>
                <a:latin typeface="微软雅黑" panose="020B0503020204020204" pitchFamily="34" charset="-122"/>
                <a:ea typeface="微软雅黑" panose="020B0503020204020204" pitchFamily="34" charset="-122"/>
              </a:rPr>
              <a:t>中，以供视图层使用。</a:t>
            </a:r>
            <a:endParaRPr lang="zh-CN" altLang="zh-CN" sz="19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默认支持类型绑定</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751965"/>
            <a:ext cx="2501265"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（1）创建项目</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文件6-1 </a:t>
                </a:r>
                <a:endParaRPr sz="1800">
                  <a:sym typeface="+mn-ea"/>
                </a:endParaRPr>
              </a:p>
              <a:p>
                <a:pPr algn="ctr"/>
                <a:r>
                  <a:rPr sz="1800">
                    <a:sym typeface="+mn-ea"/>
                    <a:hlinkClick r:id="rId7"/>
                  </a:rPr>
                  <a:t>pom.xml</a:t>
                </a:r>
                <a:endParaRPr sz="1800">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6" name="文本框 5"/>
          <p:cNvSpPr txBox="1"/>
          <p:nvPr>
            <p:custDataLst>
              <p:tags r:id="rId13"/>
            </p:custDataLst>
          </p:nvPr>
        </p:nvSpPr>
        <p:spPr>
          <a:xfrm>
            <a:off x="993775" y="2313940"/>
            <a:ext cx="10295890" cy="1337945"/>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在IDEA中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创建</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一个名称为chapter06的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Maven Web项目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，创建Spring MVC的配置文件spring-mvc.xml并完成相关配置，并在项目的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pom.xml</a:t>
            </a:r>
            <a:r>
              <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文件</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中</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引入</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Spring MVC和Servlet的相关依赖</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，pom.xml文件如文件6-1所示。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custDataLst>
              <p:tags r:id="rId14"/>
            </p:custDataLst>
          </p:nvPr>
        </p:nvSpPr>
        <p:spPr>
          <a:xfrm>
            <a:off x="1049020" y="1077595"/>
            <a:ext cx="10295890" cy="50673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下面通过案例演示将</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请求中的数据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绑定到</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HttpServletRequest类型的对象</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默认支持类型绑定</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2501265"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（2）创建处理器类</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文件6-2 </a:t>
                </a:r>
                <a:endParaRPr sz="1800">
                  <a:sym typeface="+mn-ea"/>
                </a:endParaRPr>
              </a:p>
              <a:p>
                <a:pPr algn="ctr"/>
                <a:r>
                  <a:rPr sz="1800">
                    <a:sym typeface="+mn-ea"/>
                    <a:hlinkClick r:id="rId7"/>
                  </a:rPr>
                  <a:t>SpaceController.java</a:t>
                </a:r>
                <a:endParaRPr sz="1800">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6" name="文本框 5"/>
          <p:cNvSpPr txBox="1"/>
          <p:nvPr>
            <p:custDataLst>
              <p:tags r:id="rId13"/>
            </p:custDataLst>
          </p:nvPr>
        </p:nvSpPr>
        <p:spPr>
          <a:xfrm>
            <a:off x="993775" y="1883410"/>
            <a:ext cx="10295890" cy="1337945"/>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在项目的src\main\java目录下创建路径名称为com.itheima.controller的包，在包中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创建处理器类SpaceController</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，在SpaceController类中定义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方法getSpacecraftName( )</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获取</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请求中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参数spaceName的值</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，具体代码如文件6-2所示。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默认支持类型绑定</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2501265"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922020"/>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启动项目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，在浏览器中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访问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http://localhost:8080/chapter06/getSpacecraftName?spaceName=天宫一号，控制台</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输出信息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2147482583"/>
          <p:cNvPicPr>
            <a:picLocks noChangeAspect="1"/>
          </p:cNvPicPr>
          <p:nvPr>
            <p:custDataLst>
              <p:tags r:id="rId5"/>
            </p:custDataLst>
          </p:nvPr>
        </p:nvPicPr>
        <p:blipFill>
          <a:blip r:embed="rId6"/>
          <a:stretch>
            <a:fillRect/>
          </a:stretch>
        </p:blipFill>
        <p:spPr>
          <a:xfrm>
            <a:off x="1143318" y="3141028"/>
            <a:ext cx="9848916" cy="2088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6.2.2	简单数据类型绑定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l">
              <a:lnSpc>
                <a:spcPct val="15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chemeClr val="accent1"/>
                </a:solidFill>
                <a:latin typeface="微软雅黑" panose="020B0503020204020204" pitchFamily="34" charset="-122"/>
                <a:ea typeface="微软雅黑" panose="020B0503020204020204" pitchFamily="34" charset="-122"/>
                <a:cs typeface="+mn-ea"/>
                <a:sym typeface="+mn-lt"/>
              </a:rPr>
              <a:t>简单数据类型绑定</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数据绑定</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，能够使用</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简单数据类型</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进行数据绑定</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6.2.2	简单数据类型绑定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390015"/>
            <a:ext cx="10335895" cy="196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简单数据类型</a:t>
            </a:r>
            <a:r>
              <a:rPr lang="zh-CN" altLang="zh-CN" sz="2000" dirty="0">
                <a:solidFill>
                  <a:srgbClr val="595959"/>
                </a:solidFill>
                <a:latin typeface="微软雅黑" panose="020B0503020204020204" pitchFamily="34" charset="-122"/>
                <a:ea typeface="微软雅黑" panose="020B0503020204020204" pitchFamily="34" charset="-122"/>
              </a:rPr>
              <a:t>的绑定，就是指Java中</a:t>
            </a:r>
            <a:r>
              <a:rPr lang="zh-CN" altLang="en-US" sz="2000" dirty="0">
                <a:solidFill>
                  <a:srgbClr val="1369B2"/>
                </a:solidFill>
                <a:latin typeface="微软雅黑" panose="020B0503020204020204" pitchFamily="34" charset="-122"/>
                <a:ea typeface="微软雅黑" panose="020B0503020204020204" pitchFamily="34" charset="-122"/>
                <a:cs typeface="+mn-ea"/>
              </a:rPr>
              <a:t>基本类型</a:t>
            </a:r>
            <a:r>
              <a:rPr lang="zh-CN" altLang="zh-CN" sz="2000" dirty="0">
                <a:solidFill>
                  <a:srgbClr val="595959"/>
                </a:solidFill>
                <a:latin typeface="微软雅黑" panose="020B0503020204020204" pitchFamily="34" charset="-122"/>
                <a:ea typeface="微软雅黑" panose="020B0503020204020204" pitchFamily="34" charset="-122"/>
              </a:rPr>
              <a:t>（如int、double等）</a:t>
            </a:r>
            <a:r>
              <a:rPr lang="zh-CN" altLang="en-US" sz="2000" dirty="0">
                <a:solidFill>
                  <a:srgbClr val="1369B2"/>
                </a:solidFill>
                <a:latin typeface="微软雅黑" panose="020B0503020204020204" pitchFamily="34" charset="-122"/>
                <a:ea typeface="微软雅黑" panose="020B0503020204020204" pitchFamily="34" charset="-122"/>
                <a:cs typeface="+mn-ea"/>
              </a:rPr>
              <a:t>、基本数据类型的包装类、</a:t>
            </a:r>
            <a:r>
              <a:rPr lang="zh-CN" altLang="en-US" sz="2000" dirty="0">
                <a:solidFill>
                  <a:srgbClr val="1369B2"/>
                </a:solidFill>
                <a:latin typeface="微软雅黑" panose="020B0503020204020204" pitchFamily="34" charset="-122"/>
                <a:ea typeface="微软雅黑" panose="020B0503020204020204" pitchFamily="34" charset="-122"/>
                <a:cs typeface="+mn-ea"/>
              </a:rPr>
              <a:t>String类型</a:t>
            </a:r>
            <a:r>
              <a:rPr lang="zh-CN" altLang="zh-CN" sz="2000" dirty="0">
                <a:solidFill>
                  <a:srgbClr val="595959"/>
                </a:solidFill>
                <a:latin typeface="微软雅黑" panose="020B0503020204020204" pitchFamily="34" charset="-122"/>
                <a:ea typeface="微软雅黑" panose="020B0503020204020204" pitchFamily="34" charset="-122"/>
              </a:rPr>
              <a:t>的</a:t>
            </a:r>
            <a:r>
              <a:rPr lang="zh-CN" altLang="en-US" sz="2000" dirty="0">
                <a:solidFill>
                  <a:srgbClr val="1369B2"/>
                </a:solidFill>
                <a:latin typeface="微软雅黑" panose="020B0503020204020204" pitchFamily="34" charset="-122"/>
                <a:ea typeface="微软雅黑" panose="020B0503020204020204" pitchFamily="34" charset="-122"/>
                <a:cs typeface="+mn-ea"/>
              </a:rPr>
              <a:t>数据绑定</a:t>
            </a:r>
            <a:r>
              <a:rPr lang="zh-CN" altLang="zh-CN" sz="2000" dirty="0">
                <a:solidFill>
                  <a:srgbClr val="595959"/>
                </a:solidFill>
                <a:latin typeface="微软雅黑" panose="020B0503020204020204" pitchFamily="34" charset="-122"/>
                <a:ea typeface="微软雅黑" panose="020B0503020204020204" pitchFamily="34" charset="-122"/>
              </a:rPr>
              <a:t>。在Spring MVC中进行简单类型的数据绑定，只需客户端</a:t>
            </a:r>
            <a:r>
              <a:rPr lang="zh-CN" altLang="en-US" sz="2000" dirty="0">
                <a:solidFill>
                  <a:srgbClr val="1369B2"/>
                </a:solidFill>
                <a:latin typeface="微软雅黑" panose="020B0503020204020204" pitchFamily="34" charset="-122"/>
                <a:ea typeface="微软雅黑" panose="020B0503020204020204" pitchFamily="34" charset="-122"/>
                <a:cs typeface="+mn-ea"/>
              </a:rPr>
              <a:t>请求参数的名称</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cs typeface="+mn-ea"/>
              </a:rPr>
              <a:t>处理器的参数名称一致</a:t>
            </a:r>
            <a:r>
              <a:rPr lang="zh-CN" altLang="zh-CN" sz="2000" dirty="0">
                <a:solidFill>
                  <a:srgbClr val="595959"/>
                </a:solidFill>
                <a:latin typeface="微软雅黑" panose="020B0503020204020204" pitchFamily="34" charset="-122"/>
                <a:ea typeface="微软雅黑" panose="020B0503020204020204" pitchFamily="34" charset="-122"/>
              </a:rPr>
              <a:t>即可，请求参数会自动映射并匹配到处理器方法的参数完成数据绑定。</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6.2.2	简单数据类型绑定</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389232"/>
                <a:ext cx="342138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hlinkClick r:id="rId5"/>
                  </a:rPr>
                  <a:t>getSpacecraft( )方法</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5" name="文本框 4"/>
          <p:cNvSpPr txBox="1"/>
          <p:nvPr>
            <p:custDataLst>
              <p:tags r:id="rId11"/>
            </p:custDataLst>
          </p:nvPr>
        </p:nvSpPr>
        <p:spPr>
          <a:xfrm>
            <a:off x="1049020" y="1221105"/>
            <a:ext cx="10295890" cy="1337945"/>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下面通过案例演示，将请求中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int类型</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String类型</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数据绑定</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到Spring MVC处理器方法的参数上。</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在文件6-2中定义方法</a:t>
            </a:r>
            <a:r>
              <a:rPr lang="it-IT" altLang="zh-CN" sz="180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sym typeface="+mn-ea"/>
              </a:rPr>
              <a:t>getSpacecraft()</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，在该方法中定义一个</a:t>
            </a:r>
            <a:r>
              <a:rPr lang="it-IT" altLang="zh-CN" sz="180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sym typeface="+mn-ea"/>
              </a:rPr>
              <a:t>int类型</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和一个</a:t>
            </a:r>
            <a:r>
              <a:rPr lang="it-IT" altLang="zh-CN" sz="180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sym typeface="+mn-ea"/>
              </a:rPr>
              <a:t>String类型的参数</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，用于后续</a:t>
            </a:r>
            <a:r>
              <a:rPr lang="it-IT" altLang="zh-CN" sz="180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sym typeface="+mn-ea"/>
              </a:rPr>
              <a:t>绑定请求中携带的参数</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，getSpacecraft( )方法的代码如下所示。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6.2.2	简单数据类型绑定</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custDataLst>
              <p:tags r:id="rId2"/>
            </p:custDataLst>
          </p:nvPr>
        </p:nvSpPr>
        <p:spPr>
          <a:xfrm>
            <a:off x="1049020" y="1221105"/>
            <a:ext cx="10295890" cy="1337945"/>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启动项目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，在浏览器中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访问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地址http://localhost:8080/chapter06/getSpacecraft?number=2&amp;name=天宫二号，控制台</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输出信息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2147482582"/>
          <p:cNvPicPr>
            <a:picLocks noChangeAspect="1"/>
          </p:cNvPicPr>
          <p:nvPr>
            <p:custDataLst>
              <p:tags r:id="rId3"/>
            </p:custDataLst>
          </p:nvPr>
        </p:nvPicPr>
        <p:blipFill>
          <a:blip r:embed="rId4"/>
          <a:stretch>
            <a:fillRect/>
          </a:stretch>
        </p:blipFill>
        <p:spPr>
          <a:xfrm>
            <a:off x="1198880" y="3007360"/>
            <a:ext cx="9882047" cy="1908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6.2.2	简单数据类型绑定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461770"/>
            <a:ext cx="10335895" cy="196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默认情况下</a:t>
            </a:r>
            <a:r>
              <a:rPr lang="zh-CN" altLang="zh-CN" sz="2000" dirty="0">
                <a:solidFill>
                  <a:srgbClr val="595959"/>
                </a:solidFill>
                <a:latin typeface="微软雅黑" panose="020B0503020204020204" pitchFamily="34" charset="-122"/>
                <a:ea typeface="微软雅黑" panose="020B0503020204020204" pitchFamily="34" charset="-122"/>
              </a:rPr>
              <a:t>，进行简单数据类型的数据绑定时，</a:t>
            </a:r>
            <a:r>
              <a:rPr lang="zh-CN" altLang="en-US" sz="2000" dirty="0">
                <a:solidFill>
                  <a:srgbClr val="1369B2"/>
                </a:solidFill>
                <a:latin typeface="微软雅黑" panose="020B0503020204020204" pitchFamily="34" charset="-122"/>
                <a:ea typeface="微软雅黑" panose="020B0503020204020204" pitchFamily="34" charset="-122"/>
                <a:cs typeface="+mn-ea"/>
              </a:rPr>
              <a:t>处理器方法参数的名称</a:t>
            </a:r>
            <a:r>
              <a:rPr lang="zh-CN" altLang="zh-CN" sz="2000" dirty="0">
                <a:solidFill>
                  <a:srgbClr val="595959"/>
                </a:solidFill>
                <a:latin typeface="微软雅黑" panose="020B0503020204020204" pitchFamily="34" charset="-122"/>
                <a:ea typeface="微软雅黑" panose="020B0503020204020204" pitchFamily="34" charset="-122"/>
              </a:rPr>
              <a:t>需要和</a:t>
            </a:r>
            <a:r>
              <a:rPr lang="zh-CN" altLang="en-US" sz="2000" dirty="0">
                <a:solidFill>
                  <a:srgbClr val="1369B2"/>
                </a:solidFill>
                <a:latin typeface="微软雅黑" panose="020B0503020204020204" pitchFamily="34" charset="-122"/>
                <a:ea typeface="微软雅黑" panose="020B0503020204020204" pitchFamily="34" charset="-122"/>
                <a:cs typeface="+mn-ea"/>
              </a:rPr>
              <a:t>请求中参数名称保持一致</a:t>
            </a:r>
            <a:r>
              <a:rPr lang="zh-CN" altLang="zh-CN" sz="2000" dirty="0">
                <a:solidFill>
                  <a:srgbClr val="595959"/>
                </a:solidFill>
                <a:latin typeface="微软雅黑" panose="020B0503020204020204" pitchFamily="34" charset="-122"/>
                <a:ea typeface="微软雅黑" panose="020B0503020204020204" pitchFamily="34" charset="-122"/>
              </a:rPr>
              <a:t>，否则会导致处理器</a:t>
            </a:r>
            <a:r>
              <a:rPr lang="zh-CN" altLang="en-US" sz="2000" dirty="0">
                <a:solidFill>
                  <a:srgbClr val="1369B2"/>
                </a:solidFill>
                <a:latin typeface="微软雅黑" panose="020B0503020204020204" pitchFamily="34" charset="-122"/>
                <a:ea typeface="微软雅黑" panose="020B0503020204020204" pitchFamily="34" charset="-122"/>
                <a:cs typeface="+mn-ea"/>
              </a:rPr>
              <a:t>无法正确绑定</a:t>
            </a:r>
            <a:r>
              <a:rPr lang="zh-CN" altLang="zh-CN" sz="2000" dirty="0">
                <a:solidFill>
                  <a:srgbClr val="595959"/>
                </a:solidFill>
                <a:latin typeface="微软雅黑" panose="020B0503020204020204" pitchFamily="34" charset="-122"/>
                <a:ea typeface="微软雅黑" panose="020B0503020204020204" pitchFamily="34" charset="-122"/>
              </a:rPr>
              <a:t>并接收到请求中的参数。如果需要在两者</a:t>
            </a:r>
            <a:r>
              <a:rPr lang="zh-CN" altLang="en-US" sz="2000" dirty="0">
                <a:solidFill>
                  <a:srgbClr val="1369B2"/>
                </a:solidFill>
                <a:latin typeface="微软雅黑" panose="020B0503020204020204" pitchFamily="34" charset="-122"/>
                <a:ea typeface="微软雅黑" panose="020B0503020204020204" pitchFamily="34" charset="-122"/>
                <a:cs typeface="+mn-ea"/>
              </a:rPr>
              <a:t>不一致</a:t>
            </a:r>
            <a:r>
              <a:rPr lang="zh-CN" altLang="zh-CN" sz="2000" dirty="0">
                <a:solidFill>
                  <a:srgbClr val="595959"/>
                </a:solidFill>
                <a:latin typeface="微软雅黑" panose="020B0503020204020204" pitchFamily="34" charset="-122"/>
                <a:ea typeface="微软雅黑" panose="020B0503020204020204" pitchFamily="34" charset="-122"/>
              </a:rPr>
              <a:t>的情况实现</a:t>
            </a:r>
            <a:r>
              <a:rPr lang="zh-CN" altLang="en-US" sz="2000" dirty="0">
                <a:solidFill>
                  <a:srgbClr val="1369B2"/>
                </a:solidFill>
                <a:latin typeface="微软雅黑" panose="020B0503020204020204" pitchFamily="34" charset="-122"/>
                <a:ea typeface="微软雅黑" panose="020B0503020204020204" pitchFamily="34" charset="-122"/>
                <a:cs typeface="+mn-ea"/>
              </a:rPr>
              <a:t>数据绑定</a:t>
            </a:r>
            <a:r>
              <a:rPr lang="zh-CN" altLang="zh-CN" sz="2000" dirty="0">
                <a:solidFill>
                  <a:srgbClr val="595959"/>
                </a:solidFill>
                <a:latin typeface="微软雅黑" panose="020B0503020204020204" pitchFamily="34" charset="-122"/>
                <a:ea typeface="微软雅黑" panose="020B0503020204020204" pitchFamily="34" charset="-122"/>
              </a:rPr>
              <a:t>，可以使用Spring MVC提供的</a:t>
            </a:r>
            <a:r>
              <a:rPr lang="zh-CN" altLang="en-US" sz="2000" dirty="0">
                <a:solidFill>
                  <a:srgbClr val="1369B2"/>
                </a:solidFill>
                <a:latin typeface="微软雅黑" panose="020B0503020204020204" pitchFamily="34" charset="-122"/>
                <a:ea typeface="微软雅黑" panose="020B0503020204020204" pitchFamily="34" charset="-122"/>
                <a:cs typeface="+mn-ea"/>
              </a:rPr>
              <a:t>@RequestParam注解</a:t>
            </a:r>
            <a:r>
              <a:rPr lang="zh-CN" altLang="zh-CN" sz="2000" dirty="0">
                <a:solidFill>
                  <a:srgbClr val="595959"/>
                </a:solidFill>
                <a:latin typeface="微软雅黑" panose="020B0503020204020204" pitchFamily="34" charset="-122"/>
                <a:ea typeface="微软雅黑" panose="020B0503020204020204" pitchFamily="34" charset="-122"/>
              </a:rPr>
              <a:t>实现。@RequestParam注解用于从请求中</a:t>
            </a:r>
            <a:r>
              <a:rPr lang="zh-CN" altLang="en-US" sz="2000" dirty="0">
                <a:solidFill>
                  <a:srgbClr val="1369B2"/>
                </a:solidFill>
                <a:latin typeface="微软雅黑" panose="020B0503020204020204" pitchFamily="34" charset="-122"/>
                <a:ea typeface="微软雅黑" panose="020B0503020204020204" pitchFamily="34" charset="-122"/>
                <a:cs typeface="+mn-ea"/>
              </a:rPr>
              <a:t>获取参数的值</a:t>
            </a:r>
            <a:r>
              <a:rPr lang="zh-CN" altLang="zh-CN" sz="2000" dirty="0">
                <a:solidFill>
                  <a:srgbClr val="595959"/>
                </a:solidFill>
                <a:latin typeface="微软雅黑" panose="020B0503020204020204" pitchFamily="34" charset="-122"/>
                <a:ea typeface="微软雅黑" panose="020B0503020204020204" pitchFamily="34" charset="-122"/>
              </a:rPr>
              <a:t>并将其</a:t>
            </a:r>
            <a:r>
              <a:rPr lang="zh-CN" altLang="en-US" sz="2000" dirty="0">
                <a:solidFill>
                  <a:srgbClr val="1369B2"/>
                </a:solidFill>
                <a:latin typeface="微软雅黑" panose="020B0503020204020204" pitchFamily="34" charset="-122"/>
                <a:ea typeface="微软雅黑" panose="020B0503020204020204" pitchFamily="34" charset="-122"/>
                <a:cs typeface="+mn-ea"/>
              </a:rPr>
              <a:t>传递</a:t>
            </a:r>
            <a:r>
              <a:rPr lang="zh-CN" altLang="zh-CN" sz="2000" dirty="0">
                <a:solidFill>
                  <a:srgbClr val="595959"/>
                </a:solidFill>
                <a:latin typeface="微软雅黑" panose="020B0503020204020204" pitchFamily="34" charset="-122"/>
                <a:ea typeface="微软雅黑" panose="020B0503020204020204" pitchFamily="34" charset="-122"/>
              </a:rPr>
              <a:t>给处理器</a:t>
            </a:r>
            <a:r>
              <a:rPr lang="zh-CN" altLang="en-US" sz="2000" dirty="0">
                <a:solidFill>
                  <a:srgbClr val="1369B2"/>
                </a:solidFill>
                <a:latin typeface="微软雅黑" panose="020B0503020204020204" pitchFamily="34" charset="-122"/>
                <a:ea typeface="微软雅黑" panose="020B0503020204020204" pitchFamily="34" charset="-122"/>
                <a:cs typeface="+mn-ea"/>
              </a:rPr>
              <a:t>方法的参数。</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6.2.2	简单数据类型绑定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4150995" y="1125220"/>
            <a:ext cx="4338320" cy="553085"/>
          </a:xfrm>
          <a:prstGeom prst="rect">
            <a:avLst/>
          </a:prstGeom>
          <a:noFill/>
          <a:ln w="9525">
            <a:noFill/>
          </a:ln>
        </p:spPr>
        <p:txBody>
          <a:bodyPr wrap="square">
            <a:spAutoFit/>
          </a:bodyPr>
          <a:p>
            <a:pPr algn="just">
              <a:lnSpc>
                <a:spcPct val="150000"/>
              </a:lnSpc>
              <a:buClrTx/>
              <a:buSzTx/>
              <a:buFontTx/>
            </a:pPr>
            <a:r>
              <a:rPr lang="zh-CN" altLang="zh-CN" sz="2000" b="0" dirty="0">
                <a:solidFill>
                  <a:srgbClr val="595959"/>
                </a:solidFill>
                <a:latin typeface="微软雅黑" panose="020B0503020204020204" pitchFamily="34" charset="-122"/>
                <a:ea typeface="微软雅黑" panose="020B0503020204020204" pitchFamily="34" charset="-122"/>
              </a:rPr>
              <a:t> @RequestParam注解的属性</a:t>
            </a:r>
            <a:endParaRPr lang="zh-CN" altLang="zh-CN" sz="2000" b="0" dirty="0">
              <a:solidFill>
                <a:srgbClr val="595959"/>
              </a:solidFill>
              <a:latin typeface="微软雅黑" panose="020B0503020204020204" pitchFamily="34" charset="-122"/>
              <a:ea typeface="微软雅黑" panose="020B0503020204020204" pitchFamily="34" charset="-122"/>
            </a:endParaRPr>
          </a:p>
        </p:txBody>
      </p:sp>
      <p:graphicFrame>
        <p:nvGraphicFramePr>
          <p:cNvPr id="3" name="表格 2"/>
          <p:cNvGraphicFramePr/>
          <p:nvPr>
            <p:custDataLst>
              <p:tags r:id="rId1"/>
            </p:custDataLst>
          </p:nvPr>
        </p:nvGraphicFramePr>
        <p:xfrm>
          <a:off x="966470" y="1867535"/>
          <a:ext cx="10469245" cy="3711575"/>
        </p:xfrm>
        <a:graphic>
          <a:graphicData uri="http://schemas.openxmlformats.org/drawingml/2006/table">
            <a:tbl>
              <a:tblPr/>
              <a:tblGrid>
                <a:gridCol w="3044190"/>
                <a:gridCol w="7425055"/>
              </a:tblGrid>
              <a:tr h="457835">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属性</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说明</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1626870">
                <a:tc>
                  <a:txBody>
                    <a:bodyPr/>
                    <a:p>
                      <a:pPr algn="ctr">
                        <a:lnSpc>
                          <a:spcPct val="130000"/>
                        </a:lnSpc>
                        <a:buClrTx/>
                        <a:buSzTx/>
                        <a:buFontTx/>
                        <a:buNone/>
                      </a:pPr>
                      <a:r>
                        <a:rPr lang="zh-CN" altLang="en-US" sz="1800" b="0" dirty="0">
                          <a:solidFill>
                            <a:schemeClr val="tx1">
                              <a:lumMod val="50000"/>
                              <a:lumOff val="50000"/>
                            </a:schemeClr>
                          </a:solidFill>
                          <a:latin typeface="微软雅黑" panose="020B0503020204020204" pitchFamily="34" charset="-122"/>
                          <a:ea typeface="微软雅黑" panose="020B0503020204020204" pitchFamily="34" charset="-122"/>
                        </a:rPr>
                        <a:t>value</a:t>
                      </a:r>
                      <a:endParaRPr lang="zh-CN" altLang="en-US" sz="1800" b="0" dirty="0">
                        <a:solidFill>
                          <a:schemeClr val="tx1">
                            <a:lumMod val="50000"/>
                            <a:lumOff val="50000"/>
                          </a:schemeClr>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30000"/>
                        </a:lnSpc>
                        <a:buClrTx/>
                        <a:buSzTx/>
                        <a:buFontTx/>
                        <a:buNone/>
                      </a:pPr>
                      <a:r>
                        <a:rPr lang="zh-CN" altLang="en-US" sz="1800" b="0" dirty="0">
                          <a:solidFill>
                            <a:schemeClr val="tx1">
                              <a:lumMod val="50000"/>
                              <a:lumOff val="50000"/>
                            </a:schemeClr>
                          </a:solidFill>
                          <a:latin typeface="微软雅黑" panose="020B0503020204020204" pitchFamily="34" charset="-122"/>
                          <a:ea typeface="微软雅黑" panose="020B0503020204020204" pitchFamily="34" charset="-122"/>
                        </a:rPr>
                        <a:t>用于指定要绑定的请求参数的名称，例如，@RequestParam(</a:t>
                      </a:r>
                      <a:r>
                        <a:rPr lang="en-US" altLang="zh-CN" sz="1800" b="0" dirty="0">
                          <a:solidFill>
                            <a:schemeClr val="tx1">
                              <a:lumMod val="50000"/>
                              <a:lumOff val="50000"/>
                            </a:schemeClr>
                          </a:solidFill>
                          <a:latin typeface="微软雅黑" panose="020B0503020204020204" pitchFamily="34" charset="-122"/>
                          <a:ea typeface="微软雅黑" panose="020B0503020204020204" pitchFamily="34" charset="-122"/>
                        </a:rPr>
                        <a:t>value</a:t>
                      </a:r>
                      <a:r>
                        <a:rPr lang="zh-CN" altLang="en-US" sz="1800" b="0" dirty="0">
                          <a:solidFill>
                            <a:schemeClr val="tx1">
                              <a:lumMod val="50000"/>
                              <a:lumOff val="50000"/>
                            </a:schemeClr>
                          </a:solidFill>
                          <a:latin typeface="微软雅黑" panose="020B0503020204020204" pitchFamily="34" charset="-122"/>
                          <a:ea typeface="微软雅黑" panose="020B0503020204020204" pitchFamily="34" charset="-122"/>
                        </a:rPr>
                        <a:t>= "userId") String id，表示将请求中参数userId的值绑定到处理器方法的 id 参数上。如果当前@RequestParam注解只使用vaule属性，则可以省略value属性名，如@RequestParam("userId")</a:t>
                      </a:r>
                      <a:endParaRPr lang="zh-CN" altLang="en-US" sz="1800" b="0" dirty="0">
                        <a:solidFill>
                          <a:schemeClr val="tx1">
                            <a:lumMod val="50000"/>
                            <a:lumOff val="50000"/>
                          </a:schemeClr>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07035">
                <a:tc>
                  <a:txBody>
                    <a:bodyPr/>
                    <a:p>
                      <a:pPr algn="ctr">
                        <a:lnSpc>
                          <a:spcPct val="130000"/>
                        </a:lnSpc>
                        <a:buClrTx/>
                        <a:buSzTx/>
                        <a:buFontTx/>
                        <a:buNone/>
                      </a:pPr>
                      <a:r>
                        <a:rPr lang="zh-CN" altLang="en-US" sz="1800" b="0" dirty="0">
                          <a:solidFill>
                            <a:schemeClr val="tx1">
                              <a:lumMod val="50000"/>
                              <a:lumOff val="50000"/>
                            </a:schemeClr>
                          </a:solidFill>
                          <a:latin typeface="微软雅黑" panose="020B0503020204020204" pitchFamily="34" charset="-122"/>
                          <a:ea typeface="微软雅黑" panose="020B0503020204020204" pitchFamily="34" charset="-122"/>
                        </a:rPr>
                        <a:t>name</a:t>
                      </a:r>
                      <a:endParaRPr lang="zh-CN" altLang="en-US" sz="1800" b="0" dirty="0">
                        <a:solidFill>
                          <a:schemeClr val="tx1">
                            <a:lumMod val="50000"/>
                            <a:lumOff val="50000"/>
                          </a:schemeClr>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30000"/>
                        </a:lnSpc>
                        <a:buClrTx/>
                        <a:buSzTx/>
                        <a:buFontTx/>
                        <a:buNone/>
                      </a:pPr>
                      <a:r>
                        <a:rPr lang="zh-CN" altLang="en-US" sz="1800" b="0" dirty="0">
                          <a:solidFill>
                            <a:schemeClr val="tx1">
                              <a:lumMod val="50000"/>
                              <a:lumOff val="50000"/>
                            </a:schemeClr>
                          </a:solidFill>
                          <a:latin typeface="微软雅黑" panose="020B0503020204020204" pitchFamily="34" charset="-122"/>
                          <a:ea typeface="微软雅黑" panose="020B0503020204020204" pitchFamily="34" charset="-122"/>
                        </a:rPr>
                        <a:t>与value属性作用一致</a:t>
                      </a:r>
                      <a:endParaRPr lang="zh-CN" altLang="en-US" sz="1800" b="0" dirty="0">
                        <a:solidFill>
                          <a:schemeClr val="tx1">
                            <a:lumMod val="50000"/>
                            <a:lumOff val="50000"/>
                          </a:schemeClr>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06400">
                <a:tc>
                  <a:txBody>
                    <a:bodyPr/>
                    <a:p>
                      <a:pPr algn="ctr">
                        <a:lnSpc>
                          <a:spcPct val="130000"/>
                        </a:lnSpc>
                        <a:buClrTx/>
                        <a:buSzTx/>
                        <a:buFontTx/>
                        <a:buNone/>
                      </a:pPr>
                      <a:r>
                        <a:rPr lang="zh-CN" altLang="en-US" sz="1800" b="0" dirty="0">
                          <a:solidFill>
                            <a:schemeClr val="tx1">
                              <a:lumMod val="50000"/>
                              <a:lumOff val="50000"/>
                            </a:schemeClr>
                          </a:solidFill>
                          <a:latin typeface="微软雅黑" panose="020B0503020204020204" pitchFamily="34" charset="-122"/>
                          <a:ea typeface="微软雅黑" panose="020B0503020204020204" pitchFamily="34" charset="-122"/>
                        </a:rPr>
                        <a:t>required</a:t>
                      </a:r>
                      <a:endParaRPr lang="zh-CN" altLang="en-US" sz="1800" b="0" dirty="0">
                        <a:solidFill>
                          <a:schemeClr val="tx1">
                            <a:lumMod val="50000"/>
                            <a:lumOff val="50000"/>
                          </a:schemeClr>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30000"/>
                        </a:lnSpc>
                        <a:buClrTx/>
                        <a:buSzTx/>
                        <a:buFontTx/>
                        <a:buNone/>
                      </a:pPr>
                      <a:r>
                        <a:rPr lang="zh-CN" altLang="en-US" sz="1800" b="0" dirty="0">
                          <a:solidFill>
                            <a:schemeClr val="tx1">
                              <a:lumMod val="50000"/>
                              <a:lumOff val="50000"/>
                            </a:schemeClr>
                          </a:solidFill>
                          <a:latin typeface="微软雅黑" panose="020B0503020204020204" pitchFamily="34" charset="-122"/>
                          <a:ea typeface="微软雅黑" panose="020B0503020204020204" pitchFamily="34" charset="-122"/>
                        </a:rPr>
                        <a:t>用于指定参数是否必须，默认是true，表示请求中一定要有相应的参数</a:t>
                      </a:r>
                      <a:endParaRPr lang="zh-CN" altLang="en-US" sz="1800" b="0" dirty="0">
                        <a:solidFill>
                          <a:schemeClr val="tx1">
                            <a:lumMod val="50000"/>
                            <a:lumOff val="50000"/>
                          </a:schemeClr>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813435">
                <a:tc>
                  <a:txBody>
                    <a:bodyPr/>
                    <a:p>
                      <a:pPr algn="ctr">
                        <a:lnSpc>
                          <a:spcPct val="130000"/>
                        </a:lnSpc>
                        <a:buClrTx/>
                        <a:buSzTx/>
                        <a:buFontTx/>
                        <a:buNone/>
                      </a:pPr>
                      <a:r>
                        <a:rPr lang="zh-CN" altLang="en-US" sz="1800" b="0" dirty="0">
                          <a:solidFill>
                            <a:schemeClr val="tx1">
                              <a:lumMod val="50000"/>
                              <a:lumOff val="50000"/>
                            </a:schemeClr>
                          </a:solidFill>
                          <a:latin typeface="微软雅黑" panose="020B0503020204020204" pitchFamily="34" charset="-122"/>
                          <a:ea typeface="微软雅黑" panose="020B0503020204020204" pitchFamily="34" charset="-122"/>
                        </a:rPr>
                        <a:t>defaultValue</a:t>
                      </a:r>
                      <a:endParaRPr lang="zh-CN" altLang="en-US" sz="1800" b="0" dirty="0">
                        <a:solidFill>
                          <a:schemeClr val="tx1">
                            <a:lumMod val="50000"/>
                            <a:lumOff val="50000"/>
                          </a:schemeClr>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lnSpc>
                          <a:spcPct val="130000"/>
                        </a:lnSpc>
                        <a:buClrTx/>
                        <a:buSzTx/>
                        <a:buFontTx/>
                        <a:buNone/>
                      </a:pPr>
                      <a:r>
                        <a:rPr lang="zh-CN" altLang="en-US" sz="1800" b="0" dirty="0">
                          <a:solidFill>
                            <a:schemeClr val="tx1">
                              <a:lumMod val="50000"/>
                              <a:lumOff val="50000"/>
                            </a:schemeClr>
                          </a:solidFill>
                          <a:latin typeface="微软雅黑" panose="020B0503020204020204" pitchFamily="34" charset="-122"/>
                          <a:ea typeface="微软雅黑" panose="020B0503020204020204" pitchFamily="34" charset="-122"/>
                        </a:rPr>
                        <a:t>当请求中不包含对应的参数，并且 required 属性设置为 false 时，用于指定参数的默认值</a:t>
                      </a:r>
                      <a:endParaRPr lang="zh-CN" altLang="en-US" sz="1800" b="0" dirty="0">
                        <a:solidFill>
                          <a:schemeClr val="tx1">
                            <a:lumMod val="50000"/>
                            <a:lumOff val="50000"/>
                          </a:schemeClr>
                        </a:solidFill>
                        <a:latin typeface="微软雅黑" panose="020B0503020204020204" pitchFamily="34" charset="-122"/>
                        <a:ea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6.2.2	简单数据类型绑定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461770"/>
            <a:ext cx="10335895"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@RequestParam注解的使用相对简单，假设在浏览器中向地址http://localhost:8080/chapter06/</a:t>
            </a:r>
            <a:r>
              <a:rPr lang="zh-CN" altLang="zh-CN" sz="2000" dirty="0">
                <a:solidFill>
                  <a:srgbClr val="595959"/>
                </a:solidFill>
                <a:latin typeface="微软雅黑" panose="020B0503020204020204" pitchFamily="34" charset="-122"/>
                <a:ea typeface="微软雅黑" panose="020B0503020204020204" pitchFamily="34" charset="-122"/>
                <a:sym typeface="+mn-ea"/>
              </a:rPr>
              <a:t>getSpacecraft</a:t>
            </a:r>
            <a:r>
              <a:rPr lang="zh-CN" altLang="zh-CN" sz="2000" dirty="0">
                <a:solidFill>
                  <a:srgbClr val="595959"/>
                </a:solidFill>
                <a:latin typeface="微软雅黑" panose="020B0503020204020204" pitchFamily="34" charset="-122"/>
                <a:ea typeface="微软雅黑" panose="020B0503020204020204" pitchFamily="34" charset="-122"/>
              </a:rPr>
              <a:t>?nm=Spring发起请求，可以在</a:t>
            </a:r>
            <a:r>
              <a:rPr lang="zh-CN" altLang="zh-CN" sz="2000" dirty="0">
                <a:solidFill>
                  <a:srgbClr val="595959"/>
                </a:solidFill>
                <a:latin typeface="微软雅黑" panose="020B0503020204020204" pitchFamily="34" charset="-122"/>
                <a:ea typeface="微软雅黑" panose="020B0503020204020204" pitchFamily="34" charset="-122"/>
                <a:sym typeface="+mn-ea"/>
              </a:rPr>
              <a:t>getSpacecraft</a:t>
            </a:r>
            <a:r>
              <a:rPr lang="zh-CN" altLang="zh-CN" sz="2000" dirty="0">
                <a:solidFill>
                  <a:srgbClr val="595959"/>
                </a:solidFill>
                <a:latin typeface="微软雅黑" panose="020B0503020204020204" pitchFamily="34" charset="-122"/>
                <a:ea typeface="微软雅黑" panose="020B0503020204020204" pitchFamily="34" charset="-122"/>
              </a:rPr>
              <a:t>()方法中使用</a:t>
            </a:r>
            <a:r>
              <a:rPr lang="zh-CN" altLang="en-US" sz="2000" dirty="0">
                <a:solidFill>
                  <a:srgbClr val="1369B2"/>
                </a:solidFill>
                <a:latin typeface="微软雅黑" panose="020B0503020204020204" pitchFamily="34" charset="-122"/>
                <a:ea typeface="微软雅黑" panose="020B0503020204020204" pitchFamily="34" charset="-122"/>
                <a:cs typeface="+mn-ea"/>
              </a:rPr>
              <a:t>@RequestParam注解标注参数</a:t>
            </a:r>
            <a:r>
              <a:rPr lang="zh-CN" altLang="zh-CN" sz="2000" dirty="0">
                <a:solidFill>
                  <a:srgbClr val="595959"/>
                </a:solidFill>
                <a:latin typeface="微软雅黑" panose="020B0503020204020204" pitchFamily="34" charset="-122"/>
                <a:ea typeface="微软雅黑" panose="020B0503020204020204" pitchFamily="34" charset="-122"/>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5" name="矩形 4"/>
          <p:cNvSpPr/>
          <p:nvPr>
            <p:custDataLst>
              <p:tags r:id="rId2"/>
            </p:custDataLst>
          </p:nvPr>
        </p:nvSpPr>
        <p:spPr>
          <a:xfrm>
            <a:off x="967740" y="3123565"/>
            <a:ext cx="10337800" cy="23202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8" name="矩形 7"/>
          <p:cNvSpPr/>
          <p:nvPr>
            <p:custDataLst>
              <p:tags r:id="rId3"/>
            </p:custDataLst>
          </p:nvPr>
        </p:nvSpPr>
        <p:spPr>
          <a:xfrm>
            <a:off x="1489710" y="3155950"/>
            <a:ext cx="9533890" cy="2292350"/>
          </a:xfrm>
          <a:prstGeom prst="rect">
            <a:avLst/>
          </a:prstGeom>
        </p:spPr>
        <p:txBody>
          <a:bodyPr wrap="square">
            <a:noAutofit/>
          </a:bodyPr>
          <a:p>
            <a:pPr algn="l">
              <a:lnSpc>
                <a:spcPct val="150000"/>
              </a:lnSpc>
              <a:defRPr/>
            </a:pPr>
            <a:r>
              <a:rPr sz="1800">
                <a:latin typeface="Courier New" panose="02070409020205090404" pitchFamily="49" charset="0"/>
                <a:sym typeface="+mn-ea"/>
              </a:rPr>
              <a:t>@RequestMapping("/getSpacecraft")</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public void getSpacecraft(@RequestParam(value="nm",</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     required = false,defaultValue = "天宫二号")String name){</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	System.out.println("航天器名称："+name);</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6.2.2	简单数据类型绑定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461770"/>
            <a:ext cx="1033589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当请求的映射方式是</a:t>
            </a:r>
            <a:r>
              <a:rPr lang="zh-CN" altLang="en-US" sz="2000" dirty="0">
                <a:solidFill>
                  <a:srgbClr val="1369B2"/>
                </a:solidFill>
                <a:latin typeface="微软雅黑" panose="020B0503020204020204" pitchFamily="34" charset="-122"/>
                <a:ea typeface="微软雅黑" panose="020B0503020204020204" pitchFamily="34" charset="-122"/>
                <a:cs typeface="+mn-ea"/>
              </a:rPr>
              <a:t>REST风格</a:t>
            </a:r>
            <a:r>
              <a:rPr lang="zh-CN" altLang="zh-CN" sz="2000" dirty="0">
                <a:solidFill>
                  <a:srgbClr val="595959"/>
                </a:solidFill>
                <a:latin typeface="微软雅黑" panose="020B0503020204020204" pitchFamily="34" charset="-122"/>
                <a:ea typeface="微软雅黑" panose="020B0503020204020204" pitchFamily="34" charset="-122"/>
              </a:rPr>
              <a:t>时，上述对简单类型数据绑定的方式就不太适用。为此，Spring MVC提供了</a:t>
            </a:r>
            <a:r>
              <a:rPr lang="zh-CN" altLang="en-US" sz="2000" dirty="0">
                <a:solidFill>
                  <a:srgbClr val="1369B2"/>
                </a:solidFill>
                <a:latin typeface="微软雅黑" panose="020B0503020204020204" pitchFamily="34" charset="-122"/>
                <a:ea typeface="微软雅黑" panose="020B0503020204020204" pitchFamily="34" charset="-122"/>
                <a:cs typeface="+mn-ea"/>
              </a:rPr>
              <a:t>@PathVariable注解</a:t>
            </a:r>
            <a:r>
              <a:rPr lang="zh-CN" altLang="zh-CN" sz="2000" dirty="0">
                <a:solidFill>
                  <a:srgbClr val="595959"/>
                </a:solidFill>
                <a:latin typeface="微软雅黑" panose="020B0503020204020204" pitchFamily="34" charset="-122"/>
                <a:ea typeface="微软雅黑" panose="020B0503020204020204" pitchFamily="34" charset="-122"/>
              </a:rPr>
              <a:t>，通过@PathVariable注解可以将</a:t>
            </a:r>
            <a:r>
              <a:rPr lang="zh-CN" altLang="en-US" sz="2000" dirty="0">
                <a:solidFill>
                  <a:srgbClr val="1369B2"/>
                </a:solidFill>
                <a:latin typeface="微软雅黑" panose="020B0503020204020204" pitchFamily="34" charset="-122"/>
                <a:ea typeface="微软雅黑" panose="020B0503020204020204" pitchFamily="34" charset="-122"/>
                <a:cs typeface="+mn-ea"/>
              </a:rPr>
              <a:t>URL中占位符参数绑定到处理器方法的参数中</a:t>
            </a:r>
            <a:r>
              <a:rPr lang="zh-CN" altLang="zh-CN" sz="2000" dirty="0">
                <a:solidFill>
                  <a:srgbClr val="595959"/>
                </a:solidFill>
                <a:latin typeface="微软雅黑" panose="020B0503020204020204" pitchFamily="34" charset="-122"/>
                <a:ea typeface="微软雅黑" panose="020B0503020204020204" pitchFamily="34" charset="-122"/>
              </a:rPr>
              <a:t>。@PathVariable注解有以下两个常用属性。</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①　value：用于指定URL中</a:t>
            </a:r>
            <a:r>
              <a:rPr lang="zh-CN" altLang="en-US" sz="2000" dirty="0">
                <a:solidFill>
                  <a:srgbClr val="1369B2"/>
                </a:solidFill>
                <a:latin typeface="微软雅黑" panose="020B0503020204020204" pitchFamily="34" charset="-122"/>
                <a:ea typeface="微软雅黑" panose="020B0503020204020204" pitchFamily="34" charset="-122"/>
                <a:cs typeface="+mn-ea"/>
              </a:rPr>
              <a:t>占位符名称</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②　required：</a:t>
            </a:r>
            <a:r>
              <a:rPr lang="zh-CN" altLang="en-US" sz="2000" dirty="0">
                <a:solidFill>
                  <a:srgbClr val="1369B2"/>
                </a:solidFill>
                <a:latin typeface="微软雅黑" panose="020B0503020204020204" pitchFamily="34" charset="-122"/>
                <a:ea typeface="微软雅黑" panose="020B0503020204020204" pitchFamily="34" charset="-122"/>
                <a:cs typeface="+mn-ea"/>
              </a:rPr>
              <a:t>是否必须</a:t>
            </a:r>
            <a:r>
              <a:rPr lang="zh-CN" altLang="zh-CN" sz="2000" dirty="0">
                <a:solidFill>
                  <a:srgbClr val="595959"/>
                </a:solidFill>
                <a:latin typeface="微软雅黑" panose="020B0503020204020204" pitchFamily="34" charset="-122"/>
                <a:ea typeface="微软雅黑" panose="020B0503020204020204" pitchFamily="34" charset="-122"/>
              </a:rPr>
              <a:t>提供占位符，默认值为true。</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6.2.2	简单数据类型绑定</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389232"/>
                <a:ext cx="342138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hlinkClick r:id="rId5"/>
                  </a:rPr>
                  <a:t>getPathVariable( )方法</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5" name="文本框 4"/>
          <p:cNvSpPr txBox="1"/>
          <p:nvPr>
            <p:custDataLst>
              <p:tags r:id="rId11"/>
            </p:custDataLst>
          </p:nvPr>
        </p:nvSpPr>
        <p:spPr>
          <a:xfrm>
            <a:off x="1049020" y="1077595"/>
            <a:ext cx="10295890" cy="1337945"/>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下面通过案例对请求的映射方式是</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REST风格</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时，</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简单数据类型绑定</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进行演示。在文件6-2中新增一个</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处理方法getPathVariable( )</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，在该方法中使用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@PathVariable注解</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进行</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数据绑定</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，具体代码如下所示。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6.2.2	简单数据类型绑定</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custDataLst>
              <p:tags r:id="rId2"/>
            </p:custDataLst>
          </p:nvPr>
        </p:nvSpPr>
        <p:spPr>
          <a:xfrm>
            <a:off x="1049020" y="1292860"/>
            <a:ext cx="10295890" cy="922020"/>
          </a:xfrm>
          <a:prstGeom prst="rect">
            <a:avLst/>
          </a:prstGeom>
          <a:noFill/>
          <a:ln w="9525">
            <a:noFill/>
          </a:ln>
        </p:spPr>
        <p:txBody>
          <a:bodyPr wrap="square">
            <a:spAutoFit/>
          </a:bodyPr>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启动项目，在浏览器中访问地址http://localhost:8080/chapter06/space/天问一号，控制台输出信息如下图所示。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2147482581"/>
          <p:cNvPicPr>
            <a:picLocks noChangeAspect="1"/>
          </p:cNvPicPr>
          <p:nvPr>
            <p:custDataLst>
              <p:tags r:id="rId3"/>
            </p:custDataLst>
          </p:nvPr>
        </p:nvPicPr>
        <p:blipFill>
          <a:blip r:embed="rId4"/>
          <a:stretch>
            <a:fillRect/>
          </a:stretch>
        </p:blipFill>
        <p:spPr>
          <a:xfrm>
            <a:off x="1198880" y="2853373"/>
            <a:ext cx="10192125" cy="2142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6.2.3	POJO类型绑定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l">
              <a:lnSpc>
                <a:spcPct val="15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en-US" altLang="zh-CN" dirty="0">
                <a:solidFill>
                  <a:schemeClr val="accent1"/>
                </a:solidFill>
                <a:latin typeface="微软雅黑" panose="020B0503020204020204" pitchFamily="34" charset="-122"/>
                <a:ea typeface="微软雅黑" panose="020B0503020204020204" pitchFamily="34" charset="-122"/>
                <a:cs typeface="+mn-ea"/>
                <a:sym typeface="+mn-lt"/>
              </a:rPr>
              <a:t>POJO</a:t>
            </a:r>
            <a:r>
              <a:rPr lang="zh-CN" altLang="en-US" dirty="0">
                <a:solidFill>
                  <a:schemeClr val="accent1"/>
                </a:solidFill>
                <a:latin typeface="微软雅黑" panose="020B0503020204020204" pitchFamily="34" charset="-122"/>
                <a:ea typeface="微软雅黑" panose="020B0503020204020204" pitchFamily="34" charset="-122"/>
                <a:cs typeface="+mn-ea"/>
                <a:sym typeface="+mn-lt"/>
              </a:rPr>
              <a:t>类型绑定</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数据绑定</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，能够使用</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POJO</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类型</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进行数据绑定</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6.2.3	POJO类型绑定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390015"/>
            <a:ext cx="1033589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在使用简单数据类型绑定时，可以很容易地根据具体需求来定义方法中的参数类型和个数，然而在实际应用中，请求可能需要</a:t>
            </a:r>
            <a:r>
              <a:rPr lang="zh-CN" altLang="en-US" sz="2000" dirty="0">
                <a:solidFill>
                  <a:srgbClr val="1369B2"/>
                </a:solidFill>
                <a:latin typeface="微软雅黑" panose="020B0503020204020204" pitchFamily="34" charset="-122"/>
                <a:ea typeface="微软雅黑" panose="020B0503020204020204" pitchFamily="34" charset="-122"/>
                <a:cs typeface="+mn-ea"/>
              </a:rPr>
              <a:t>传递多个不同类型的参数数据</a:t>
            </a:r>
            <a:r>
              <a:rPr lang="zh-CN" altLang="zh-CN" sz="2000" dirty="0">
                <a:solidFill>
                  <a:srgbClr val="595959"/>
                </a:solidFill>
                <a:latin typeface="微软雅黑" panose="020B0503020204020204" pitchFamily="34" charset="-122"/>
                <a:ea typeface="微软雅黑" panose="020B0503020204020204" pitchFamily="34" charset="-122"/>
              </a:rPr>
              <a:t>，如果还使用简单数据类型进行绑定，那么就需要手动编写</a:t>
            </a:r>
            <a:r>
              <a:rPr lang="zh-CN" altLang="en-US" sz="2000" dirty="0">
                <a:solidFill>
                  <a:srgbClr val="1369B2"/>
                </a:solidFill>
                <a:latin typeface="微软雅黑" panose="020B0503020204020204" pitchFamily="34" charset="-122"/>
                <a:ea typeface="微软雅黑" panose="020B0503020204020204" pitchFamily="34" charset="-122"/>
                <a:cs typeface="+mn-ea"/>
              </a:rPr>
              <a:t>多个不同类型的参数</a:t>
            </a:r>
            <a:r>
              <a:rPr lang="zh-CN" altLang="zh-CN" sz="2000" dirty="0">
                <a:solidFill>
                  <a:srgbClr val="595959"/>
                </a:solidFill>
                <a:latin typeface="微软雅黑" panose="020B0503020204020204" pitchFamily="34" charset="-122"/>
                <a:ea typeface="微软雅黑" panose="020B0503020204020204" pitchFamily="34" charset="-122"/>
              </a:rPr>
              <a:t>，这种操作显然比较</a:t>
            </a:r>
            <a:r>
              <a:rPr lang="zh-CN" altLang="en-US" sz="2000" dirty="0">
                <a:solidFill>
                  <a:srgbClr val="1369B2"/>
                </a:solidFill>
                <a:latin typeface="微软雅黑" panose="020B0503020204020204" pitchFamily="34" charset="-122"/>
                <a:ea typeface="微软雅黑" panose="020B0503020204020204" pitchFamily="34" charset="-122"/>
                <a:cs typeface="+mn-ea"/>
              </a:rPr>
              <a:t>烦琐</a:t>
            </a:r>
            <a:r>
              <a:rPr lang="zh-CN" altLang="zh-CN" sz="2000" dirty="0">
                <a:solidFill>
                  <a:srgbClr val="595959"/>
                </a:solidFill>
                <a:latin typeface="微软雅黑" panose="020B0503020204020204" pitchFamily="34" charset="-122"/>
                <a:ea typeface="微软雅黑" panose="020B0503020204020204" pitchFamily="34" charset="-122"/>
              </a:rPr>
              <a:t>。为解决这个问题，可以使用</a:t>
            </a:r>
            <a:r>
              <a:rPr lang="zh-CN" altLang="en-US" sz="2000" dirty="0">
                <a:solidFill>
                  <a:srgbClr val="1369B2"/>
                </a:solidFill>
                <a:latin typeface="微软雅黑" panose="020B0503020204020204" pitchFamily="34" charset="-122"/>
                <a:ea typeface="微软雅黑" panose="020B0503020204020204" pitchFamily="34" charset="-122"/>
                <a:cs typeface="+mn-ea"/>
              </a:rPr>
              <a:t>POJO</a:t>
            </a:r>
            <a:r>
              <a:rPr lang="zh-CN" altLang="zh-CN" sz="2000" dirty="0">
                <a:solidFill>
                  <a:srgbClr val="595959"/>
                </a:solidFill>
                <a:latin typeface="微软雅黑" panose="020B0503020204020204" pitchFamily="34" charset="-122"/>
                <a:ea typeface="微软雅黑" panose="020B0503020204020204" pitchFamily="34" charset="-122"/>
              </a:rPr>
              <a:t>（Plain Ordinary Java Object，简单Java对象）</a:t>
            </a:r>
            <a:r>
              <a:rPr lang="zh-CN" altLang="en-US" sz="2000" dirty="0">
                <a:solidFill>
                  <a:srgbClr val="1369B2"/>
                </a:solidFill>
                <a:latin typeface="微软雅黑" panose="020B0503020204020204" pitchFamily="34" charset="-122"/>
                <a:ea typeface="微软雅黑" panose="020B0503020204020204" pitchFamily="34" charset="-122"/>
                <a:cs typeface="+mn-ea"/>
              </a:rPr>
              <a:t>类型</a:t>
            </a:r>
            <a:r>
              <a:rPr lang="zh-CN" altLang="zh-CN" sz="2000" dirty="0">
                <a:solidFill>
                  <a:srgbClr val="595959"/>
                </a:solidFill>
                <a:latin typeface="微软雅黑" panose="020B0503020204020204" pitchFamily="34" charset="-122"/>
                <a:ea typeface="微软雅黑" panose="020B0503020204020204" pitchFamily="34" charset="-122"/>
              </a:rPr>
              <a:t>进行</a:t>
            </a:r>
            <a:r>
              <a:rPr lang="zh-CN" altLang="en-US" sz="2000" dirty="0">
                <a:solidFill>
                  <a:srgbClr val="1369B2"/>
                </a:solidFill>
                <a:latin typeface="微软雅黑" panose="020B0503020204020204" pitchFamily="34" charset="-122"/>
                <a:ea typeface="微软雅黑" panose="020B0503020204020204" pitchFamily="34" charset="-122"/>
                <a:cs typeface="+mn-ea"/>
              </a:rPr>
              <a:t>数据绑定</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6.2.3	POJO类型绑定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390015"/>
            <a:ext cx="10335895" cy="3352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POJO类型的数据绑定指的是将请求中的</a:t>
            </a:r>
            <a:r>
              <a:rPr lang="zh-CN" altLang="en-US" sz="2000" dirty="0">
                <a:solidFill>
                  <a:srgbClr val="1369B2"/>
                </a:solidFill>
                <a:latin typeface="微软雅黑" panose="020B0503020204020204" pitchFamily="34" charset="-122"/>
                <a:ea typeface="微软雅黑" panose="020B0503020204020204" pitchFamily="34" charset="-122"/>
                <a:cs typeface="+mn-ea"/>
              </a:rPr>
              <a:t>多个参数</a:t>
            </a:r>
            <a:r>
              <a:rPr lang="zh-CN" altLang="zh-CN" sz="2000" dirty="0">
                <a:solidFill>
                  <a:srgbClr val="595959"/>
                </a:solidFill>
                <a:latin typeface="微软雅黑" panose="020B0503020204020204" pitchFamily="34" charset="-122"/>
                <a:ea typeface="微软雅黑" panose="020B0503020204020204" pitchFamily="34" charset="-122"/>
              </a:rPr>
              <a:t>（如请求参数、表单数据等）绑定到</a:t>
            </a:r>
            <a:r>
              <a:rPr lang="zh-CN" altLang="en-US" sz="2000" dirty="0">
                <a:solidFill>
                  <a:srgbClr val="1369B2"/>
                </a:solidFill>
                <a:latin typeface="微软雅黑" panose="020B0503020204020204" pitchFamily="34" charset="-122"/>
                <a:ea typeface="微软雅黑" panose="020B0503020204020204" pitchFamily="34" charset="-122"/>
                <a:cs typeface="+mn-ea"/>
              </a:rPr>
              <a:t>处理器方法的一个POJO</a:t>
            </a:r>
            <a:r>
              <a:rPr lang="zh-CN" altLang="zh-CN" sz="2000" dirty="0">
                <a:solidFill>
                  <a:srgbClr val="595959"/>
                </a:solidFill>
                <a:latin typeface="微软雅黑" panose="020B0503020204020204" pitchFamily="34" charset="-122"/>
                <a:ea typeface="微软雅黑" panose="020B0503020204020204" pitchFamily="34" charset="-122"/>
              </a:rPr>
              <a:t>上。通过 POJO 类型的数据绑定，可以将</a:t>
            </a:r>
            <a:r>
              <a:rPr lang="zh-CN" altLang="en-US" sz="2000" dirty="0">
                <a:solidFill>
                  <a:srgbClr val="1369B2"/>
                </a:solidFill>
                <a:latin typeface="微软雅黑" panose="020B0503020204020204" pitchFamily="34" charset="-122"/>
                <a:ea typeface="微软雅黑" panose="020B0503020204020204" pitchFamily="34" charset="-122"/>
                <a:cs typeface="+mn-ea"/>
              </a:rPr>
              <a:t>请求的参数整合到一个Java对象</a:t>
            </a:r>
            <a:r>
              <a:rPr lang="zh-CN" altLang="zh-CN" sz="2000" dirty="0">
                <a:solidFill>
                  <a:srgbClr val="595959"/>
                </a:solidFill>
                <a:latin typeface="微软雅黑" panose="020B0503020204020204" pitchFamily="34" charset="-122"/>
                <a:ea typeface="微软雅黑" panose="020B0503020204020204" pitchFamily="34" charset="-122"/>
              </a:rPr>
              <a:t>中，简化了处理器方法对请求数据的处理。</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在POJO类型的数据绑定过程中，需要确保</a:t>
            </a:r>
            <a:r>
              <a:rPr lang="zh-CN" altLang="en-US" sz="2000" dirty="0">
                <a:solidFill>
                  <a:srgbClr val="1369B2"/>
                </a:solidFill>
                <a:latin typeface="微软雅黑" panose="020B0503020204020204" pitchFamily="34" charset="-122"/>
                <a:ea typeface="微软雅黑" panose="020B0503020204020204" pitchFamily="34" charset="-122"/>
                <a:cs typeface="+mn-ea"/>
              </a:rPr>
              <a:t>请求的参数名称</a:t>
            </a:r>
            <a:r>
              <a:rPr lang="zh-CN" altLang="zh-CN" sz="2000" dirty="0">
                <a:solidFill>
                  <a:srgbClr val="595959"/>
                </a:solidFill>
                <a:latin typeface="微软雅黑" panose="020B0503020204020204" pitchFamily="34" charset="-122"/>
                <a:ea typeface="微软雅黑" panose="020B0503020204020204" pitchFamily="34" charset="-122"/>
              </a:rPr>
              <a:t>与要</a:t>
            </a:r>
            <a:r>
              <a:rPr lang="zh-CN" altLang="en-US" sz="2000" dirty="0">
                <a:solidFill>
                  <a:srgbClr val="1369B2"/>
                </a:solidFill>
                <a:latin typeface="微软雅黑" panose="020B0503020204020204" pitchFamily="34" charset="-122"/>
                <a:ea typeface="微软雅黑" panose="020B0503020204020204" pitchFamily="34" charset="-122"/>
                <a:cs typeface="+mn-ea"/>
              </a:rPr>
              <a:t>绑定</a:t>
            </a:r>
            <a:r>
              <a:rPr lang="zh-CN" altLang="zh-CN" sz="2000" dirty="0">
                <a:solidFill>
                  <a:srgbClr val="595959"/>
                </a:solidFill>
                <a:latin typeface="微软雅黑" panose="020B0503020204020204" pitchFamily="34" charset="-122"/>
                <a:ea typeface="微软雅黑" panose="020B0503020204020204" pitchFamily="34" charset="-122"/>
              </a:rPr>
              <a:t>的</a:t>
            </a:r>
            <a:r>
              <a:rPr lang="zh-CN" altLang="en-US" sz="2000" dirty="0">
                <a:solidFill>
                  <a:srgbClr val="1369B2"/>
                </a:solidFill>
                <a:latin typeface="微软雅黑" panose="020B0503020204020204" pitchFamily="34" charset="-122"/>
                <a:ea typeface="微软雅黑" panose="020B0503020204020204" pitchFamily="34" charset="-122"/>
                <a:cs typeface="+mn-ea"/>
              </a:rPr>
              <a:t>POJO类</a:t>
            </a:r>
            <a:r>
              <a:rPr lang="zh-CN" altLang="zh-CN" sz="2000" dirty="0">
                <a:solidFill>
                  <a:srgbClr val="595959"/>
                </a:solidFill>
                <a:latin typeface="微软雅黑" panose="020B0503020204020204" pitchFamily="34" charset="-122"/>
                <a:ea typeface="微软雅黑" panose="020B0503020204020204" pitchFamily="34" charset="-122"/>
              </a:rPr>
              <a:t>中的</a:t>
            </a:r>
            <a:r>
              <a:rPr lang="zh-CN" altLang="en-US" sz="2000" dirty="0">
                <a:solidFill>
                  <a:srgbClr val="1369B2"/>
                </a:solidFill>
                <a:latin typeface="微软雅黑" panose="020B0503020204020204" pitchFamily="34" charset="-122"/>
                <a:ea typeface="微软雅黑" panose="020B0503020204020204" pitchFamily="34" charset="-122"/>
                <a:cs typeface="+mn-ea"/>
              </a:rPr>
              <a:t>属性名称保持一致</a:t>
            </a:r>
            <a:r>
              <a:rPr lang="zh-CN" altLang="zh-CN" sz="2000" dirty="0">
                <a:solidFill>
                  <a:srgbClr val="595959"/>
                </a:solidFill>
                <a:latin typeface="微软雅黑" panose="020B0503020204020204" pitchFamily="34" charset="-122"/>
                <a:ea typeface="微软雅黑" panose="020B0503020204020204" pitchFamily="34" charset="-122"/>
              </a:rPr>
              <a:t>。只有在参数名称与 POJO 类属性名称一致的情况下，Spring MVC才会自动将请求中的数据绑定到POJO对象的相应属性上。否则处理器方法中的POJO参数将</a:t>
            </a:r>
            <a:r>
              <a:rPr lang="zh-CN" altLang="en-US" sz="2000" dirty="0">
                <a:solidFill>
                  <a:srgbClr val="1369B2"/>
                </a:solidFill>
                <a:latin typeface="微软雅黑" panose="020B0503020204020204" pitchFamily="34" charset="-122"/>
                <a:ea typeface="微软雅黑" panose="020B0503020204020204" pitchFamily="34" charset="-122"/>
                <a:cs typeface="+mn-ea"/>
              </a:rPr>
              <a:t>无法获取</a:t>
            </a:r>
            <a:r>
              <a:rPr lang="zh-CN" altLang="zh-CN" sz="2000" dirty="0">
                <a:solidFill>
                  <a:srgbClr val="595959"/>
                </a:solidFill>
                <a:latin typeface="微软雅黑" panose="020B0503020204020204" pitchFamily="34" charset="-122"/>
                <a:ea typeface="微软雅黑" panose="020B0503020204020204" pitchFamily="34" charset="-122"/>
              </a:rPr>
              <a:t>到请求中的相应</a:t>
            </a:r>
            <a:r>
              <a:rPr lang="zh-CN" altLang="en-US" sz="2000" dirty="0">
                <a:solidFill>
                  <a:srgbClr val="1369B2"/>
                </a:solidFill>
                <a:latin typeface="微软雅黑" panose="020B0503020204020204" pitchFamily="34" charset="-122"/>
                <a:ea typeface="微软雅黑" panose="020B0503020204020204" pitchFamily="34" charset="-122"/>
                <a:cs typeface="+mn-ea"/>
              </a:rPr>
              <a:t>数据</a:t>
            </a:r>
            <a:r>
              <a:rPr lang="zh-CN" altLang="zh-CN" sz="2000" dirty="0">
                <a:solidFill>
                  <a:srgbClr val="595959"/>
                </a:solidFill>
                <a:latin typeface="微软雅黑" panose="020B0503020204020204" pitchFamily="34" charset="-122"/>
                <a:ea typeface="微软雅黑" panose="020B0503020204020204" pitchFamily="34" charset="-122"/>
              </a:rPr>
              <a:t>，其属性将被初始化为其</a:t>
            </a:r>
            <a:r>
              <a:rPr lang="zh-CN" altLang="en-US" sz="2000" dirty="0">
                <a:solidFill>
                  <a:srgbClr val="1369B2"/>
                </a:solidFill>
                <a:latin typeface="微软雅黑" panose="020B0503020204020204" pitchFamily="34" charset="-122"/>
                <a:ea typeface="微软雅黑" panose="020B0503020204020204" pitchFamily="34" charset="-122"/>
                <a:cs typeface="+mn-ea"/>
              </a:rPr>
              <a:t>默认值</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6.2.3	POJO类型绑定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文件6-3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hlinkClick r:id="rId5"/>
                  </a:rPr>
                  <a:t>Spacecraft .java</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5" name="文本框 4"/>
          <p:cNvSpPr txBox="1"/>
          <p:nvPr>
            <p:custDataLst>
              <p:tags r:id="rId11"/>
            </p:custDataLst>
          </p:nvPr>
        </p:nvSpPr>
        <p:spPr>
          <a:xfrm>
            <a:off x="1049020" y="1221105"/>
            <a:ext cx="10295890" cy="50673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下面通过案例演示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POJO类型的数据绑定</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 name="组合 1"/>
          <p:cNvGrpSpPr/>
          <p:nvPr/>
        </p:nvGrpSpPr>
        <p:grpSpPr>
          <a:xfrm>
            <a:off x="938530" y="1895475"/>
            <a:ext cx="2912110" cy="546735"/>
            <a:chOff x="901662" y="1797999"/>
            <a:chExt cx="1721506" cy="546735"/>
          </a:xfrm>
        </p:grpSpPr>
        <p:sp>
          <p:nvSpPr>
            <p:cNvPr id="3" name="矩形: 圆角 6"/>
            <p:cNvSpPr/>
            <p:nvPr>
              <p:custDataLst>
                <p:tags r:id="rId1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1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（1）创建POJO类</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14"/>
            </p:custDataLst>
          </p:nvPr>
        </p:nvSpPr>
        <p:spPr>
          <a:xfrm>
            <a:off x="993775" y="2457450"/>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在项目的src\main\java目录下，创建一个com.itheima.pojo包，在该包下创建一个</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Spacecraft 类</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用于封装</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航天器信息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，具体如文件6-3所示。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6.2.3	POJO类型绑定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389232"/>
                <a:ext cx="342138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hlinkClick r:id="rId5"/>
                  </a:rPr>
                  <a:t>launch( )方法</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grpSp>
        <p:nvGrpSpPr>
          <p:cNvPr id="2" name="组合 1"/>
          <p:cNvGrpSpPr/>
          <p:nvPr/>
        </p:nvGrpSpPr>
        <p:grpSpPr>
          <a:xfrm>
            <a:off x="938530" y="1249680"/>
            <a:ext cx="2912110" cy="546735"/>
            <a:chOff x="901662" y="1797999"/>
            <a:chExt cx="1721506" cy="546735"/>
          </a:xfrm>
        </p:grpSpPr>
        <p:sp>
          <p:nvSpPr>
            <p:cNvPr id="3" name="矩形: 圆角 6"/>
            <p:cNvSpPr/>
            <p:nvPr>
              <p:custDataLst>
                <p:tags r:id="rId11"/>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12"/>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（2）定义处理器方法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13"/>
            </p:custDataLst>
          </p:nvPr>
        </p:nvSpPr>
        <p:spPr>
          <a:xfrm>
            <a:off x="993775" y="1811655"/>
            <a:ext cx="10295890" cy="50673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在文件6-2的 </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SpaceController类中</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launch( )方法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接收航天器信息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，具体代码如下所示。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6.2.3	POJO类型绑定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249680"/>
            <a:ext cx="291211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1337945"/>
          </a:xfrm>
          <a:prstGeom prst="rect">
            <a:avLst/>
          </a:prstGeom>
          <a:noFill/>
          <a:ln w="9525">
            <a:noFill/>
          </a:ln>
        </p:spPr>
        <p:txBody>
          <a:bodyPr wrap="square">
            <a:spAutoFit/>
          </a:bodyPr>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在文件6-2的 </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SpaceController类中</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launch( )方法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接收航天器信息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，具体代码如下所示。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启动项目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Postman</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中填写测试数据</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模拟表单数据的发送</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，其中请求的HTTP方法为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POST</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，请求的URL为http://localhost:8080/chapter06/launch，携带的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表单参数</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包含</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id和name</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2147482580"/>
          <p:cNvPicPr>
            <a:picLocks noChangeAspect="1"/>
          </p:cNvPicPr>
          <p:nvPr>
            <p:custDataLst>
              <p:tags r:id="rId5"/>
            </p:custDataLst>
          </p:nvPr>
        </p:nvPicPr>
        <p:blipFill>
          <a:blip r:embed="rId6"/>
          <a:stretch>
            <a:fillRect/>
          </a:stretch>
        </p:blipFill>
        <p:spPr>
          <a:xfrm>
            <a:off x="1704340" y="3501073"/>
            <a:ext cx="8984311" cy="24624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6.2.3	POJO类型绑定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249680"/>
            <a:ext cx="291211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2026920"/>
            <a:ext cx="10295890" cy="506730"/>
          </a:xfrm>
          <a:prstGeom prst="rect">
            <a:avLst/>
          </a:prstGeom>
          <a:noFill/>
          <a:ln w="9525">
            <a:noFill/>
          </a:ln>
        </p:spPr>
        <p:txBody>
          <a:bodyPr wrap="square">
            <a:spAutoFit/>
          </a:bodyPr>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单击“Send”按钮发送请求，IDEA控制台输出信息如下图所示。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2147482579"/>
          <p:cNvPicPr>
            <a:picLocks noChangeAspect="1"/>
          </p:cNvPicPr>
          <p:nvPr>
            <p:custDataLst>
              <p:tags r:id="rId5"/>
            </p:custDataLst>
          </p:nvPr>
        </p:nvPicPr>
        <p:blipFill>
          <a:blip r:embed="rId6"/>
          <a:stretch>
            <a:fillRect/>
          </a:stretch>
        </p:blipFill>
        <p:spPr>
          <a:xfrm>
            <a:off x="1069975" y="2997835"/>
            <a:ext cx="10390630" cy="20988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6.2.4	自定义类型转换器</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782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l">
              <a:lnSpc>
                <a:spcPct val="15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自定义类型转换器</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的使用，能够使用自定义类型转换器实现</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日期的数据绑定</a:t>
            </a:r>
            <a:endPar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6.2.4	自定义类型转换器</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174750"/>
            <a:ext cx="10335895" cy="3352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Spring MVC默认提供了一些常用的类型转换器，这些类型转换器，可以将客户端提交的参数</a:t>
            </a:r>
            <a:r>
              <a:rPr lang="zh-CN" altLang="en-US" sz="2000" dirty="0">
                <a:solidFill>
                  <a:srgbClr val="595959"/>
                </a:solidFill>
                <a:latin typeface="微软雅黑" panose="020B0503020204020204" pitchFamily="34" charset="-122"/>
                <a:ea typeface="微软雅黑" panose="020B0503020204020204" pitchFamily="34" charset="-122"/>
              </a:rPr>
              <a:t>的数据类型自动转换为处理器方法参数的数据类型</a:t>
            </a:r>
            <a:r>
              <a:rPr lang="zh-CN" altLang="zh-CN" sz="2000" dirty="0">
                <a:solidFill>
                  <a:srgbClr val="595959"/>
                </a:solidFill>
                <a:latin typeface="微软雅黑" panose="020B0503020204020204" pitchFamily="34" charset="-122"/>
                <a:ea typeface="微软雅黑" panose="020B0503020204020204" pitchFamily="34" charset="-122"/>
              </a:rPr>
              <a:t>。然而</a:t>
            </a:r>
            <a:r>
              <a:rPr lang="zh-CN" altLang="en-US" sz="2000" dirty="0">
                <a:solidFill>
                  <a:srgbClr val="1369B2"/>
                </a:solidFill>
                <a:latin typeface="微软雅黑" panose="020B0503020204020204" pitchFamily="34" charset="-122"/>
                <a:ea typeface="微软雅黑" panose="020B0503020204020204" pitchFamily="34" charset="-122"/>
                <a:cs typeface="+mn-ea"/>
              </a:rPr>
              <a:t>默认类型转换器</a:t>
            </a:r>
            <a:r>
              <a:rPr lang="zh-CN" altLang="zh-CN" sz="2000" dirty="0">
                <a:solidFill>
                  <a:srgbClr val="595959"/>
                </a:solidFill>
                <a:latin typeface="微软雅黑" panose="020B0503020204020204" pitchFamily="34" charset="-122"/>
                <a:ea typeface="微软雅黑" panose="020B0503020204020204" pitchFamily="34" charset="-122"/>
              </a:rPr>
              <a:t>并</a:t>
            </a:r>
            <a:r>
              <a:rPr lang="zh-CN" altLang="en-US" sz="2000" dirty="0">
                <a:solidFill>
                  <a:srgbClr val="1369B2"/>
                </a:solidFill>
                <a:latin typeface="微软雅黑" panose="020B0503020204020204" pitchFamily="34" charset="-122"/>
                <a:ea typeface="微软雅黑" panose="020B0503020204020204" pitchFamily="34" charset="-122"/>
                <a:cs typeface="+mn-ea"/>
              </a:rPr>
              <a:t>不能</a:t>
            </a:r>
            <a:r>
              <a:rPr lang="zh-CN" altLang="zh-CN" sz="2000" dirty="0">
                <a:solidFill>
                  <a:srgbClr val="595959"/>
                </a:solidFill>
                <a:latin typeface="微软雅黑" panose="020B0503020204020204" pitchFamily="34" charset="-122"/>
                <a:ea typeface="微软雅黑" panose="020B0503020204020204" pitchFamily="34" charset="-122"/>
              </a:rPr>
              <a:t>将提交的参数</a:t>
            </a:r>
            <a:r>
              <a:rPr lang="zh-CN" altLang="en-US" sz="2000" dirty="0">
                <a:solidFill>
                  <a:srgbClr val="1369B2"/>
                </a:solidFill>
                <a:latin typeface="微软雅黑" panose="020B0503020204020204" pitchFamily="34" charset="-122"/>
                <a:ea typeface="微软雅黑" panose="020B0503020204020204" pitchFamily="34" charset="-122"/>
                <a:cs typeface="+mn-ea"/>
              </a:rPr>
              <a:t>转换为所有的类型</a:t>
            </a:r>
            <a:r>
              <a:rPr lang="zh-CN" altLang="zh-CN" sz="2000" dirty="0">
                <a:solidFill>
                  <a:srgbClr val="595959"/>
                </a:solidFill>
                <a:latin typeface="微软雅黑" panose="020B0503020204020204" pitchFamily="34" charset="-122"/>
                <a:ea typeface="微软雅黑" panose="020B0503020204020204" pitchFamily="34" charset="-122"/>
              </a:rPr>
              <a:t>。此时，就需要开发者</a:t>
            </a:r>
            <a:r>
              <a:rPr lang="zh-CN" altLang="en-US" sz="2000" dirty="0">
                <a:solidFill>
                  <a:srgbClr val="1369B2"/>
                </a:solidFill>
                <a:latin typeface="微软雅黑" panose="020B0503020204020204" pitchFamily="34" charset="-122"/>
                <a:ea typeface="微软雅黑" panose="020B0503020204020204" pitchFamily="34" charset="-122"/>
                <a:cs typeface="+mn-ea"/>
              </a:rPr>
              <a:t>自定义类型转换器</a:t>
            </a:r>
            <a:r>
              <a:rPr lang="zh-CN" altLang="zh-CN" sz="2000" dirty="0">
                <a:solidFill>
                  <a:srgbClr val="595959"/>
                </a:solidFill>
                <a:latin typeface="微软雅黑" panose="020B0503020204020204" pitchFamily="34" charset="-122"/>
                <a:ea typeface="微软雅黑" panose="020B0503020204020204" pitchFamily="34" charset="-122"/>
              </a:rPr>
              <a:t>，来将参数转换为程序所需要的类型。</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Spring框架提供了org.springframework.core.convert.converter.Converter接口作为</a:t>
            </a:r>
            <a:r>
              <a:rPr lang="zh-CN" altLang="en-US" sz="2000" dirty="0">
                <a:solidFill>
                  <a:srgbClr val="1369B2"/>
                </a:solidFill>
                <a:latin typeface="微软雅黑" panose="020B0503020204020204" pitchFamily="34" charset="-122"/>
                <a:ea typeface="微软雅黑" panose="020B0503020204020204" pitchFamily="34" charset="-122"/>
                <a:cs typeface="+mn-ea"/>
              </a:rPr>
              <a:t>类型转换器</a:t>
            </a:r>
            <a:r>
              <a:rPr lang="zh-CN" altLang="zh-CN" sz="2000" dirty="0">
                <a:solidFill>
                  <a:srgbClr val="595959"/>
                </a:solidFill>
                <a:latin typeface="微软雅黑" panose="020B0503020204020204" pitchFamily="34" charset="-122"/>
                <a:ea typeface="微软雅黑" panose="020B0503020204020204" pitchFamily="34" charset="-122"/>
              </a:rPr>
              <a:t>，开发者可以通过</a:t>
            </a:r>
            <a:r>
              <a:rPr lang="zh-CN" altLang="en-US" sz="2000" dirty="0">
                <a:solidFill>
                  <a:srgbClr val="1369B2"/>
                </a:solidFill>
                <a:latin typeface="微软雅黑" panose="020B0503020204020204" pitchFamily="34" charset="-122"/>
                <a:ea typeface="微软雅黑" panose="020B0503020204020204" pitchFamily="34" charset="-122"/>
                <a:cs typeface="+mn-ea"/>
              </a:rPr>
              <a:t>实现Converter接口</a:t>
            </a:r>
            <a:r>
              <a:rPr lang="zh-CN" altLang="zh-CN" sz="2000" dirty="0">
                <a:solidFill>
                  <a:srgbClr val="595959"/>
                </a:solidFill>
                <a:latin typeface="微软雅黑" panose="020B0503020204020204" pitchFamily="34" charset="-122"/>
                <a:ea typeface="微软雅黑" panose="020B0503020204020204" pitchFamily="34" charset="-122"/>
              </a:rPr>
              <a:t>来</a:t>
            </a:r>
            <a:r>
              <a:rPr lang="zh-CN" altLang="en-US" sz="2000" dirty="0">
                <a:solidFill>
                  <a:srgbClr val="1369B2"/>
                </a:solidFill>
                <a:latin typeface="微软雅黑" panose="020B0503020204020204" pitchFamily="34" charset="-122"/>
                <a:ea typeface="微软雅黑" panose="020B0503020204020204" pitchFamily="34" charset="-122"/>
                <a:cs typeface="+mn-ea"/>
              </a:rPr>
              <a:t>自定义类型转换器</a:t>
            </a:r>
            <a:r>
              <a:rPr lang="zh-CN" altLang="zh-CN" sz="2000" dirty="0">
                <a:solidFill>
                  <a:srgbClr val="595959"/>
                </a:solidFill>
                <a:latin typeface="微软雅黑" panose="020B0503020204020204" pitchFamily="34" charset="-122"/>
                <a:ea typeface="微软雅黑" panose="020B0503020204020204" pitchFamily="34" charset="-122"/>
              </a:rPr>
              <a:t>。Converter接口声明如下。</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5" name="矩形 4"/>
          <p:cNvSpPr/>
          <p:nvPr>
            <p:custDataLst>
              <p:tags r:id="rId2"/>
            </p:custDataLst>
          </p:nvPr>
        </p:nvSpPr>
        <p:spPr>
          <a:xfrm>
            <a:off x="967740" y="4630420"/>
            <a:ext cx="10337800" cy="13455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8" name="矩形 7"/>
          <p:cNvSpPr/>
          <p:nvPr>
            <p:custDataLst>
              <p:tags r:id="rId3"/>
            </p:custDataLst>
          </p:nvPr>
        </p:nvSpPr>
        <p:spPr>
          <a:xfrm>
            <a:off x="1489710" y="4575810"/>
            <a:ext cx="9533890" cy="1149985"/>
          </a:xfrm>
          <a:prstGeom prst="rect">
            <a:avLst/>
          </a:prstGeom>
        </p:spPr>
        <p:txBody>
          <a:bodyPr wrap="square">
            <a:noAutofit/>
          </a:bodyPr>
          <a:p>
            <a:pPr algn="l">
              <a:lnSpc>
                <a:spcPct val="150000"/>
              </a:lnSpc>
              <a:defRPr/>
            </a:pPr>
            <a:r>
              <a:rPr sz="1800">
                <a:latin typeface="Courier New" panose="02070409020205090404" pitchFamily="49" charset="0"/>
                <a:sym typeface="+mn-ea"/>
              </a:rPr>
              <a:t>public interface Converter&lt;S, T&gt; {</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	T convert(S source);</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6.2.4	自定义类型转换器</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766643"/>
            <a:ext cx="2232248" cy="2232248"/>
          </a:xfrm>
          <a:prstGeom prst="rect">
            <a:avLst/>
          </a:prstGeom>
        </p:spPr>
      </p:pic>
      <p:grpSp>
        <p:nvGrpSpPr>
          <p:cNvPr id="10" name="组合 9"/>
          <p:cNvGrpSpPr/>
          <p:nvPr/>
        </p:nvGrpSpPr>
        <p:grpSpPr>
          <a:xfrm>
            <a:off x="5388978" y="387551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文件6-4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hlinkClick r:id="rId5"/>
                  </a:rPr>
                  <a:t>DateConverter.java</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5" name="文本框 4"/>
          <p:cNvSpPr txBox="1"/>
          <p:nvPr>
            <p:custDataLst>
              <p:tags r:id="rId11"/>
            </p:custDataLst>
          </p:nvPr>
        </p:nvSpPr>
        <p:spPr>
          <a:xfrm>
            <a:off x="1049020" y="1077595"/>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下面通过案例演示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自定义类型转换器转换特殊数据类型</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并完成</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数据绑定</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，该案例要求实现</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Date类型</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的数据绑定</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 name="组合 1"/>
          <p:cNvGrpSpPr/>
          <p:nvPr/>
        </p:nvGrpSpPr>
        <p:grpSpPr>
          <a:xfrm>
            <a:off x="866775" y="2182495"/>
            <a:ext cx="3113405" cy="546735"/>
            <a:chOff x="861986" y="1797999"/>
            <a:chExt cx="1721506" cy="546735"/>
          </a:xfrm>
        </p:grpSpPr>
        <p:sp>
          <p:nvSpPr>
            <p:cNvPr id="3" name="矩形: 圆角 6"/>
            <p:cNvSpPr/>
            <p:nvPr>
              <p:custDataLst>
                <p:tags r:id="rId1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13"/>
              </p:custDataLst>
            </p:nvPr>
          </p:nvSpPr>
          <p:spPr>
            <a:xfrm>
              <a:off x="861986"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（1）创建日期类型转换器</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14"/>
            </p:custDataLst>
          </p:nvPr>
        </p:nvSpPr>
        <p:spPr>
          <a:xfrm>
            <a:off x="993775" y="2672715"/>
            <a:ext cx="10295890" cy="1337945"/>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在项目的src\main\java目录下，创建一个com.itheima.convert包，在该包下</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创建日期</a:t>
            </a:r>
            <a:r>
              <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类型</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转换器DateConverter类</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，并在DateConverter类中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定义convert()方法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，实现</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String类型转换为Date类型</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，具体如文件6-4所示。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6.2.4	自定义类型转换器</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766643"/>
            <a:ext cx="2232248" cy="2232248"/>
          </a:xfrm>
          <a:prstGeom prst="rect">
            <a:avLst/>
          </a:prstGeom>
        </p:spPr>
      </p:pic>
      <p:grpSp>
        <p:nvGrpSpPr>
          <p:cNvPr id="10" name="组合 9"/>
          <p:cNvGrpSpPr/>
          <p:nvPr/>
        </p:nvGrpSpPr>
        <p:grpSpPr>
          <a:xfrm>
            <a:off x="5388978" y="387551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文件6-5</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hlinkClick r:id="rId5"/>
                  </a:rPr>
                  <a:t>spring-mvc.xml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grpSp>
        <p:nvGrpSpPr>
          <p:cNvPr id="2" name="组合 1"/>
          <p:cNvGrpSpPr/>
          <p:nvPr/>
        </p:nvGrpSpPr>
        <p:grpSpPr>
          <a:xfrm>
            <a:off x="866775" y="1464945"/>
            <a:ext cx="3113405" cy="546735"/>
            <a:chOff x="861986" y="1797999"/>
            <a:chExt cx="1721506" cy="546735"/>
          </a:xfrm>
        </p:grpSpPr>
        <p:sp>
          <p:nvSpPr>
            <p:cNvPr id="3" name="矩形: 圆角 6"/>
            <p:cNvSpPr/>
            <p:nvPr>
              <p:custDataLst>
                <p:tags r:id="rId11"/>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12"/>
              </p:custDataLst>
            </p:nvPr>
          </p:nvSpPr>
          <p:spPr>
            <a:xfrm>
              <a:off x="861986"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（2）配置</a:t>
              </a:r>
              <a:r>
                <a:rPr lang="zh-CN" sz="1700" dirty="0">
                  <a:latin typeface="Arial" panose="020B0604020202090204" pitchFamily="34" charset="0"/>
                  <a:ea typeface="思源黑体 CN Normal" panose="020B0400000000000000" pitchFamily="34" charset="-122"/>
                  <a:sym typeface="Arial" panose="020B0604020202090204" pitchFamily="34" charset="0"/>
                </a:rPr>
                <a:t>日期</a:t>
              </a:r>
              <a:r>
                <a:rPr sz="1700" dirty="0">
                  <a:latin typeface="Arial" panose="020B0604020202090204" pitchFamily="34" charset="0"/>
                  <a:ea typeface="思源黑体 CN Normal" panose="020B0400000000000000" pitchFamily="34" charset="-122"/>
                  <a:sym typeface="Arial" panose="020B0604020202090204" pitchFamily="34" charset="0"/>
                </a:rPr>
                <a:t>类型转换器</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13"/>
            </p:custDataLst>
          </p:nvPr>
        </p:nvSpPr>
        <p:spPr>
          <a:xfrm>
            <a:off x="993775" y="1955165"/>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为了让Spring MVC知道并使用DateConverter类型转换器，还需要在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配置文件spring-mvc.xml</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配置</a:t>
            </a:r>
            <a:r>
              <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日期</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类型转换器</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。spring-mvc.xml具体配置如文件6-5所示。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6.2.4	自定义类型转换器</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766643"/>
            <a:ext cx="2232248" cy="2232248"/>
          </a:xfrm>
          <a:prstGeom prst="rect">
            <a:avLst/>
          </a:prstGeom>
        </p:spPr>
      </p:pic>
      <p:grpSp>
        <p:nvGrpSpPr>
          <p:cNvPr id="10" name="组合 9"/>
          <p:cNvGrpSpPr/>
          <p:nvPr/>
        </p:nvGrpSpPr>
        <p:grpSpPr>
          <a:xfrm>
            <a:off x="5388978" y="387551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389232"/>
                <a:ext cx="342138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hlinkClick r:id="rId5"/>
                  </a:rPr>
                  <a:t>launchDate()方法</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grpSp>
        <p:nvGrpSpPr>
          <p:cNvPr id="2" name="组合 1"/>
          <p:cNvGrpSpPr/>
          <p:nvPr/>
        </p:nvGrpSpPr>
        <p:grpSpPr>
          <a:xfrm>
            <a:off x="866775" y="1464945"/>
            <a:ext cx="3113405" cy="546735"/>
            <a:chOff x="861986" y="1797999"/>
            <a:chExt cx="1721506" cy="546735"/>
          </a:xfrm>
        </p:grpSpPr>
        <p:sp>
          <p:nvSpPr>
            <p:cNvPr id="3" name="矩形: 圆角 6"/>
            <p:cNvSpPr/>
            <p:nvPr>
              <p:custDataLst>
                <p:tags r:id="rId11"/>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12"/>
              </p:custDataLst>
            </p:nvPr>
          </p:nvSpPr>
          <p:spPr>
            <a:xfrm>
              <a:off x="861986"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（3）定义处理器方法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13"/>
            </p:custDataLst>
          </p:nvPr>
        </p:nvSpPr>
        <p:spPr>
          <a:xfrm>
            <a:off x="993775" y="1955165"/>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在文件6-2的 </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SpaceController类中</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方法launchDate()</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绑定请求中的日期数据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，launchDate()方法代码如下所示。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6.2.4	自定义类型转换器</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775" y="1464945"/>
            <a:ext cx="3113405" cy="546735"/>
            <a:chOff x="861986"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861986"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（4）效果测试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955165"/>
            <a:ext cx="10295890" cy="922020"/>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启动项目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，在浏览器中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访问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http://localhost:8080/chapter06/launchDate?date=2024-03-22，控制台</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输出信息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2147482578"/>
          <p:cNvPicPr>
            <a:picLocks noChangeAspect="1"/>
          </p:cNvPicPr>
          <p:nvPr>
            <p:custDataLst>
              <p:tags r:id="rId5"/>
            </p:custDataLst>
          </p:nvPr>
        </p:nvPicPr>
        <p:blipFill>
          <a:blip r:embed="rId6"/>
          <a:stretch>
            <a:fillRect/>
          </a:stretch>
        </p:blipFill>
        <p:spPr>
          <a:xfrm>
            <a:off x="1095693" y="2997835"/>
            <a:ext cx="9906923" cy="22032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6.2.4	自定义类型转换器</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174750"/>
            <a:ext cx="10335895" cy="196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除了XML方式之外，还可以通过</a:t>
            </a:r>
            <a:r>
              <a:rPr lang="zh-CN" altLang="en-US" sz="2000" dirty="0">
                <a:solidFill>
                  <a:srgbClr val="1369B2"/>
                </a:solidFill>
                <a:latin typeface="微软雅黑" panose="020B0503020204020204" pitchFamily="34" charset="-122"/>
                <a:ea typeface="微软雅黑" panose="020B0503020204020204" pitchFamily="34" charset="-122"/>
                <a:cs typeface="+mn-ea"/>
              </a:rPr>
              <a:t>@DateTimeFormat注解</a:t>
            </a:r>
            <a:r>
              <a:rPr lang="zh-CN" altLang="zh-CN" sz="2000" dirty="0">
                <a:solidFill>
                  <a:srgbClr val="595959"/>
                </a:solidFill>
                <a:latin typeface="微软雅黑" panose="020B0503020204020204" pitchFamily="34" charset="-122"/>
                <a:ea typeface="微软雅黑" panose="020B0503020204020204" pitchFamily="34" charset="-122"/>
              </a:rPr>
              <a:t>来简化</a:t>
            </a:r>
            <a:r>
              <a:rPr lang="zh-CN" altLang="en-US" sz="2000" dirty="0">
                <a:solidFill>
                  <a:srgbClr val="1369B2"/>
                </a:solidFill>
                <a:latin typeface="微软雅黑" panose="020B0503020204020204" pitchFamily="34" charset="-122"/>
                <a:ea typeface="微软雅黑" panose="020B0503020204020204" pitchFamily="34" charset="-122"/>
                <a:cs typeface="+mn-ea"/>
              </a:rPr>
              <a:t>日期类型的格式转换</a:t>
            </a:r>
            <a:r>
              <a:rPr lang="zh-CN" altLang="zh-CN" sz="2000" dirty="0">
                <a:solidFill>
                  <a:srgbClr val="595959"/>
                </a:solidFill>
                <a:latin typeface="微软雅黑" panose="020B0503020204020204" pitchFamily="34" charset="-122"/>
                <a:ea typeface="微软雅黑" panose="020B0503020204020204" pitchFamily="34" charset="-122"/>
              </a:rPr>
              <a:t>。使用@DateTimeFormat注解完成日期类型的格式转换</a:t>
            </a:r>
            <a:r>
              <a:rPr lang="zh-CN" altLang="en-US" sz="2000" dirty="0">
                <a:solidFill>
                  <a:srgbClr val="1369B2"/>
                </a:solidFill>
                <a:latin typeface="微软雅黑" panose="020B0503020204020204" pitchFamily="34" charset="-122"/>
                <a:ea typeface="微软雅黑" panose="020B0503020204020204" pitchFamily="34" charset="-122"/>
                <a:cs typeface="+mn-ea"/>
              </a:rPr>
              <a:t>无需自定义类型转换器</a:t>
            </a:r>
            <a:r>
              <a:rPr lang="zh-CN" altLang="zh-CN" sz="2000" dirty="0">
                <a:solidFill>
                  <a:srgbClr val="595959"/>
                </a:solidFill>
                <a:latin typeface="微软雅黑" panose="020B0503020204020204" pitchFamily="34" charset="-122"/>
                <a:ea typeface="微软雅黑" panose="020B0503020204020204" pitchFamily="34" charset="-122"/>
              </a:rPr>
              <a:t>，也</a:t>
            </a:r>
            <a:r>
              <a:rPr lang="zh-CN" altLang="en-US" sz="2000" dirty="0">
                <a:solidFill>
                  <a:srgbClr val="1369B2"/>
                </a:solidFill>
                <a:latin typeface="微软雅黑" panose="020B0503020204020204" pitchFamily="34" charset="-122"/>
                <a:ea typeface="微软雅黑" panose="020B0503020204020204" pitchFamily="34" charset="-122"/>
                <a:cs typeface="+mn-ea"/>
              </a:rPr>
              <a:t>无需在配置文件中定义转换器工厂或格式化工厂</a:t>
            </a:r>
            <a:r>
              <a:rPr lang="zh-CN" altLang="zh-CN" sz="2000" dirty="0">
                <a:solidFill>
                  <a:srgbClr val="595959"/>
                </a:solidFill>
                <a:latin typeface="微软雅黑" panose="020B0503020204020204" pitchFamily="34" charset="-122"/>
                <a:ea typeface="微软雅黑" panose="020B0503020204020204" pitchFamily="34" charset="-122"/>
              </a:rPr>
              <a:t>，只需将</a:t>
            </a:r>
            <a:r>
              <a:rPr lang="zh-CN" altLang="en-US" sz="2000" dirty="0">
                <a:solidFill>
                  <a:srgbClr val="1369B2"/>
                </a:solidFill>
                <a:latin typeface="微软雅黑" panose="020B0503020204020204" pitchFamily="34" charset="-122"/>
                <a:ea typeface="微软雅黑" panose="020B0503020204020204" pitchFamily="34" charset="-122"/>
                <a:cs typeface="+mn-ea"/>
              </a:rPr>
              <a:t>@DateTimeFormat定义在方法的参数前面或成员变量上方</a:t>
            </a:r>
            <a:r>
              <a:rPr lang="zh-CN" altLang="zh-CN" sz="2000" dirty="0">
                <a:solidFill>
                  <a:srgbClr val="595959"/>
                </a:solidFill>
                <a:latin typeface="微软雅黑" panose="020B0503020204020204" pitchFamily="34" charset="-122"/>
                <a:ea typeface="微软雅黑" panose="020B0503020204020204" pitchFamily="34" charset="-122"/>
              </a:rPr>
              <a:t>，就可以为当前参数或变量指定类型转换规则。</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6.2.4	自定义类型转换器</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766643"/>
            <a:ext cx="2232248" cy="2232248"/>
          </a:xfrm>
          <a:prstGeom prst="rect">
            <a:avLst/>
          </a:prstGeom>
        </p:spPr>
      </p:pic>
      <p:grpSp>
        <p:nvGrpSpPr>
          <p:cNvPr id="10" name="组合 9"/>
          <p:cNvGrpSpPr/>
          <p:nvPr/>
        </p:nvGrpSpPr>
        <p:grpSpPr>
          <a:xfrm>
            <a:off x="5388978" y="387551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317477"/>
                <a:ext cx="342138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hlinkClick r:id="rId5"/>
                  </a:rPr>
                  <a:t>修改后的launchDate()方法</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5" name="文本框 4"/>
          <p:cNvSpPr txBox="1"/>
          <p:nvPr>
            <p:custDataLst>
              <p:tags r:id="rId11"/>
            </p:custDataLst>
          </p:nvPr>
        </p:nvSpPr>
        <p:spPr>
          <a:xfrm>
            <a:off x="1049020" y="1077595"/>
            <a:ext cx="10295890" cy="50673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下面使用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@DateTimeFormat注解</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修改案例，完成</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Date类型的数据绑定</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 name="组合 1"/>
          <p:cNvGrpSpPr/>
          <p:nvPr/>
        </p:nvGrpSpPr>
        <p:grpSpPr>
          <a:xfrm>
            <a:off x="866775" y="1895475"/>
            <a:ext cx="3113405" cy="546735"/>
            <a:chOff x="861986" y="1797999"/>
            <a:chExt cx="1721506" cy="546735"/>
          </a:xfrm>
        </p:grpSpPr>
        <p:sp>
          <p:nvSpPr>
            <p:cNvPr id="3" name="矩形: 圆角 6"/>
            <p:cNvSpPr/>
            <p:nvPr>
              <p:custDataLst>
                <p:tags r:id="rId1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13"/>
              </p:custDataLst>
            </p:nvPr>
          </p:nvSpPr>
          <p:spPr>
            <a:xfrm>
              <a:off x="861986"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（1）修改处理器方法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14"/>
            </p:custDataLst>
          </p:nvPr>
        </p:nvSpPr>
        <p:spPr>
          <a:xfrm>
            <a:off x="993775" y="2385695"/>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修改</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SpaceController类中launchDate()方法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，使用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@DateTimeFormat注解</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指定日期转换的规则，修改后launchDate()方法的代码如下。</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6.2.4	自定义类型转换器</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775" y="1464945"/>
            <a:ext cx="3412490" cy="546735"/>
            <a:chOff x="861986"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861986"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（2）修改spring-mvc.xml配置</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22020" y="2170430"/>
            <a:ext cx="10504805" cy="1753235"/>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将文件6-5中第21~30行代码进行注释或者删除，</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取消spring-mvc.xml中的转换器工厂的配置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，并将第32行代码中的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装载类型转换器工厂的代码进行删除</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，即删除conversion-service="converterService"。需要注意的是，注解方式的类型转换依赖注解驱动的支持，配置文件中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&lt;mvc:annotation-driven/&gt;标签</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需要</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保留</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6.2.4	自定义类型转换器</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775" y="1464945"/>
            <a:ext cx="3412490" cy="546735"/>
            <a:chOff x="861986"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861986"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2098675"/>
            <a:ext cx="10295890" cy="922020"/>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启动项目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，在浏览器中访问http://localhost:8080/chapter06/launchDate?date=2024-03-22，控制台</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输出信息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2147482577"/>
          <p:cNvPicPr>
            <a:picLocks noChangeAspect="1"/>
          </p:cNvPicPr>
          <p:nvPr>
            <p:custDataLst>
              <p:tags r:id="rId5"/>
            </p:custDataLst>
          </p:nvPr>
        </p:nvPicPr>
        <p:blipFill>
          <a:blip r:embed="rId6"/>
          <a:stretch>
            <a:fillRect/>
          </a:stretch>
        </p:blipFill>
        <p:spPr>
          <a:xfrm>
            <a:off x="1152208" y="3429318"/>
            <a:ext cx="10609618" cy="20592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6.2.4	自定义类型转换器</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993775" y="1524635"/>
            <a:ext cx="10295890" cy="1337945"/>
          </a:xfrm>
          <a:prstGeom prst="rect">
            <a:avLst/>
          </a:prstGeom>
          <a:noFill/>
          <a:ln w="9525">
            <a:noFill/>
          </a:ln>
        </p:spPr>
        <p:txBody>
          <a:bodyPr wrap="square">
            <a:spAutoFit/>
          </a:bodyPr>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如果launchDate()方法的参数是POJO类型，且date是POJO类的属性，可以在POJO类的date属性上使用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@DateTimeFormat注解</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标注，并</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指定日期解析规则</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，这样同样可以将请求中的日期参数绑定到POJO日期类型的属性上，示例如下。</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矩形 6"/>
          <p:cNvSpPr/>
          <p:nvPr>
            <p:custDataLst>
              <p:tags r:id="rId3"/>
            </p:custDataLst>
          </p:nvPr>
        </p:nvSpPr>
        <p:spPr>
          <a:xfrm>
            <a:off x="967740" y="3338830"/>
            <a:ext cx="10337800" cy="11010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8" name="矩形 7"/>
          <p:cNvSpPr/>
          <p:nvPr>
            <p:custDataLst>
              <p:tags r:id="rId4"/>
            </p:custDataLst>
          </p:nvPr>
        </p:nvSpPr>
        <p:spPr>
          <a:xfrm>
            <a:off x="1489710" y="3371215"/>
            <a:ext cx="9533890" cy="586105"/>
          </a:xfrm>
          <a:prstGeom prst="rect">
            <a:avLst/>
          </a:prstGeom>
        </p:spPr>
        <p:txBody>
          <a:bodyPr wrap="square">
            <a:noAutofit/>
          </a:bodyPr>
          <a:p>
            <a:pPr algn="l">
              <a:lnSpc>
                <a:spcPct val="150000"/>
              </a:lnSpc>
              <a:defRPr/>
            </a:pPr>
            <a:r>
              <a:rPr sz="1800">
                <a:latin typeface="Courier New" panose="02070409020205090404" pitchFamily="49" charset="0"/>
                <a:sym typeface="+mn-ea"/>
              </a:rPr>
              <a:t>@DateTimeFormat(pattern = "yyyy-MM-dd")</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private Date date;</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667" y="3014256"/>
            <a:ext cx="6013520" cy="768350"/>
          </a:xfrm>
          <a:prstGeom prst="rect">
            <a:avLst/>
          </a:prstGeom>
          <a:noFill/>
        </p:spPr>
        <p:txBody>
          <a:bodyPr wrap="square" lIns="91443" tIns="45720" rIns="91443" bIns="45720" rtlCol="0">
            <a:spAutoFit/>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复杂数据绑定</a:t>
            </a:r>
            <a:endPar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6.3</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复杂数据绑定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35"/>
          <p:cNvSpPr txBox="1">
            <a:spLocks noChangeArrowheads="1"/>
          </p:cNvSpPr>
          <p:nvPr>
            <p:custDataLst>
              <p:tags r:id="rId1"/>
            </p:custDataLst>
          </p:nvPr>
        </p:nvSpPr>
        <p:spPr bwMode="auto">
          <a:xfrm>
            <a:off x="1054735" y="2394585"/>
            <a:ext cx="10335895" cy="196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使用简单数据绑定能够解决实际开发中多数的数据绑定问题，但仍可能遇到一些比较</a:t>
            </a:r>
            <a:r>
              <a:rPr lang="zh-CN" altLang="en-US" sz="2000" dirty="0">
                <a:solidFill>
                  <a:srgbClr val="1369B2"/>
                </a:solidFill>
                <a:latin typeface="微软雅黑" panose="020B0503020204020204" pitchFamily="34" charset="-122"/>
                <a:ea typeface="微软雅黑" panose="020B0503020204020204" pitchFamily="34" charset="-122"/>
                <a:cs typeface="+mn-ea"/>
              </a:rPr>
              <a:t>复杂的数据绑定</a:t>
            </a:r>
            <a:r>
              <a:rPr lang="zh-CN" altLang="zh-CN" sz="2000" dirty="0">
                <a:solidFill>
                  <a:srgbClr val="595959"/>
                </a:solidFill>
                <a:latin typeface="微软雅黑" panose="020B0503020204020204" pitchFamily="34" charset="-122"/>
                <a:ea typeface="微软雅黑" panose="020B0503020204020204" pitchFamily="34" charset="-122"/>
              </a:rPr>
              <a:t>，比如</a:t>
            </a:r>
            <a:r>
              <a:rPr lang="zh-CN" altLang="en-US" sz="2000" dirty="0">
                <a:solidFill>
                  <a:srgbClr val="1369B2"/>
                </a:solidFill>
                <a:latin typeface="微软雅黑" panose="020B0503020204020204" pitchFamily="34" charset="-122"/>
                <a:ea typeface="微软雅黑" panose="020B0503020204020204" pitchFamily="34" charset="-122"/>
                <a:cs typeface="+mn-ea"/>
              </a:rPr>
              <a:t>数组的绑定</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cs typeface="+mn-ea"/>
              </a:rPr>
              <a:t>集合的绑定</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cs typeface="+mn-ea"/>
              </a:rPr>
              <a:t>复杂POJO的绑定</a:t>
            </a:r>
            <a:r>
              <a:rPr lang="zh-CN" altLang="zh-CN" sz="2000" dirty="0">
                <a:solidFill>
                  <a:srgbClr val="595959"/>
                </a:solidFill>
                <a:latin typeface="微软雅黑" panose="020B0503020204020204" pitchFamily="34" charset="-122"/>
                <a:ea typeface="微软雅黑" panose="020B0503020204020204" pitchFamily="34" charset="-122"/>
              </a:rPr>
              <a:t>，这些类型的数据绑定比简单数据绑定要复杂，本节将针对数组类型的数据绑定、集合类型的数据绑定、复杂POJO类型的数据绑定、</a:t>
            </a:r>
            <a:r>
              <a:rPr lang="zh-CN" altLang="en-US" sz="2000" dirty="0">
                <a:solidFill>
                  <a:srgbClr val="1369B2"/>
                </a:solidFill>
                <a:latin typeface="微软雅黑" panose="020B0503020204020204" pitchFamily="34" charset="-122"/>
                <a:ea typeface="微软雅黑" panose="020B0503020204020204" pitchFamily="34" charset="-122"/>
                <a:cs typeface="+mn-ea"/>
              </a:rPr>
              <a:t>JSON数据绑定</a:t>
            </a:r>
            <a:r>
              <a:rPr lang="zh-CN" altLang="zh-CN" sz="2000" dirty="0">
                <a:solidFill>
                  <a:srgbClr val="595959"/>
                </a:solidFill>
                <a:latin typeface="微软雅黑" panose="020B0503020204020204" pitchFamily="34" charset="-122"/>
                <a:ea typeface="微软雅黑" panose="020B0503020204020204" pitchFamily="34" charset="-122"/>
              </a:rPr>
              <a:t>进行讲解。</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9" name="圆角矩形 8"/>
          <p:cNvSpPr/>
          <p:nvPr>
            <p:custDataLst>
              <p:tags r:id="rId2"/>
            </p:custDataLst>
          </p:nvPr>
        </p:nvSpPr>
        <p:spPr>
          <a:xfrm>
            <a:off x="1031240" y="2238375"/>
            <a:ext cx="10427335" cy="233045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0" name="矩形 93"/>
          <p:cNvSpPr/>
          <p:nvPr>
            <p:custDataLst>
              <p:tags r:id="rId3"/>
            </p:custDataLst>
          </p:nvPr>
        </p:nvSpPr>
        <p:spPr>
          <a:xfrm>
            <a:off x="998855" y="2178685"/>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1" name="矩形 93"/>
          <p:cNvSpPr/>
          <p:nvPr>
            <p:custDataLst>
              <p:tags r:id="rId4"/>
            </p:custDataLst>
          </p:nvPr>
        </p:nvSpPr>
        <p:spPr>
          <a:xfrm rot="10800000">
            <a:off x="11135360" y="4084955"/>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6.3.1	数组和集合绑定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449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sym typeface="+mn-ea"/>
              </a:rPr>
              <a:t>掌握</a:t>
            </a:r>
            <a:r>
              <a:rPr lang="zh-CN" altLang="en-US" dirty="0">
                <a:solidFill>
                  <a:srgbClr val="1369B2"/>
                </a:solidFill>
                <a:latin typeface="微软雅黑" panose="020B0503020204020204" pitchFamily="34" charset="-122"/>
                <a:ea typeface="微软雅黑" panose="020B0503020204020204" pitchFamily="34" charset="-122"/>
                <a:sym typeface="+mn-ea"/>
              </a:rPr>
              <a:t>数组和集合绑定</a:t>
            </a:r>
            <a:r>
              <a:rPr lang="zh-CN" altLang="en-US" dirty="0">
                <a:solidFill>
                  <a:srgbClr val="595959"/>
                </a:solidFill>
                <a:latin typeface="微软雅黑" panose="020B0503020204020204" pitchFamily="34" charset="-122"/>
                <a:ea typeface="微软雅黑" panose="020B0503020204020204" pitchFamily="34" charset="-122"/>
                <a:sym typeface="+mn-ea"/>
              </a:rPr>
              <a:t>，能够在代码中使用数组和集合进行数据绑定</a:t>
            </a:r>
            <a:endParaRPr lang="zh-CN" altLang="en-US" dirty="0">
              <a:solidFill>
                <a:srgbClr val="595959"/>
              </a:solidFill>
              <a:latin typeface="微软雅黑" panose="020B0503020204020204" pitchFamily="34" charset="-122"/>
              <a:ea typeface="微软雅黑" panose="020B0503020204020204" pitchFamily="34" charset="-122"/>
            </a:endParaRPr>
          </a:p>
          <a:p>
            <a:pPr algn="l">
              <a:lnSpc>
                <a:spcPct val="120000"/>
              </a:lnSpc>
              <a:buClrTx/>
              <a:buSzTx/>
              <a:buFontTx/>
              <a:defRPr/>
            </a:pP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6.3.1	数组和集合绑定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390015"/>
            <a:ext cx="10335895" cy="196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在实际开发中，可能会遇到请求需要</a:t>
            </a:r>
            <a:r>
              <a:rPr lang="zh-CN" altLang="en-US" sz="2000" dirty="0">
                <a:solidFill>
                  <a:srgbClr val="1369B2"/>
                </a:solidFill>
                <a:latin typeface="微软雅黑" panose="020B0503020204020204" pitchFamily="34" charset="-122"/>
                <a:ea typeface="微软雅黑" panose="020B0503020204020204" pitchFamily="34" charset="-122"/>
                <a:cs typeface="+mn-ea"/>
              </a:rPr>
              <a:t>传递多个同名参数</a:t>
            </a:r>
            <a:r>
              <a:rPr lang="zh-CN" altLang="zh-CN" sz="2000" dirty="0">
                <a:solidFill>
                  <a:srgbClr val="595959"/>
                </a:solidFill>
                <a:latin typeface="微软雅黑" panose="020B0503020204020204" pitchFamily="34" charset="-122"/>
                <a:ea typeface="微软雅黑" panose="020B0503020204020204" pitchFamily="34" charset="-122"/>
              </a:rPr>
              <a:t>到服务器端的情况，这种情况采用前面讲解的简单数据绑定的方式显然是不合适的。对此，可以使用</a:t>
            </a:r>
            <a:r>
              <a:rPr lang="zh-CN" altLang="en-US" sz="2000" dirty="0">
                <a:solidFill>
                  <a:srgbClr val="1369B2"/>
                </a:solidFill>
                <a:latin typeface="微软雅黑" panose="020B0503020204020204" pitchFamily="34" charset="-122"/>
                <a:ea typeface="微软雅黑" panose="020B0503020204020204" pitchFamily="34" charset="-122"/>
                <a:cs typeface="+mn-ea"/>
              </a:rPr>
              <a:t>数组</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cs typeface="+mn-ea"/>
              </a:rPr>
              <a:t>集合</a:t>
            </a:r>
            <a:r>
              <a:rPr lang="zh-CN" altLang="zh-CN" sz="2000" dirty="0">
                <a:solidFill>
                  <a:srgbClr val="595959"/>
                </a:solidFill>
                <a:latin typeface="微软雅黑" panose="020B0503020204020204" pitchFamily="34" charset="-122"/>
                <a:ea typeface="微软雅黑" panose="020B0503020204020204" pitchFamily="34" charset="-122"/>
              </a:rPr>
              <a:t>来</a:t>
            </a:r>
            <a:r>
              <a:rPr lang="zh-CN" altLang="en-US" sz="2000" dirty="0">
                <a:solidFill>
                  <a:srgbClr val="1369B2"/>
                </a:solidFill>
                <a:latin typeface="微软雅黑" panose="020B0503020204020204" pitchFamily="34" charset="-122"/>
                <a:ea typeface="微软雅黑" panose="020B0503020204020204" pitchFamily="34" charset="-122"/>
                <a:cs typeface="+mn-ea"/>
              </a:rPr>
              <a:t>接收请求参数</a:t>
            </a:r>
            <a:r>
              <a:rPr lang="zh-CN" altLang="zh-CN" sz="2000" dirty="0">
                <a:solidFill>
                  <a:srgbClr val="595959"/>
                </a:solidFill>
                <a:latin typeface="微软雅黑" panose="020B0503020204020204" pitchFamily="34" charset="-122"/>
                <a:ea typeface="微软雅黑" panose="020B0503020204020204" pitchFamily="34" charset="-122"/>
              </a:rPr>
              <a:t>，完成</a:t>
            </a:r>
            <a:r>
              <a:rPr lang="zh-CN" altLang="en-US" sz="2000" dirty="0">
                <a:solidFill>
                  <a:srgbClr val="1369B2"/>
                </a:solidFill>
                <a:latin typeface="微软雅黑" panose="020B0503020204020204" pitchFamily="34" charset="-122"/>
                <a:ea typeface="微软雅黑" panose="020B0503020204020204" pitchFamily="34" charset="-122"/>
                <a:cs typeface="+mn-ea"/>
              </a:rPr>
              <a:t>数据绑定</a:t>
            </a:r>
            <a:r>
              <a:rPr lang="zh-CN" altLang="zh-CN" sz="2000" dirty="0">
                <a:solidFill>
                  <a:srgbClr val="595959"/>
                </a:solidFill>
                <a:latin typeface="微软雅黑" panose="020B0503020204020204" pitchFamily="34" charset="-122"/>
                <a:ea typeface="微软雅黑" panose="020B0503020204020204" pitchFamily="34" charset="-122"/>
              </a:rPr>
              <a:t>。下面对请求中的参数绑定到处理器方法的数组和集合类型的参数中进行讲解。</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6.3.1	数组和集合绑定</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766643"/>
            <a:ext cx="2232248" cy="2232248"/>
          </a:xfrm>
          <a:prstGeom prst="rect">
            <a:avLst/>
          </a:prstGeom>
        </p:spPr>
      </p:pic>
      <p:grpSp>
        <p:nvGrpSpPr>
          <p:cNvPr id="10" name="组合 9"/>
          <p:cNvGrpSpPr/>
          <p:nvPr/>
        </p:nvGrpSpPr>
        <p:grpSpPr>
          <a:xfrm>
            <a:off x="5388978" y="387551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389232"/>
                <a:ext cx="342138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hlinkClick r:id="rId5"/>
                  </a:rPr>
                  <a:t>batchLaunch()方法</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6" name="文本框 5"/>
          <p:cNvSpPr txBox="1"/>
          <p:nvPr>
            <p:custDataLst>
              <p:tags r:id="rId11"/>
            </p:custDataLst>
          </p:nvPr>
        </p:nvSpPr>
        <p:spPr>
          <a:xfrm>
            <a:off x="1137285" y="3031490"/>
            <a:ext cx="10419715" cy="50673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在文件6-2的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SpaceController类</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batchLaunch()方法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，用于接收请求中传递的多个航天器名称。</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custDataLst>
              <p:tags r:id="rId12"/>
            </p:custDataLst>
          </p:nvPr>
        </p:nvSpPr>
        <p:spPr>
          <a:xfrm>
            <a:off x="1143635" y="1390650"/>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当处理器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参数</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声明为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数组</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时，如果</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请求</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中出现</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多个同名参数</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，Spring MVC会将这些同名参数的值</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绑定到方法的数组类型参数</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上。下面通过一个批量发射航天器的案例来</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演示数组的数据绑定</a:t>
            </a:r>
            <a:r>
              <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a:t>
            </a:r>
            <a:endPar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endParaRPr>
          </a:p>
        </p:txBody>
      </p:sp>
      <p:grpSp>
        <p:nvGrpSpPr>
          <p:cNvPr id="11" name="组合 10"/>
          <p:cNvGrpSpPr/>
          <p:nvPr/>
        </p:nvGrpSpPr>
        <p:grpSpPr>
          <a:xfrm>
            <a:off x="922020" y="2524760"/>
            <a:ext cx="2501265" cy="546735"/>
            <a:chOff x="901662" y="1797999"/>
            <a:chExt cx="1721506" cy="546735"/>
          </a:xfrm>
        </p:grpSpPr>
        <p:sp>
          <p:nvSpPr>
            <p:cNvPr id="13" name="矩形: 圆角 6"/>
            <p:cNvSpPr/>
            <p:nvPr>
              <p:custDataLst>
                <p:tags r:id="rId1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1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（1）定义处理器类</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50" name="TextBox 76"/>
          <p:cNvSpPr txBox="1"/>
          <p:nvPr>
            <p:custDataLst>
              <p:tags r:id="rId15"/>
            </p:custDataLst>
          </p:nvPr>
        </p:nvSpPr>
        <p:spPr>
          <a:xfrm>
            <a:off x="1040130" y="953770"/>
            <a:ext cx="1735455" cy="468630"/>
          </a:xfrm>
          <a:prstGeom prst="rect">
            <a:avLst/>
          </a:prstGeom>
          <a:noFill/>
        </p:spPr>
        <p:txBody>
          <a:bodyPr wrap="square" rtlCol="0">
            <a:noAutofit/>
          </a:bodyPr>
          <a:p>
            <a:pPr algn="l">
              <a:buClrTx/>
              <a:buSzTx/>
              <a:buFontTx/>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90204" pitchFamily="34" charset="0"/>
              </a:rPr>
              <a:t>1.数组绑定</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90204" pitchFamily="34" charset="0"/>
            </a:endParaRPr>
          </a:p>
          <a:p>
            <a:pPr algn="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6.3.1	数组和集合绑定</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1137285" y="1955165"/>
            <a:ext cx="10419715" cy="1337945"/>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启动项目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Postman</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中填写测试数据</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模拟表单数据的发送</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，其中请求的HTTP方法为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POST</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，请求的URL为http://localhost:8080/chapter06/batchLaunch，携带的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表单参数</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两个同名的参数names</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304925"/>
            <a:ext cx="2501265" cy="546735"/>
            <a:chOff x="901662" y="1797999"/>
            <a:chExt cx="1721506" cy="546735"/>
          </a:xfrm>
        </p:grpSpPr>
        <p:sp>
          <p:nvSpPr>
            <p:cNvPr id="13"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76"/>
          <p:cNvPicPr>
            <a:picLocks noChangeAspect="1"/>
          </p:cNvPicPr>
          <p:nvPr>
            <p:custDataLst>
              <p:tags r:id="rId5"/>
            </p:custDataLst>
          </p:nvPr>
        </p:nvPicPr>
        <p:blipFill>
          <a:blip r:embed="rId6"/>
          <a:stretch>
            <a:fillRect/>
          </a:stretch>
        </p:blipFill>
        <p:spPr>
          <a:xfrm>
            <a:off x="2278698" y="3387725"/>
            <a:ext cx="8342385" cy="2736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6.3.1	数组和集合绑定</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1137285" y="1955165"/>
            <a:ext cx="10419715" cy="506730"/>
          </a:xfrm>
          <a:prstGeom prst="rect">
            <a:avLst/>
          </a:prstGeom>
          <a:noFill/>
          <a:ln w="9525">
            <a:noFill/>
          </a:ln>
        </p:spPr>
        <p:txBody>
          <a:bodyPr wrap="square">
            <a:spAutoFit/>
          </a:bodyPr>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单击“Send”按钮，IDEA控制台输出信息如图所示。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304925"/>
            <a:ext cx="2501265" cy="546735"/>
            <a:chOff x="901662" y="1797999"/>
            <a:chExt cx="1721506" cy="546735"/>
          </a:xfrm>
        </p:grpSpPr>
        <p:sp>
          <p:nvSpPr>
            <p:cNvPr id="13"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75"/>
          <p:cNvPicPr>
            <a:picLocks noChangeAspect="1"/>
          </p:cNvPicPr>
          <p:nvPr>
            <p:custDataLst>
              <p:tags r:id="rId5"/>
            </p:custDataLst>
          </p:nvPr>
        </p:nvPicPr>
        <p:blipFill>
          <a:blip r:embed="rId6"/>
          <a:stretch>
            <a:fillRect/>
          </a:stretch>
        </p:blipFill>
        <p:spPr>
          <a:xfrm>
            <a:off x="1270635" y="2853373"/>
            <a:ext cx="9571338" cy="1908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6.3.1	数组和集合绑定</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custDataLst>
              <p:tags r:id="rId2"/>
            </p:custDataLst>
          </p:nvPr>
        </p:nvSpPr>
        <p:spPr>
          <a:xfrm>
            <a:off x="1143635" y="1892935"/>
            <a:ext cx="10295890" cy="1938020"/>
          </a:xfrm>
          <a:prstGeom prst="rect">
            <a:avLst/>
          </a:prstGeom>
          <a:noFill/>
          <a:ln w="9525">
            <a:noFill/>
          </a:ln>
        </p:spPr>
        <p:txBody>
          <a:bodyPr wrap="square">
            <a:spAutoFit/>
          </a:bodyPr>
          <a:p>
            <a:pPr algn="l">
              <a:lnSpc>
                <a:spcPct val="150000"/>
              </a:lnSpc>
              <a:buClrTx/>
              <a:buSzTx/>
              <a:buFontTx/>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在Spring MVC中，除了可以使用数组绑定多个同名参数外，也可以使用集合来进行多个同名参数的绑定。</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集合</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中存储简单类型数据时，</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数据的绑定规则</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数组的绑定规则相似</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，需要</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请求参数名称</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与</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处理器方法的参数名称</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保持一致。不同的是，使用集合绑定时，处理器方法的参数名称需要</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使用@RequestParam注解标注</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it-IT"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endParaRPr>
          </a:p>
        </p:txBody>
      </p:sp>
      <p:sp>
        <p:nvSpPr>
          <p:cNvPr id="50" name="TextBox 76"/>
          <p:cNvSpPr txBox="1"/>
          <p:nvPr>
            <p:custDataLst>
              <p:tags r:id="rId3"/>
            </p:custDataLst>
          </p:nvPr>
        </p:nvSpPr>
        <p:spPr>
          <a:xfrm>
            <a:off x="1040130" y="1240790"/>
            <a:ext cx="1735455" cy="468630"/>
          </a:xfrm>
          <a:prstGeom prst="rect">
            <a:avLst/>
          </a:prstGeom>
          <a:noFill/>
        </p:spPr>
        <p:txBody>
          <a:bodyPr wrap="square" rtlCol="0">
            <a:noAutofit/>
          </a:bodyPr>
          <a:p>
            <a:pPr algn="l">
              <a:buClrTx/>
              <a:buSzTx/>
              <a:buFontTx/>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90204" pitchFamily="34" charset="0"/>
              </a:rPr>
              <a:t>2.集合绑定</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6.3.1	数组和集合绑定</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766643"/>
            <a:ext cx="2232248" cy="2232248"/>
          </a:xfrm>
          <a:prstGeom prst="rect">
            <a:avLst/>
          </a:prstGeom>
        </p:spPr>
      </p:pic>
      <p:grpSp>
        <p:nvGrpSpPr>
          <p:cNvPr id="10" name="组合 9"/>
          <p:cNvGrpSpPr/>
          <p:nvPr/>
        </p:nvGrpSpPr>
        <p:grpSpPr>
          <a:xfrm>
            <a:off x="5388978" y="387551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389232"/>
                <a:ext cx="342138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hlinkClick r:id="rId5"/>
                  </a:rPr>
                  <a:t>batchLaunchForList()方法</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6" name="文本框 5"/>
          <p:cNvSpPr txBox="1"/>
          <p:nvPr>
            <p:custDataLst>
              <p:tags r:id="rId11"/>
            </p:custDataLst>
          </p:nvPr>
        </p:nvSpPr>
        <p:spPr>
          <a:xfrm>
            <a:off x="1137285" y="2672715"/>
            <a:ext cx="10419715"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在文件6-2的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SpaceController类</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batchLaunchForList()方法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，在方法中定义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List类型的参数</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接收请求中传递的多个航天器名称，具体如下所示。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custDataLst>
              <p:tags r:id="rId12"/>
            </p:custDataLst>
          </p:nvPr>
        </p:nvSpPr>
        <p:spPr>
          <a:xfrm>
            <a:off x="1143635" y="1247140"/>
            <a:ext cx="10295890" cy="50673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下面使用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集合数据绑定</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实现批量发射航天器案例。</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2022475"/>
            <a:ext cx="2501265" cy="546735"/>
            <a:chOff x="901662" y="1797999"/>
            <a:chExt cx="1721506" cy="546735"/>
          </a:xfrm>
        </p:grpSpPr>
        <p:sp>
          <p:nvSpPr>
            <p:cNvPr id="13" name="矩形: 圆角 6"/>
            <p:cNvSpPr/>
            <p:nvPr>
              <p:custDataLst>
                <p:tags r:id="rId1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1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（1）定义处理器方法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6.3.1	数组和集合绑定</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1137285" y="2026920"/>
            <a:ext cx="10419715" cy="1337945"/>
          </a:xfrm>
          <a:prstGeom prst="rect">
            <a:avLst/>
          </a:prstGeom>
          <a:noFill/>
          <a:ln w="9525">
            <a:noFill/>
          </a:ln>
        </p:spPr>
        <p:txBody>
          <a:bodyPr wrap="square">
            <a:spAutoFit/>
          </a:bodyPr>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启动项目，在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Postman</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中不</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修改请求参数内容</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，将</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请求的URL</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为http://localhost:8080/chapter06/batchLaunch02后，单击“Send”按钮发送请求，IDEA控制台</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输出</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376680"/>
            <a:ext cx="2501265" cy="546735"/>
            <a:chOff x="901662" y="1797999"/>
            <a:chExt cx="1721506" cy="546735"/>
          </a:xfrm>
        </p:grpSpPr>
        <p:sp>
          <p:nvSpPr>
            <p:cNvPr id="13"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74"/>
          <p:cNvPicPr>
            <a:picLocks noChangeAspect="1"/>
          </p:cNvPicPr>
          <p:nvPr>
            <p:custDataLst>
              <p:tags r:id="rId5"/>
            </p:custDataLst>
          </p:nvPr>
        </p:nvPicPr>
        <p:blipFill>
          <a:blip r:embed="rId6"/>
          <a:stretch>
            <a:fillRect/>
          </a:stretch>
        </p:blipFill>
        <p:spPr>
          <a:xfrm>
            <a:off x="1486535" y="3573463"/>
            <a:ext cx="9932520" cy="198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6.3.2 复杂POJO绑定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449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sym typeface="+mn-ea"/>
              </a:rPr>
              <a:t>掌握</a:t>
            </a:r>
            <a:r>
              <a:rPr lang="zh-CN" altLang="en-US" dirty="0">
                <a:solidFill>
                  <a:srgbClr val="1369B2"/>
                </a:solidFill>
                <a:latin typeface="微软雅黑" panose="020B0503020204020204" pitchFamily="34" charset="-122"/>
                <a:ea typeface="微软雅黑" panose="020B0503020204020204" pitchFamily="34" charset="-122"/>
                <a:sym typeface="+mn-ea"/>
              </a:rPr>
              <a:t>复杂POJO绑定</a:t>
            </a:r>
            <a:r>
              <a:rPr lang="zh-CN" altLang="en-US" dirty="0">
                <a:solidFill>
                  <a:srgbClr val="595959"/>
                </a:solidFill>
                <a:latin typeface="微软雅黑" panose="020B0503020204020204" pitchFamily="34" charset="-122"/>
                <a:ea typeface="微软雅黑" panose="020B0503020204020204" pitchFamily="34" charset="-122"/>
                <a:sym typeface="+mn-ea"/>
              </a:rPr>
              <a:t>，能够在代码中使用复杂</a:t>
            </a:r>
            <a:r>
              <a:rPr lang="en-US" altLang="zh-CN" dirty="0">
                <a:solidFill>
                  <a:srgbClr val="595959"/>
                </a:solidFill>
                <a:latin typeface="微软雅黑" panose="020B0503020204020204" pitchFamily="34" charset="-122"/>
                <a:ea typeface="微软雅黑" panose="020B0503020204020204" pitchFamily="34" charset="-122"/>
                <a:sym typeface="+mn-ea"/>
              </a:rPr>
              <a:t>POJO</a:t>
            </a:r>
            <a:r>
              <a:rPr lang="zh-CN" altLang="en-US" dirty="0">
                <a:solidFill>
                  <a:srgbClr val="595959"/>
                </a:solidFill>
                <a:latin typeface="微软雅黑" panose="020B0503020204020204" pitchFamily="34" charset="-122"/>
                <a:ea typeface="微软雅黑" panose="020B0503020204020204" pitchFamily="34" charset="-122"/>
                <a:sym typeface="+mn-ea"/>
              </a:rPr>
              <a:t>进行数据绑定</a:t>
            </a:r>
            <a:endParaRPr lang="zh-CN" altLang="en-US" dirty="0">
              <a:solidFill>
                <a:srgbClr val="595959"/>
              </a:solidFill>
              <a:latin typeface="微软雅黑" panose="020B0503020204020204" pitchFamily="34" charset="-122"/>
              <a:ea typeface="微软雅黑" panose="020B0503020204020204" pitchFamily="34" charset="-122"/>
            </a:endParaRPr>
          </a:p>
          <a:p>
            <a:pPr algn="l">
              <a:lnSpc>
                <a:spcPct val="120000"/>
              </a:lnSpc>
              <a:buClrTx/>
              <a:buSzTx/>
              <a:buFontTx/>
              <a:defRPr/>
            </a:pP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6.3.2 复杂POJO绑定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318260"/>
            <a:ext cx="10335895"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所谓的</a:t>
            </a:r>
            <a:r>
              <a:rPr lang="zh-CN" altLang="en-US" sz="2000" dirty="0">
                <a:solidFill>
                  <a:srgbClr val="1369B2"/>
                </a:solidFill>
                <a:latin typeface="微软雅黑" panose="020B0503020204020204" pitchFamily="34" charset="-122"/>
                <a:ea typeface="微软雅黑" panose="020B0503020204020204" pitchFamily="34" charset="-122"/>
                <a:cs typeface="+mn-ea"/>
              </a:rPr>
              <a:t>复杂POJO</a:t>
            </a:r>
            <a:r>
              <a:rPr lang="zh-CN" altLang="zh-CN" sz="2000" dirty="0">
                <a:solidFill>
                  <a:srgbClr val="595959"/>
                </a:solidFill>
                <a:latin typeface="微软雅黑" panose="020B0503020204020204" pitchFamily="34" charset="-122"/>
                <a:ea typeface="微软雅黑" panose="020B0503020204020204" pitchFamily="34" charset="-122"/>
              </a:rPr>
              <a:t>，就是</a:t>
            </a:r>
            <a:r>
              <a:rPr lang="zh-CN" altLang="en-US" sz="2000" dirty="0">
                <a:solidFill>
                  <a:srgbClr val="1369B2"/>
                </a:solidFill>
                <a:latin typeface="微软雅黑" panose="020B0503020204020204" pitchFamily="34" charset="-122"/>
                <a:ea typeface="微软雅黑" panose="020B0503020204020204" pitchFamily="34" charset="-122"/>
                <a:cs typeface="+mn-ea"/>
              </a:rPr>
              <a:t>POJO属性</a:t>
            </a:r>
            <a:r>
              <a:rPr lang="zh-CN" altLang="zh-CN" sz="2000" dirty="0">
                <a:solidFill>
                  <a:srgbClr val="595959"/>
                </a:solidFill>
                <a:latin typeface="微软雅黑" panose="020B0503020204020204" pitchFamily="34" charset="-122"/>
                <a:ea typeface="微软雅黑" panose="020B0503020204020204" pitchFamily="34" charset="-122"/>
              </a:rPr>
              <a:t>的类型不止包含简单数据类型，还</a:t>
            </a:r>
            <a:r>
              <a:rPr lang="zh-CN" altLang="en-US" sz="2000" dirty="0">
                <a:solidFill>
                  <a:srgbClr val="1369B2"/>
                </a:solidFill>
                <a:latin typeface="微软雅黑" panose="020B0503020204020204" pitchFamily="34" charset="-122"/>
                <a:ea typeface="微软雅黑" panose="020B0503020204020204" pitchFamily="34" charset="-122"/>
                <a:cs typeface="+mn-ea"/>
              </a:rPr>
              <a:t>包含POJO类型</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cs typeface="+mn-ea"/>
              </a:rPr>
              <a:t>List类型和Map类型</a:t>
            </a:r>
            <a:r>
              <a:rPr lang="zh-CN" altLang="zh-CN" sz="2000" dirty="0">
                <a:solidFill>
                  <a:srgbClr val="595959"/>
                </a:solidFill>
                <a:latin typeface="微软雅黑" panose="020B0503020204020204" pitchFamily="34" charset="-122"/>
                <a:ea typeface="微软雅黑" panose="020B0503020204020204" pitchFamily="34" charset="-122"/>
              </a:rPr>
              <a:t>等其他</a:t>
            </a:r>
            <a:r>
              <a:rPr lang="zh-CN" altLang="en-US" sz="2000" dirty="0">
                <a:solidFill>
                  <a:srgbClr val="1369B2"/>
                </a:solidFill>
                <a:latin typeface="微软雅黑" panose="020B0503020204020204" pitchFamily="34" charset="-122"/>
                <a:ea typeface="微软雅黑" panose="020B0503020204020204" pitchFamily="34" charset="-122"/>
                <a:cs typeface="+mn-ea"/>
              </a:rPr>
              <a:t>引用类型</a:t>
            </a:r>
            <a:r>
              <a:rPr lang="zh-CN" altLang="zh-CN" sz="2000" dirty="0">
                <a:solidFill>
                  <a:srgbClr val="595959"/>
                </a:solidFill>
                <a:latin typeface="微软雅黑" panose="020B0503020204020204" pitchFamily="34" charset="-122"/>
                <a:ea typeface="微软雅黑" panose="020B0503020204020204" pitchFamily="34" charset="-122"/>
              </a:rPr>
              <a:t>。下面分别对复杂POJO中属性为POJO类型的数据绑定、属性为List类型的数据绑定和属性为Map类型的数据绑定进行讲解。</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6.3.2 复杂POJO绑定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766643"/>
            <a:ext cx="2232248" cy="2232248"/>
          </a:xfrm>
          <a:prstGeom prst="rect">
            <a:avLst/>
          </a:prstGeom>
        </p:spPr>
      </p:pic>
      <p:grpSp>
        <p:nvGrpSpPr>
          <p:cNvPr id="10" name="组合 9"/>
          <p:cNvGrpSpPr/>
          <p:nvPr/>
        </p:nvGrpSpPr>
        <p:grpSpPr>
          <a:xfrm>
            <a:off x="5388978" y="387551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文件6-6 </a:t>
                </a:r>
                <a:endParaRPr sz="1800">
                  <a:sym typeface="+mn-ea"/>
                </a:endParaRPr>
              </a:p>
              <a:p>
                <a:pPr algn="ctr"/>
                <a:r>
                  <a:rPr sz="1800">
                    <a:sym typeface="+mn-ea"/>
                    <a:hlinkClick r:id="rId5"/>
                  </a:rPr>
                  <a:t>Order.java</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6" name="文本框 5"/>
          <p:cNvSpPr txBox="1"/>
          <p:nvPr>
            <p:custDataLst>
              <p:tags r:id="rId11"/>
            </p:custDataLst>
          </p:nvPr>
        </p:nvSpPr>
        <p:spPr>
          <a:xfrm>
            <a:off x="1137285" y="3175000"/>
            <a:ext cx="10419715" cy="50673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在com.itheima.pojo包中创建一个</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订单类Order</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，用于封装订单信息，具体如文件6-6所示。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custDataLst>
              <p:tags r:id="rId12"/>
            </p:custDataLst>
          </p:nvPr>
        </p:nvSpPr>
        <p:spPr>
          <a:xfrm>
            <a:off x="1143635" y="1390650"/>
            <a:ext cx="10295890" cy="1337945"/>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复杂POJO数据绑定</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时，如果数据需要绑定到POJO类型的属性中，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请求参数</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的名称格式需要为“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POJO类型属性名.属性名</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属性名</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需要和POJO类型属性</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对象所属类的属性一致</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。下面通过一个获取用户订单信息的案例，演示复杂POJO中属性为POJO类型的数据绑定。</a:t>
            </a:r>
            <a:endParaRPr lang="en-US" altLang="zh-CN"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2668270"/>
            <a:ext cx="2501265" cy="546735"/>
            <a:chOff x="901662" y="1797999"/>
            <a:chExt cx="1721506" cy="546735"/>
          </a:xfrm>
        </p:grpSpPr>
        <p:sp>
          <p:nvSpPr>
            <p:cNvPr id="13" name="矩形: 圆角 6"/>
            <p:cNvSpPr/>
            <p:nvPr>
              <p:custDataLst>
                <p:tags r:id="rId1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1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（1）创建自定义类</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50" name="TextBox 76"/>
          <p:cNvSpPr txBox="1"/>
          <p:nvPr>
            <p:custDataLst>
              <p:tags r:id="rId15"/>
            </p:custDataLst>
          </p:nvPr>
        </p:nvSpPr>
        <p:spPr>
          <a:xfrm>
            <a:off x="1040130" y="953770"/>
            <a:ext cx="3763010" cy="468630"/>
          </a:xfrm>
          <a:prstGeom prst="rect">
            <a:avLst/>
          </a:prstGeom>
          <a:noFill/>
        </p:spPr>
        <p:txBody>
          <a:bodyPr wrap="square" rtlCol="0">
            <a:noAutofit/>
          </a:bodyPr>
          <a:p>
            <a:pPr algn="l">
              <a:buClrTx/>
              <a:buSzTx/>
              <a:buFontTx/>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90204" pitchFamily="34" charset="0"/>
              </a:rPr>
              <a:t>1.属性为POJO类型的数据绑定</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6.3.2 复杂POJO绑定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文件6-7</a:t>
                </a:r>
                <a:endParaRPr sz="1800">
                  <a:sym typeface="+mn-ea"/>
                </a:endParaRPr>
              </a:p>
              <a:p>
                <a:pPr algn="ctr"/>
                <a:r>
                  <a:rPr sz="1800">
                    <a:sym typeface="+mn-ea"/>
                    <a:hlinkClick r:id="rId5"/>
                  </a:rPr>
                  <a:t>User.java</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6" name="文本框 5"/>
          <p:cNvSpPr txBox="1"/>
          <p:nvPr>
            <p:custDataLst>
              <p:tags r:id="rId11"/>
            </p:custDataLst>
          </p:nvPr>
        </p:nvSpPr>
        <p:spPr>
          <a:xfrm>
            <a:off x="1137285" y="1739900"/>
            <a:ext cx="10419715"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在com.itheima.pojo包中创建一个</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用户类User</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，用于封装用户信息，其中User类中包含O</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rder类型的属性order</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，具体如文件6-7所示。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233170"/>
            <a:ext cx="2501265" cy="546735"/>
            <a:chOff x="901662" y="1797999"/>
            <a:chExt cx="1721506" cy="546735"/>
          </a:xfrm>
        </p:grpSpPr>
        <p:sp>
          <p:nvSpPr>
            <p:cNvPr id="13" name="矩形: 圆角 6"/>
            <p:cNvSpPr/>
            <p:nvPr>
              <p:custDataLst>
                <p:tags r:id="rId1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1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（1）创建自定义类</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6.3.2 复杂POJO绑定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文件6-7</a:t>
                </a:r>
                <a:endParaRPr sz="1800">
                  <a:sym typeface="+mn-ea"/>
                </a:endParaRPr>
              </a:p>
              <a:p>
                <a:pPr algn="ctr"/>
                <a:r>
                  <a:rPr sz="1800">
                    <a:sym typeface="+mn-ea"/>
                    <a:hlinkClick r:id="rId5"/>
                  </a:rPr>
                  <a:t>User.java</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6" name="文本框 5"/>
          <p:cNvSpPr txBox="1"/>
          <p:nvPr>
            <p:custDataLst>
              <p:tags r:id="rId11"/>
            </p:custDataLst>
          </p:nvPr>
        </p:nvSpPr>
        <p:spPr>
          <a:xfrm>
            <a:off x="1137285" y="1739900"/>
            <a:ext cx="10419715"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在com.itheima.controller包中创建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处理器类UserController</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，在该类中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定义方法findOrderWithUser( )</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，该方法使用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User类型的参数接收请求中的数据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，具体如文件6-8所示。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233170"/>
            <a:ext cx="2501265" cy="546735"/>
            <a:chOff x="901662" y="1797999"/>
            <a:chExt cx="1721506" cy="546735"/>
          </a:xfrm>
        </p:grpSpPr>
        <p:sp>
          <p:nvSpPr>
            <p:cNvPr id="13" name="矩形: 圆角 6"/>
            <p:cNvSpPr/>
            <p:nvPr>
              <p:custDataLst>
                <p:tags r:id="rId1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1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（2）创建处理器类</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6.3.2 复杂POJO绑定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1137285" y="1739900"/>
            <a:ext cx="10419715" cy="1337945"/>
          </a:xfrm>
          <a:prstGeom prst="rect">
            <a:avLst/>
          </a:prstGeom>
          <a:noFill/>
          <a:ln w="9525">
            <a:noFill/>
          </a:ln>
        </p:spPr>
        <p:txBody>
          <a:bodyPr wrap="square">
            <a:spAutoFit/>
          </a:bodyPr>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启动项目，在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Postman</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中填写测试数据</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模拟表单数据的发送</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，其中请求的HTTP方法为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POST</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，请求的URL为http://localhost:8080/chapter06/findOrderWithUser，携带的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表单参数</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username</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order.orderId</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，其中order.orderId表示为order的orderId属性，如下图所示。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233170"/>
            <a:ext cx="2501265" cy="546735"/>
            <a:chOff x="901662" y="1797999"/>
            <a:chExt cx="1721506" cy="546735"/>
          </a:xfrm>
        </p:grpSpPr>
        <p:sp>
          <p:nvSpPr>
            <p:cNvPr id="13"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73"/>
          <p:cNvPicPr>
            <a:picLocks noChangeAspect="1"/>
          </p:cNvPicPr>
          <p:nvPr>
            <p:custDataLst>
              <p:tags r:id="rId5"/>
            </p:custDataLst>
          </p:nvPr>
        </p:nvPicPr>
        <p:blipFill>
          <a:blip r:embed="rId6"/>
          <a:stretch>
            <a:fillRect/>
          </a:stretch>
        </p:blipFill>
        <p:spPr>
          <a:xfrm>
            <a:off x="1558608" y="3285490"/>
            <a:ext cx="8911611" cy="288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6.3.2 复杂POJO绑定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1137285" y="1883410"/>
            <a:ext cx="10419715" cy="506730"/>
          </a:xfrm>
          <a:prstGeom prst="rect">
            <a:avLst/>
          </a:prstGeom>
          <a:noFill/>
          <a:ln w="9525">
            <a:noFill/>
          </a:ln>
        </p:spPr>
        <p:txBody>
          <a:bodyPr wrap="square">
            <a:spAutoFit/>
          </a:bodyPr>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单击“Send”按钮发起请求，IDEA控制台输出信息如下图所示。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233170"/>
            <a:ext cx="2501265" cy="546735"/>
            <a:chOff x="901662" y="1797999"/>
            <a:chExt cx="1721506" cy="546735"/>
          </a:xfrm>
        </p:grpSpPr>
        <p:sp>
          <p:nvSpPr>
            <p:cNvPr id="13"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72"/>
          <p:cNvPicPr>
            <a:picLocks noChangeAspect="1"/>
          </p:cNvPicPr>
          <p:nvPr>
            <p:custDataLst>
              <p:tags r:id="rId5"/>
            </p:custDataLst>
          </p:nvPr>
        </p:nvPicPr>
        <p:blipFill>
          <a:blip r:embed="rId6"/>
          <a:stretch>
            <a:fillRect/>
          </a:stretch>
        </p:blipFill>
        <p:spPr>
          <a:xfrm>
            <a:off x="1126808" y="2853690"/>
            <a:ext cx="10190290" cy="2016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6.3.2 复杂POJO绑定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custDataLst>
              <p:tags r:id="rId2"/>
            </p:custDataLst>
          </p:nvPr>
        </p:nvSpPr>
        <p:spPr>
          <a:xfrm>
            <a:off x="1143635" y="1677670"/>
            <a:ext cx="10295890" cy="4038600"/>
          </a:xfrm>
          <a:prstGeom prst="rect">
            <a:avLst/>
          </a:prstGeom>
          <a:noFill/>
          <a:ln w="9525">
            <a:noFill/>
          </a:ln>
        </p:spPr>
        <p:txBody>
          <a:bodyPr wrap="square">
            <a:spAutoFit/>
          </a:bodyPr>
          <a:p>
            <a:pPr algn="l">
              <a:lnSpc>
                <a:spcPct val="150000"/>
              </a:lnSpc>
              <a:buClrTx/>
              <a:buSzTx/>
              <a:buFontTx/>
            </a:pPr>
            <a:r>
              <a:rPr lang="zh-CN" altLang="en-US" sz="19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在进行</a:t>
            </a:r>
            <a:r>
              <a:rPr lang="it-IT" altLang="zh-CN" sz="19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复杂POJO数据绑定</a:t>
            </a:r>
            <a:r>
              <a:rPr lang="zh-CN" altLang="en-US" sz="19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时，如果数据绑定到</a:t>
            </a:r>
            <a:r>
              <a:rPr lang="it-IT" altLang="zh-CN" sz="19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List类型的属性</a:t>
            </a:r>
            <a:r>
              <a:rPr lang="zh-CN" altLang="en-US" sz="19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，请求的参数名称需要符合以下要求。</a:t>
            </a:r>
            <a:endParaRPr lang="zh-CN" altLang="en-US" sz="19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19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①如果</a:t>
            </a:r>
            <a:r>
              <a:rPr lang="it-IT" altLang="zh-CN" sz="19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List的泛型</a:t>
            </a:r>
            <a:r>
              <a:rPr lang="zh-CN" altLang="it-IT" sz="19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参数</a:t>
            </a:r>
            <a:r>
              <a:rPr lang="it-IT" altLang="zh-CN" sz="19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为简单类型</a:t>
            </a:r>
            <a:r>
              <a:rPr lang="zh-CN" altLang="en-US" sz="19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，则请求</a:t>
            </a:r>
            <a:r>
              <a:rPr lang="it-IT" altLang="zh-CN" sz="19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参数的名称</a:t>
            </a:r>
            <a:r>
              <a:rPr lang="zh-CN" altLang="en-US" sz="19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需要和POJO中</a:t>
            </a:r>
            <a:r>
              <a:rPr lang="it-IT" altLang="zh-CN" sz="19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List类型的属性名称保持一致</a:t>
            </a:r>
            <a:r>
              <a:rPr lang="zh-CN" altLang="en-US" sz="19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。例如User类中有List&lt;String&gt;类型的address属性，Spring MVC进行数据绑定时，可以将请求中多个同名参数address的数据绑定到User类的address属性中。</a:t>
            </a:r>
            <a:endParaRPr lang="zh-CN" altLang="en-US" sz="19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19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②如果</a:t>
            </a:r>
            <a:r>
              <a:rPr lang="it-IT" altLang="zh-CN" sz="19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List的泛型参数为POJO类型</a:t>
            </a:r>
            <a:r>
              <a:rPr lang="zh-CN" altLang="en-US" sz="19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，则请求</a:t>
            </a:r>
            <a:r>
              <a:rPr lang="it-IT" altLang="zh-CN" sz="19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参数名称</a:t>
            </a:r>
            <a:r>
              <a:rPr lang="zh-CN" altLang="en-US" sz="19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需要与</a:t>
            </a:r>
            <a:r>
              <a:rPr lang="it-IT" altLang="zh-CN" sz="19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POJO类的层次结构名称保持一致</a:t>
            </a:r>
            <a:r>
              <a:rPr lang="zh-CN" altLang="en-US" sz="19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使用数组格式描述对象在List中的位置。例如User类中有List&lt;Order&gt;类型的orders属性，可以将请求参数orders[索引].orderId的数据绑定到User类orders属性的orderId属性中，这里的索引是一个从0开始的整数，用于指定List中对象的位置。</a:t>
            </a:r>
            <a:endParaRPr lang="zh-CN" altLang="en-US" sz="19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0" name="TextBox 76"/>
          <p:cNvSpPr txBox="1"/>
          <p:nvPr>
            <p:custDataLst>
              <p:tags r:id="rId3"/>
            </p:custDataLst>
          </p:nvPr>
        </p:nvSpPr>
        <p:spPr>
          <a:xfrm>
            <a:off x="1040130" y="1169035"/>
            <a:ext cx="3763010" cy="468630"/>
          </a:xfrm>
          <a:prstGeom prst="rect">
            <a:avLst/>
          </a:prstGeom>
          <a:noFill/>
        </p:spPr>
        <p:txBody>
          <a:bodyPr wrap="square" rtlCol="0">
            <a:noAutofit/>
          </a:bodyPr>
          <a:p>
            <a:pPr algn="l">
              <a:buClrTx/>
              <a:buSzTx/>
              <a:buFontTx/>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90204" pitchFamily="34" charset="0"/>
              </a:rPr>
              <a:t>2.属性为List类型的数据绑定</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6.3.2 复杂POJO绑定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694888"/>
            <a:ext cx="2232248" cy="2232248"/>
          </a:xfrm>
          <a:prstGeom prst="rect">
            <a:avLst/>
          </a:prstGeom>
        </p:spPr>
      </p:pic>
      <p:grpSp>
        <p:nvGrpSpPr>
          <p:cNvPr id="10" name="组合 9"/>
          <p:cNvGrpSpPr/>
          <p:nvPr/>
        </p:nvGrpSpPr>
        <p:grpSpPr>
          <a:xfrm>
            <a:off x="5388978" y="380376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文件6-9</a:t>
                </a:r>
                <a:endParaRPr sz="1800">
                  <a:sym typeface="+mn-ea"/>
                </a:endParaRPr>
              </a:p>
              <a:p>
                <a:pPr algn="ctr"/>
                <a:r>
                  <a:rPr sz="1800">
                    <a:sym typeface="+mn-ea"/>
                    <a:hlinkClick r:id="rId5"/>
                  </a:rPr>
                  <a:t>User.java</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6" name="文本框 5"/>
          <p:cNvSpPr txBox="1"/>
          <p:nvPr>
            <p:custDataLst>
              <p:tags r:id="rId11"/>
            </p:custDataLst>
          </p:nvPr>
        </p:nvSpPr>
        <p:spPr>
          <a:xfrm>
            <a:off x="1137285" y="2313940"/>
            <a:ext cx="10419715" cy="1337945"/>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一般订单业务中，用户和订单通常是</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一对多</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映射关系</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，即用户的订单属性使用集合类型。修改文件6-7，将</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User类</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订单属性修改为List类型</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属性名称</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修改为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orders</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。由于用户一般拥有多个收货地址，同时在User类中新增</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List类型</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的订单地址属性</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address</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。修改后的User类具体代码如6-9所示。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807210"/>
            <a:ext cx="2501265" cy="546735"/>
            <a:chOff x="901662" y="1797999"/>
            <a:chExt cx="1721506" cy="546735"/>
          </a:xfrm>
        </p:grpSpPr>
        <p:sp>
          <p:nvSpPr>
            <p:cNvPr id="13" name="矩形: 圆角 6"/>
            <p:cNvSpPr/>
            <p:nvPr>
              <p:custDataLst>
                <p:tags r:id="rId1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1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（1）修改User类</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2" name="文本框 1"/>
          <p:cNvSpPr txBox="1"/>
          <p:nvPr>
            <p:custDataLst>
              <p:tags r:id="rId14"/>
            </p:custDataLst>
          </p:nvPr>
        </p:nvSpPr>
        <p:spPr>
          <a:xfrm>
            <a:off x="1120775" y="1005840"/>
            <a:ext cx="10419715" cy="50673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下面通过案例演示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复杂POJO中属性为List类型的数据绑定</a:t>
            </a:r>
            <a:r>
              <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a:t>
            </a:r>
            <a:endPar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6.3.2 复杂POJO绑定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694888"/>
            <a:ext cx="2232248" cy="2232248"/>
          </a:xfrm>
          <a:prstGeom prst="rect">
            <a:avLst/>
          </a:prstGeom>
        </p:spPr>
      </p:pic>
      <p:grpSp>
        <p:nvGrpSpPr>
          <p:cNvPr id="10" name="组合 9"/>
          <p:cNvGrpSpPr/>
          <p:nvPr/>
        </p:nvGrpSpPr>
        <p:grpSpPr>
          <a:xfrm>
            <a:off x="5388978" y="380376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文件6-10</a:t>
                </a:r>
                <a:endParaRPr sz="1800">
                  <a:sym typeface="+mn-ea"/>
                </a:endParaRPr>
              </a:p>
              <a:p>
                <a:pPr algn="ctr"/>
                <a:r>
                  <a:rPr sz="1800">
                    <a:sym typeface="+mn-ea"/>
                    <a:hlinkClick r:id="rId5"/>
                  </a:rPr>
                  <a:t>OrderController.java</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6" name="文本框 5"/>
          <p:cNvSpPr txBox="1"/>
          <p:nvPr>
            <p:custDataLst>
              <p:tags r:id="rId11"/>
            </p:custDataLst>
          </p:nvPr>
        </p:nvSpPr>
        <p:spPr>
          <a:xfrm>
            <a:off x="1137285" y="2098675"/>
            <a:ext cx="10419715"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在com.itheima.controller包中创建一个</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处理器类OrderController</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，在OrderController类中定义</a:t>
            </a:r>
            <a:r>
              <a:rPr lang="en-US"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aveOrders( ) 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，获取请求中用户的订单信息和地址信息，具体如文件6-10所示。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376680"/>
            <a:ext cx="2501265" cy="546735"/>
            <a:chOff x="901662" y="1797999"/>
            <a:chExt cx="1721506" cy="546735"/>
          </a:xfrm>
        </p:grpSpPr>
        <p:sp>
          <p:nvSpPr>
            <p:cNvPr id="13" name="矩形: 圆角 6"/>
            <p:cNvSpPr/>
            <p:nvPr>
              <p:custDataLst>
                <p:tags r:id="rId1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1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（2）创建处理器类</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6.3.2 复杂POJO绑定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1137285" y="2098675"/>
            <a:ext cx="10419715" cy="1337945"/>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启动项目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Postman</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中填写测试数据</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模拟表单数据的发送</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，其中请求的HTTP方法为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POST</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，请求的URL为http://localhost:8080/chapter06/saveOrders，携带的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表单参数</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包含</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订单信息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地址信息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，如图6-14所示。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376680"/>
            <a:ext cx="2501265" cy="546735"/>
            <a:chOff x="901662" y="1797999"/>
            <a:chExt cx="1721506" cy="546735"/>
          </a:xfrm>
        </p:grpSpPr>
        <p:sp>
          <p:nvSpPr>
            <p:cNvPr id="13"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69"/>
          <p:cNvPicPr>
            <a:picLocks noChangeAspect="1"/>
          </p:cNvPicPr>
          <p:nvPr>
            <p:custDataLst>
              <p:tags r:id="rId5"/>
            </p:custDataLst>
          </p:nvPr>
        </p:nvPicPr>
        <p:blipFill>
          <a:blip r:embed="rId6"/>
          <a:stretch>
            <a:fillRect/>
          </a:stretch>
        </p:blipFill>
        <p:spPr>
          <a:xfrm>
            <a:off x="2637155" y="3430270"/>
            <a:ext cx="7650478" cy="2844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6.3.2 复杂POJO绑定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1137285" y="2098675"/>
            <a:ext cx="10419715" cy="506730"/>
          </a:xfrm>
          <a:prstGeom prst="rect">
            <a:avLst/>
          </a:prstGeom>
          <a:noFill/>
          <a:ln w="9525">
            <a:noFill/>
          </a:ln>
        </p:spPr>
        <p:txBody>
          <a:bodyPr wrap="square">
            <a:spAutoFit/>
          </a:bodyPr>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单击“Send”按钮，IDEA控制台输出信息如下图所示。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376680"/>
            <a:ext cx="2501265" cy="546735"/>
            <a:chOff x="901662" y="1797999"/>
            <a:chExt cx="1721506" cy="546735"/>
          </a:xfrm>
        </p:grpSpPr>
        <p:sp>
          <p:nvSpPr>
            <p:cNvPr id="13"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388"/>
          <p:cNvPicPr>
            <a:picLocks noChangeAspect="1"/>
          </p:cNvPicPr>
          <p:nvPr/>
        </p:nvPicPr>
        <p:blipFill>
          <a:blip r:embed="rId5"/>
          <a:stretch>
            <a:fillRect/>
          </a:stretch>
        </p:blipFill>
        <p:spPr>
          <a:xfrm>
            <a:off x="1198880" y="2997835"/>
            <a:ext cx="9352280" cy="232473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6.3.2 复杂POJO绑定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custDataLst>
              <p:tags r:id="rId2"/>
            </p:custDataLst>
          </p:nvPr>
        </p:nvSpPr>
        <p:spPr>
          <a:xfrm>
            <a:off x="1143635" y="1677670"/>
            <a:ext cx="10295890" cy="1938020"/>
          </a:xfrm>
          <a:prstGeom prst="rect">
            <a:avLst/>
          </a:prstGeom>
          <a:noFill/>
          <a:ln w="9525">
            <a:noFill/>
          </a:ln>
        </p:spPr>
        <p:txBody>
          <a:bodyPr wrap="square">
            <a:spAutoFit/>
          </a:bodyPr>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在进行复杂POJO数据绑定时，除了可以使用POJO类型和List类型绑定多个参数的数据之外，还可以使用</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Map类型</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来完成</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多个参数的数据绑定</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。如果数据绑定到Map类型的属性，请求的</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参数名称</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需要与</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POJO类的层次结构名称保持一致</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，并使用</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键值的映射格式</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描述对象在Map中的</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位置</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，通过“Map类型的属性名[键]”格式设置对应的值。</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0" name="TextBox 76"/>
          <p:cNvSpPr txBox="1"/>
          <p:nvPr>
            <p:custDataLst>
              <p:tags r:id="rId3"/>
            </p:custDataLst>
          </p:nvPr>
        </p:nvSpPr>
        <p:spPr>
          <a:xfrm>
            <a:off x="1040130" y="1169035"/>
            <a:ext cx="3763010" cy="468630"/>
          </a:xfrm>
          <a:prstGeom prst="rect">
            <a:avLst/>
          </a:prstGeom>
          <a:noFill/>
        </p:spPr>
        <p:txBody>
          <a:bodyPr wrap="square" rtlCol="0">
            <a:noAutofit/>
          </a:bodyPr>
          <a:p>
            <a:pPr algn="l">
              <a:buClrTx/>
              <a:buSzTx/>
              <a:buFontTx/>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90204" pitchFamily="34" charset="0"/>
              </a:rPr>
              <a:t>3.属性为Map类型的数据绑定</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6.3.2 复杂POJO绑定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694888"/>
            <a:ext cx="2232248" cy="2232248"/>
          </a:xfrm>
          <a:prstGeom prst="rect">
            <a:avLst/>
          </a:prstGeom>
        </p:spPr>
      </p:pic>
      <p:grpSp>
        <p:nvGrpSpPr>
          <p:cNvPr id="10" name="组合 9"/>
          <p:cNvGrpSpPr/>
          <p:nvPr/>
        </p:nvGrpSpPr>
        <p:grpSpPr>
          <a:xfrm>
            <a:off x="5388978" y="380376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文件6-11</a:t>
                </a:r>
                <a:endParaRPr sz="1800">
                  <a:sym typeface="+mn-ea"/>
                </a:endParaRPr>
              </a:p>
              <a:p>
                <a:pPr algn="ctr"/>
                <a:r>
                  <a:rPr sz="1800">
                    <a:sym typeface="+mn-ea"/>
                    <a:hlinkClick r:id="rId5"/>
                  </a:rPr>
                  <a:t>Order.java</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6" name="文本框 5"/>
          <p:cNvSpPr txBox="1"/>
          <p:nvPr>
            <p:custDataLst>
              <p:tags r:id="rId11"/>
            </p:custDataLst>
          </p:nvPr>
        </p:nvSpPr>
        <p:spPr>
          <a:xfrm>
            <a:off x="1137285" y="2313940"/>
            <a:ext cx="10419715" cy="1337945"/>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Order类</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中新增HashMap类型的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属性productInfo</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，用于封装订单中的商品信息，其中productInfo的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键用来存放商品的类别</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，productInfo的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值用来存放商品类别对应的商品</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。修改后的Order类如文件6-11所示。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807210"/>
            <a:ext cx="2501265" cy="546735"/>
            <a:chOff x="901662" y="1797999"/>
            <a:chExt cx="1721506" cy="546735"/>
          </a:xfrm>
        </p:grpSpPr>
        <p:sp>
          <p:nvSpPr>
            <p:cNvPr id="13" name="矩形: 圆角 6"/>
            <p:cNvSpPr/>
            <p:nvPr>
              <p:custDataLst>
                <p:tags r:id="rId1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1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（1）修改Order类</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2" name="文本框 1"/>
          <p:cNvSpPr txBox="1"/>
          <p:nvPr>
            <p:custDataLst>
              <p:tags r:id="rId14"/>
            </p:custDataLst>
          </p:nvPr>
        </p:nvSpPr>
        <p:spPr>
          <a:xfrm>
            <a:off x="1120775" y="1005840"/>
            <a:ext cx="10419715" cy="50673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下面通过案例演示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复杂POJO中属性为Map类型的数据绑定</a:t>
            </a:r>
            <a:r>
              <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a:t>
            </a:r>
            <a:endPar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6.3.2 复杂POJO绑定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694888"/>
            <a:ext cx="2232248" cy="2232248"/>
          </a:xfrm>
          <a:prstGeom prst="rect">
            <a:avLst/>
          </a:prstGeom>
        </p:spPr>
      </p:pic>
      <p:grpSp>
        <p:nvGrpSpPr>
          <p:cNvPr id="10" name="组合 9"/>
          <p:cNvGrpSpPr/>
          <p:nvPr/>
        </p:nvGrpSpPr>
        <p:grpSpPr>
          <a:xfrm>
            <a:off x="5388978" y="380376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389232"/>
                <a:ext cx="342138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hlinkClick r:id="rId5"/>
                  </a:rPr>
                  <a:t>saveOrderInfo()方法</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6" name="文本框 5"/>
          <p:cNvSpPr txBox="1"/>
          <p:nvPr>
            <p:custDataLst>
              <p:tags r:id="rId11"/>
            </p:custDataLst>
          </p:nvPr>
        </p:nvSpPr>
        <p:spPr>
          <a:xfrm>
            <a:off x="1137285" y="1883410"/>
            <a:ext cx="10419715"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在文件6-10的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OrderController类</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中新增</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saveOrderInfo()方法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，在方法中定义Order参数</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获取请求中的订单信息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，并将获取到的订单信息</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输出在控制台</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，具体如下所示。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304925"/>
            <a:ext cx="2501265" cy="546735"/>
            <a:chOff x="901662" y="1797999"/>
            <a:chExt cx="1721506" cy="546735"/>
          </a:xfrm>
        </p:grpSpPr>
        <p:sp>
          <p:nvSpPr>
            <p:cNvPr id="13" name="矩形: 圆角 6"/>
            <p:cNvSpPr/>
            <p:nvPr>
              <p:custDataLst>
                <p:tags r:id="rId1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1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（2）定义处理器方法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6.3.2 复杂POJO绑定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1137285" y="1883410"/>
            <a:ext cx="10419715" cy="1337945"/>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启动项目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Postman</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中填写测试数据</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模拟表单数据的发送</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，其中请求的HTTP方法为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POST</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，请求的URL为http://localhost:8080/chapter06/orderInfo，携带的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表单参数</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包含</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订单Id和商品详情信息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304925"/>
            <a:ext cx="2501265" cy="546735"/>
            <a:chOff x="901662" y="1797999"/>
            <a:chExt cx="1721506" cy="546735"/>
          </a:xfrm>
        </p:grpSpPr>
        <p:sp>
          <p:nvSpPr>
            <p:cNvPr id="13"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64"/>
          <p:cNvPicPr>
            <a:picLocks noChangeAspect="1"/>
          </p:cNvPicPr>
          <p:nvPr>
            <p:custDataLst>
              <p:tags r:id="rId5"/>
            </p:custDataLst>
          </p:nvPr>
        </p:nvPicPr>
        <p:blipFill>
          <a:blip r:embed="rId6"/>
          <a:stretch>
            <a:fillRect/>
          </a:stretch>
        </p:blipFill>
        <p:spPr>
          <a:xfrm>
            <a:off x="2095818" y="3286125"/>
            <a:ext cx="8121165" cy="306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6.3.2 复杂POJO绑定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1137285" y="1883410"/>
            <a:ext cx="10419715" cy="506730"/>
          </a:xfrm>
          <a:prstGeom prst="rect">
            <a:avLst/>
          </a:prstGeom>
          <a:noFill/>
          <a:ln w="9525">
            <a:noFill/>
          </a:ln>
        </p:spPr>
        <p:txBody>
          <a:bodyPr wrap="square">
            <a:spAutoFit/>
          </a:bodyPr>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Postman</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中单击“Send”按钮，IDEA控制台输出信息如下图所示。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304925"/>
            <a:ext cx="2501265" cy="546735"/>
            <a:chOff x="901662" y="1797999"/>
            <a:chExt cx="1721506" cy="546735"/>
          </a:xfrm>
        </p:grpSpPr>
        <p:sp>
          <p:nvSpPr>
            <p:cNvPr id="13"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63"/>
          <p:cNvPicPr>
            <a:picLocks noChangeAspect="1"/>
          </p:cNvPicPr>
          <p:nvPr>
            <p:custDataLst>
              <p:tags r:id="rId5"/>
            </p:custDataLst>
          </p:nvPr>
        </p:nvPicPr>
        <p:blipFill>
          <a:blip r:embed="rId6"/>
          <a:stretch>
            <a:fillRect/>
          </a:stretch>
        </p:blipFill>
        <p:spPr>
          <a:xfrm>
            <a:off x="1558608" y="2709545"/>
            <a:ext cx="8986301" cy="2376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6.3.3 JSON数据绑定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449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sym typeface="+mn-ea"/>
              </a:rPr>
              <a:t>掌握</a:t>
            </a:r>
            <a:r>
              <a:rPr lang="en-US" altLang="zh-CN" dirty="0">
                <a:solidFill>
                  <a:srgbClr val="1369B2"/>
                </a:solidFill>
                <a:latin typeface="微软雅黑" panose="020B0503020204020204" pitchFamily="34" charset="-122"/>
                <a:ea typeface="微软雅黑" panose="020B0503020204020204" pitchFamily="34" charset="-122"/>
                <a:sym typeface="+mn-ea"/>
              </a:rPr>
              <a:t>JSON</a:t>
            </a:r>
            <a:r>
              <a:rPr lang="zh-CN" altLang="en-US" dirty="0">
                <a:solidFill>
                  <a:srgbClr val="1369B2"/>
                </a:solidFill>
                <a:latin typeface="微软雅黑" panose="020B0503020204020204" pitchFamily="34" charset="-122"/>
                <a:ea typeface="微软雅黑" panose="020B0503020204020204" pitchFamily="34" charset="-122"/>
                <a:sym typeface="+mn-ea"/>
              </a:rPr>
              <a:t>数据绑定</a:t>
            </a:r>
            <a:r>
              <a:rPr lang="zh-CN" altLang="en-US" dirty="0">
                <a:solidFill>
                  <a:srgbClr val="595959"/>
                </a:solidFill>
                <a:latin typeface="微软雅黑" panose="020B0503020204020204" pitchFamily="34" charset="-122"/>
                <a:ea typeface="微软雅黑" panose="020B0503020204020204" pitchFamily="34" charset="-122"/>
                <a:sym typeface="+mn-ea"/>
              </a:rPr>
              <a:t>，能够在代码中使用绑定</a:t>
            </a:r>
            <a:r>
              <a:rPr lang="en-US" altLang="zh-CN" dirty="0">
                <a:solidFill>
                  <a:srgbClr val="595959"/>
                </a:solidFill>
                <a:latin typeface="微软雅黑" panose="020B0503020204020204" pitchFamily="34" charset="-122"/>
                <a:ea typeface="微软雅黑" panose="020B0503020204020204" pitchFamily="34" charset="-122"/>
                <a:sym typeface="+mn-ea"/>
              </a:rPr>
              <a:t>JSON</a:t>
            </a:r>
            <a:r>
              <a:rPr lang="zh-CN" altLang="en-US" dirty="0">
                <a:solidFill>
                  <a:srgbClr val="595959"/>
                </a:solidFill>
                <a:latin typeface="微软雅黑" panose="020B0503020204020204" pitchFamily="34" charset="-122"/>
                <a:ea typeface="微软雅黑" panose="020B0503020204020204" pitchFamily="34" charset="-122"/>
                <a:sym typeface="+mn-ea"/>
              </a:rPr>
              <a:t>数据</a:t>
            </a:r>
            <a:endParaRPr lang="zh-CN" altLang="en-US" dirty="0">
              <a:solidFill>
                <a:srgbClr val="595959"/>
              </a:solidFill>
              <a:latin typeface="微软雅黑" panose="020B0503020204020204" pitchFamily="34" charset="-122"/>
              <a:ea typeface="微软雅黑" panose="020B0503020204020204" pitchFamily="34" charset="-122"/>
            </a:endParaRPr>
          </a:p>
          <a:p>
            <a:pPr algn="l">
              <a:lnSpc>
                <a:spcPct val="120000"/>
              </a:lnSpc>
              <a:buClrTx/>
              <a:buSzTx/>
              <a:buFontTx/>
              <a:defRPr/>
            </a:pP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6.3.3 JSON数据绑定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318260"/>
            <a:ext cx="10335895" cy="3813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JSON</a:t>
            </a:r>
            <a:r>
              <a:rPr lang="zh-CN" altLang="zh-CN" sz="2000" dirty="0">
                <a:solidFill>
                  <a:srgbClr val="595959"/>
                </a:solidFill>
                <a:latin typeface="微软雅黑" panose="020B0503020204020204" pitchFamily="34" charset="-122"/>
                <a:ea typeface="微软雅黑" panose="020B0503020204020204" pitchFamily="34" charset="-122"/>
              </a:rPr>
              <a:t>（JavaScript Object Notation，JS对象简谱）是一种轻量级的</a:t>
            </a:r>
            <a:r>
              <a:rPr lang="zh-CN" altLang="en-US" sz="2000" dirty="0">
                <a:solidFill>
                  <a:srgbClr val="1369B2"/>
                </a:solidFill>
                <a:latin typeface="微软雅黑" panose="020B0503020204020204" pitchFamily="34" charset="-122"/>
                <a:ea typeface="微软雅黑" panose="020B0503020204020204" pitchFamily="34" charset="-122"/>
                <a:cs typeface="+mn-ea"/>
              </a:rPr>
              <a:t>数据交换格式</a:t>
            </a:r>
            <a:r>
              <a:rPr lang="zh-CN" altLang="zh-CN" sz="2000" dirty="0">
                <a:solidFill>
                  <a:srgbClr val="595959"/>
                </a:solidFill>
                <a:latin typeface="微软雅黑" panose="020B0503020204020204" pitchFamily="34" charset="-122"/>
                <a:ea typeface="微软雅黑" panose="020B0503020204020204" pitchFamily="34" charset="-122"/>
              </a:rPr>
              <a:t>，它与XML（Extensible Markup Language，可扩展标记语言）一样都可以用来规范数据的格式，从而便于数据在程序之间进行交换，但相对于XML来说，</a:t>
            </a:r>
            <a:r>
              <a:rPr lang="zh-CN" altLang="en-US" sz="2000" dirty="0">
                <a:solidFill>
                  <a:srgbClr val="1369B2"/>
                </a:solidFill>
                <a:latin typeface="微软雅黑" panose="020B0503020204020204" pitchFamily="34" charset="-122"/>
                <a:ea typeface="微软雅黑" panose="020B0503020204020204" pitchFamily="34" charset="-122"/>
                <a:cs typeface="+mn-ea"/>
              </a:rPr>
              <a:t>JSON解析速度更快</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cs typeface="+mn-ea"/>
              </a:rPr>
              <a:t>占用空间更小</a:t>
            </a:r>
            <a:r>
              <a:rPr lang="zh-CN" altLang="zh-CN" sz="2000" dirty="0">
                <a:solidFill>
                  <a:srgbClr val="595959"/>
                </a:solidFill>
                <a:latin typeface="微软雅黑" panose="020B0503020204020204" pitchFamily="34" charset="-122"/>
                <a:ea typeface="微软雅黑" panose="020B0503020204020204" pitchFamily="34" charset="-122"/>
              </a:rPr>
              <a:t>。因此在实际开发中，客户端请求中发送的数据通常为JSON格式。</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Spring MVC中，当一个请求需要将</a:t>
            </a:r>
            <a:r>
              <a:rPr lang="zh-CN" altLang="en-US" sz="2000" dirty="0">
                <a:solidFill>
                  <a:srgbClr val="1369B2"/>
                </a:solidFill>
                <a:latin typeface="微软雅黑" panose="020B0503020204020204" pitchFamily="34" charset="-122"/>
                <a:ea typeface="微软雅黑" panose="020B0503020204020204" pitchFamily="34" charset="-122"/>
                <a:cs typeface="+mn-ea"/>
              </a:rPr>
              <a:t>请求体中的数据</a:t>
            </a:r>
            <a:r>
              <a:rPr lang="zh-CN" altLang="zh-CN" sz="2000" dirty="0">
                <a:solidFill>
                  <a:srgbClr val="595959"/>
                </a:solidFill>
                <a:latin typeface="微软雅黑" panose="020B0503020204020204" pitchFamily="34" charset="-122"/>
                <a:ea typeface="微软雅黑" panose="020B0503020204020204" pitchFamily="34" charset="-122"/>
              </a:rPr>
              <a:t>（通常是JSON或XML格式）转换为 </a:t>
            </a:r>
            <a:r>
              <a:rPr lang="zh-CN" altLang="en-US" sz="2000" dirty="0">
                <a:solidFill>
                  <a:srgbClr val="1369B2"/>
                </a:solidFill>
                <a:latin typeface="微软雅黑" panose="020B0503020204020204" pitchFamily="34" charset="-122"/>
                <a:ea typeface="微软雅黑" panose="020B0503020204020204" pitchFamily="34" charset="-122"/>
                <a:cs typeface="+mn-ea"/>
              </a:rPr>
              <a:t>Java 对象</a:t>
            </a:r>
            <a:r>
              <a:rPr lang="zh-CN" altLang="zh-CN" sz="2000" dirty="0">
                <a:solidFill>
                  <a:srgbClr val="595959"/>
                </a:solidFill>
                <a:latin typeface="微软雅黑" panose="020B0503020204020204" pitchFamily="34" charset="-122"/>
                <a:ea typeface="微软雅黑" panose="020B0503020204020204" pitchFamily="34" charset="-122"/>
              </a:rPr>
              <a:t>时，可以在方法参数上使用</a:t>
            </a:r>
            <a:r>
              <a:rPr lang="zh-CN" altLang="en-US" sz="2000" dirty="0">
                <a:solidFill>
                  <a:srgbClr val="1369B2"/>
                </a:solidFill>
                <a:latin typeface="微软雅黑" panose="020B0503020204020204" pitchFamily="34" charset="-122"/>
                <a:ea typeface="微软雅黑" panose="020B0503020204020204" pitchFamily="34" charset="-122"/>
                <a:cs typeface="+mn-ea"/>
              </a:rPr>
              <a:t>@RequestBody注解</a:t>
            </a:r>
            <a:r>
              <a:rPr lang="zh-CN" altLang="zh-CN" sz="2000" dirty="0">
                <a:solidFill>
                  <a:srgbClr val="595959"/>
                </a:solidFill>
                <a:latin typeface="微软雅黑" panose="020B0503020204020204" pitchFamily="34" charset="-122"/>
                <a:ea typeface="微软雅黑" panose="020B0503020204020204" pitchFamily="34" charset="-122"/>
              </a:rPr>
              <a:t>，Spring MVC框架会自动将请求体中的数据解析并</a:t>
            </a:r>
            <a:r>
              <a:rPr lang="zh-CN" altLang="en-US" sz="2000" dirty="0">
                <a:solidFill>
                  <a:srgbClr val="1369B2"/>
                </a:solidFill>
                <a:latin typeface="微软雅黑" panose="020B0503020204020204" pitchFamily="34" charset="-122"/>
                <a:ea typeface="微软雅黑" panose="020B0503020204020204" pitchFamily="34" charset="-122"/>
                <a:cs typeface="+mn-ea"/>
              </a:rPr>
              <a:t>转换为对应的Java对象</a:t>
            </a:r>
            <a:r>
              <a:rPr lang="zh-CN" altLang="zh-CN" sz="2000" dirty="0">
                <a:solidFill>
                  <a:srgbClr val="595959"/>
                </a:solidFill>
                <a:latin typeface="微软雅黑" panose="020B0503020204020204" pitchFamily="34" charset="-122"/>
                <a:ea typeface="微软雅黑" panose="020B0503020204020204" pitchFamily="34" charset="-122"/>
              </a:rPr>
              <a:t>，然后将该对象作为方法的参数传入方法中进行处理。</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6.3.3 JSON数据绑定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318260"/>
            <a:ext cx="10335895" cy="3813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l" fontAlgn="auto">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不同请求</a:t>
            </a:r>
            <a:r>
              <a:rPr lang="zh-CN" altLang="zh-CN" sz="2000" dirty="0">
                <a:solidFill>
                  <a:srgbClr val="595959"/>
                </a:solidFill>
                <a:latin typeface="微软雅黑" panose="020B0503020204020204" pitchFamily="34" charset="-122"/>
                <a:ea typeface="微软雅黑" panose="020B0503020204020204" pitchFamily="34" charset="-122"/>
              </a:rPr>
              <a:t>HttpServletRequest中数据的</a:t>
            </a:r>
            <a:r>
              <a:rPr lang="zh-CN" altLang="en-US" sz="2000" dirty="0">
                <a:solidFill>
                  <a:srgbClr val="1369B2"/>
                </a:solidFill>
                <a:latin typeface="微软雅黑" panose="020B0503020204020204" pitchFamily="34" charset="-122"/>
                <a:ea typeface="微软雅黑" panose="020B0503020204020204" pitchFamily="34" charset="-122"/>
                <a:cs typeface="+mn-ea"/>
              </a:rPr>
              <a:t>MediaType可能会不同</a:t>
            </a:r>
            <a:r>
              <a:rPr lang="zh-CN" altLang="zh-CN" sz="2000" dirty="0">
                <a:solidFill>
                  <a:srgbClr val="595959"/>
                </a:solidFill>
                <a:latin typeface="微软雅黑" panose="020B0503020204020204" pitchFamily="34" charset="-122"/>
                <a:ea typeface="微软雅黑" panose="020B0503020204020204" pitchFamily="34" charset="-122"/>
              </a:rPr>
              <a:t>，如果想将HttpServletRequest中的数据</a:t>
            </a:r>
            <a:r>
              <a:rPr lang="zh-CN" altLang="en-US" sz="2000" dirty="0">
                <a:solidFill>
                  <a:srgbClr val="1369B2"/>
                </a:solidFill>
                <a:latin typeface="微软雅黑" panose="020B0503020204020204" pitchFamily="34" charset="-122"/>
                <a:ea typeface="微软雅黑" panose="020B0503020204020204" pitchFamily="34" charset="-122"/>
                <a:cs typeface="+mn-ea"/>
              </a:rPr>
              <a:t>转换成指定对象</a:t>
            </a:r>
            <a:r>
              <a:rPr lang="zh-CN" altLang="zh-CN" sz="2000" dirty="0">
                <a:solidFill>
                  <a:srgbClr val="595959"/>
                </a:solidFill>
                <a:latin typeface="微软雅黑" panose="020B0503020204020204" pitchFamily="34" charset="-122"/>
                <a:ea typeface="微软雅黑" panose="020B0503020204020204" pitchFamily="34" charset="-122"/>
              </a:rPr>
              <a:t>，或者将对象转换成指定格式的数据，就需要使用对应的</a:t>
            </a:r>
            <a:r>
              <a:rPr lang="zh-CN" altLang="en-US" sz="2000" dirty="0">
                <a:solidFill>
                  <a:srgbClr val="1369B2"/>
                </a:solidFill>
                <a:latin typeface="微软雅黑" panose="020B0503020204020204" pitchFamily="34" charset="-122"/>
                <a:ea typeface="微软雅黑" panose="020B0503020204020204" pitchFamily="34" charset="-122"/>
                <a:cs typeface="+mn-ea"/>
              </a:rPr>
              <a:t>消息转换器</a:t>
            </a:r>
            <a:r>
              <a:rPr lang="zh-CN" altLang="zh-CN" sz="2000" dirty="0">
                <a:solidFill>
                  <a:srgbClr val="595959"/>
                </a:solidFill>
                <a:latin typeface="微软雅黑" panose="020B0503020204020204" pitchFamily="34" charset="-122"/>
                <a:ea typeface="微软雅黑" panose="020B0503020204020204" pitchFamily="34" charset="-122"/>
              </a:rPr>
              <a:t>来实现。</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Spring中提供了一个</a:t>
            </a:r>
            <a:r>
              <a:rPr lang="zh-CN" altLang="en-US" sz="2000" dirty="0">
                <a:solidFill>
                  <a:srgbClr val="1369B2"/>
                </a:solidFill>
                <a:latin typeface="微软雅黑" panose="020B0503020204020204" pitchFamily="34" charset="-122"/>
                <a:ea typeface="微软雅黑" panose="020B0503020204020204" pitchFamily="34" charset="-122"/>
                <a:cs typeface="+mn-ea"/>
              </a:rPr>
              <a:t>HttpMessageConverter接口</a:t>
            </a:r>
            <a:r>
              <a:rPr lang="zh-CN" altLang="zh-CN" sz="2000" dirty="0">
                <a:solidFill>
                  <a:srgbClr val="595959"/>
                </a:solidFill>
                <a:latin typeface="微软雅黑" panose="020B0503020204020204" pitchFamily="34" charset="-122"/>
                <a:ea typeface="微软雅黑" panose="020B0503020204020204" pitchFamily="34" charset="-122"/>
              </a:rPr>
              <a:t>作为消息转换器，针对不同数据类型的转换，Spring中提供了多个HttpMessageConverter接口的实现类，其中</a:t>
            </a:r>
            <a:r>
              <a:rPr lang="zh-CN" altLang="en-US" sz="2000" dirty="0">
                <a:solidFill>
                  <a:srgbClr val="1369B2"/>
                </a:solidFill>
                <a:latin typeface="微软雅黑" panose="020B0503020204020204" pitchFamily="34" charset="-122"/>
                <a:ea typeface="微软雅黑" panose="020B0503020204020204" pitchFamily="34" charset="-122"/>
                <a:cs typeface="+mn-ea"/>
              </a:rPr>
              <a:t>MappingJackson2HttpMessageConverter是HttpMessageConverter接口的实现类之一</a:t>
            </a:r>
            <a:r>
              <a:rPr lang="zh-CN" altLang="zh-CN" sz="2000" dirty="0">
                <a:solidFill>
                  <a:srgbClr val="595959"/>
                </a:solidFill>
                <a:latin typeface="微软雅黑" panose="020B0503020204020204" pitchFamily="34" charset="-122"/>
                <a:ea typeface="微软雅黑" panose="020B0503020204020204" pitchFamily="34" charset="-122"/>
              </a:rPr>
              <a:t>，在处理请求时，可以</a:t>
            </a:r>
            <a:r>
              <a:rPr lang="zh-CN" altLang="en-US" sz="2000" dirty="0">
                <a:solidFill>
                  <a:srgbClr val="1369B2"/>
                </a:solidFill>
                <a:latin typeface="微软雅黑" panose="020B0503020204020204" pitchFamily="34" charset="-122"/>
                <a:ea typeface="微软雅黑" panose="020B0503020204020204" pitchFamily="34" charset="-122"/>
                <a:cs typeface="+mn-ea"/>
              </a:rPr>
              <a:t>将请求的JSON报文绑定到处理器的参数对象</a:t>
            </a:r>
            <a:r>
              <a:rPr lang="zh-CN" altLang="zh-CN" sz="2000" dirty="0">
                <a:solidFill>
                  <a:srgbClr val="595959"/>
                </a:solidFill>
                <a:latin typeface="微软雅黑" panose="020B0503020204020204" pitchFamily="34" charset="-122"/>
                <a:ea typeface="微软雅黑" panose="020B0503020204020204" pitchFamily="34" charset="-122"/>
              </a:rPr>
              <a:t>，在</a:t>
            </a:r>
            <a:r>
              <a:rPr lang="zh-CN" altLang="en-US" sz="2000" dirty="0">
                <a:solidFill>
                  <a:srgbClr val="1369B2"/>
                </a:solidFill>
                <a:latin typeface="微软雅黑" panose="020B0503020204020204" pitchFamily="34" charset="-122"/>
                <a:ea typeface="微软雅黑" panose="020B0503020204020204" pitchFamily="34" charset="-122"/>
                <a:cs typeface="+mn-ea"/>
              </a:rPr>
              <a:t>响应</a:t>
            </a:r>
            <a:r>
              <a:rPr lang="zh-CN" altLang="zh-CN" sz="2000" dirty="0">
                <a:solidFill>
                  <a:srgbClr val="595959"/>
                </a:solidFill>
                <a:latin typeface="微软雅黑" panose="020B0503020204020204" pitchFamily="34" charset="-122"/>
                <a:ea typeface="微软雅黑" panose="020B0503020204020204" pitchFamily="34" charset="-122"/>
              </a:rPr>
              <a:t>请求时，将处理器的</a:t>
            </a:r>
            <a:r>
              <a:rPr lang="zh-CN" altLang="en-US" sz="2000" dirty="0">
                <a:solidFill>
                  <a:srgbClr val="1369B2"/>
                </a:solidFill>
                <a:latin typeface="微软雅黑" panose="020B0503020204020204" pitchFamily="34" charset="-122"/>
                <a:ea typeface="微软雅黑" panose="020B0503020204020204" pitchFamily="34" charset="-122"/>
                <a:cs typeface="+mn-ea"/>
              </a:rPr>
              <a:t>返回值转换成JSON报文</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6.3.3 JSON数据绑定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766643"/>
            <a:ext cx="2232248" cy="2232248"/>
          </a:xfrm>
          <a:prstGeom prst="rect">
            <a:avLst/>
          </a:prstGeom>
        </p:spPr>
      </p:pic>
      <p:grpSp>
        <p:nvGrpSpPr>
          <p:cNvPr id="10" name="组合 9"/>
          <p:cNvGrpSpPr/>
          <p:nvPr/>
        </p:nvGrpSpPr>
        <p:grpSpPr>
          <a:xfrm>
            <a:off x="5388978" y="387551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389232"/>
                <a:ext cx="342138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zh-CN" sz="1800">
                    <a:sym typeface="+mn-ea"/>
                    <a:hlinkClick r:id="rId5"/>
                  </a:rPr>
                  <a:t>引入的依赖</a:t>
                </a:r>
                <a:endParaRPr lang="zh-CN"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6" name="文本框 5"/>
          <p:cNvSpPr txBox="1"/>
          <p:nvPr>
            <p:custDataLst>
              <p:tags r:id="rId11"/>
            </p:custDataLst>
          </p:nvPr>
        </p:nvSpPr>
        <p:spPr>
          <a:xfrm>
            <a:off x="1137285" y="2600960"/>
            <a:ext cx="10419715" cy="1337945"/>
          </a:xfrm>
          <a:prstGeom prst="rect">
            <a:avLst/>
          </a:prstGeom>
          <a:noFill/>
          <a:ln w="9525">
            <a:noFill/>
          </a:ln>
        </p:spPr>
        <p:txBody>
          <a:bodyPr wrap="square">
            <a:spAutoFit/>
          </a:bodyPr>
          <a:p>
            <a:pPr algn="l">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MappingJackson2HttpMessageConverter</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实现Java对象和JSON字符串之间的转换</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依赖于Jackson数据绑定的依赖jackson-databind</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，对此，在项目chapter06的pom.xml文件中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引入</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该</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依赖</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，具体如下所示。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custDataLst>
              <p:tags r:id="rId12"/>
            </p:custDataLst>
          </p:nvPr>
        </p:nvSpPr>
        <p:spPr>
          <a:xfrm>
            <a:off x="1143635" y="1247140"/>
            <a:ext cx="10295890" cy="50673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下面通过案例演示Spring MVC中的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JSON数据绑定</a:t>
            </a:r>
            <a:r>
              <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a:t>
            </a:r>
            <a:endPar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endParaRPr>
          </a:p>
        </p:txBody>
      </p:sp>
      <p:grpSp>
        <p:nvGrpSpPr>
          <p:cNvPr id="11" name="组合 10"/>
          <p:cNvGrpSpPr/>
          <p:nvPr/>
        </p:nvGrpSpPr>
        <p:grpSpPr>
          <a:xfrm>
            <a:off x="922020" y="2094230"/>
            <a:ext cx="2501265" cy="546735"/>
            <a:chOff x="901662" y="1797999"/>
            <a:chExt cx="1721506" cy="546735"/>
          </a:xfrm>
        </p:grpSpPr>
        <p:sp>
          <p:nvSpPr>
            <p:cNvPr id="13" name="矩形: 圆角 6"/>
            <p:cNvSpPr/>
            <p:nvPr>
              <p:custDataLst>
                <p:tags r:id="rId1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1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（1）引入依赖</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6.3.3 JSON数据绑定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766643"/>
            <a:ext cx="2232248" cy="2232248"/>
          </a:xfrm>
          <a:prstGeom prst="rect">
            <a:avLst/>
          </a:prstGeom>
        </p:spPr>
      </p:pic>
      <p:grpSp>
        <p:nvGrpSpPr>
          <p:cNvPr id="10" name="组合 9"/>
          <p:cNvGrpSpPr/>
          <p:nvPr/>
        </p:nvGrpSpPr>
        <p:grpSpPr>
          <a:xfrm>
            <a:off x="5388978" y="387551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buClrTx/>
                  <a:buSzTx/>
                  <a:buFontTx/>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hlinkClick r:id="rId5"/>
                  </a:rPr>
                  <a:t>saveUser()方法和</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hlinkClick r:id="rId5"/>
                </a:endParaRPr>
              </a:p>
              <a:p>
                <a:pPr algn="ctr">
                  <a:buClrTx/>
                  <a:buSzTx/>
                  <a:buFontTx/>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hlinkClick r:id="rId5"/>
                  </a:rPr>
                  <a:t>saveUserList()方法</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6" name="文本框 5"/>
          <p:cNvSpPr txBox="1"/>
          <p:nvPr>
            <p:custDataLst>
              <p:tags r:id="rId11"/>
            </p:custDataLst>
          </p:nvPr>
        </p:nvSpPr>
        <p:spPr>
          <a:xfrm>
            <a:off x="1137285" y="1739900"/>
            <a:ext cx="10419715" cy="1337945"/>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修改文件6-8，在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UserController类中</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新增</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saveUser()方</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法和</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saveUserList()方法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，分别用于获取请求中的单个用户信息和多个用户信息。使用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@RequestBody注解</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结合Jackson提供的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JSON格式转换器</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，即可完成JSON格式数据绑定到方法参数中。</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233170"/>
            <a:ext cx="2501265" cy="546735"/>
            <a:chOff x="901662" y="1797999"/>
            <a:chExt cx="1721506" cy="546735"/>
          </a:xfrm>
        </p:grpSpPr>
        <p:sp>
          <p:nvSpPr>
            <p:cNvPr id="13" name="矩形: 圆角 6"/>
            <p:cNvSpPr/>
            <p:nvPr>
              <p:custDataLst>
                <p:tags r:id="rId1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1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（2）定义处理器方法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6.3.3 JSON数据绑定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1137285" y="1739900"/>
            <a:ext cx="10419715" cy="922020"/>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启动项目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，在Postman中填写测试数据模</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拟JSON数据的发送</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，其中请求的HTTP方法为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POST</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，请求的URL为http://localhost:8080/chapter06/saveUser，携带的数据为JSON格式，如下图所示。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233170"/>
            <a:ext cx="2501265" cy="546735"/>
            <a:chOff x="901662" y="1797999"/>
            <a:chExt cx="1721506" cy="546735"/>
          </a:xfrm>
        </p:grpSpPr>
        <p:sp>
          <p:nvSpPr>
            <p:cNvPr id="13"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61"/>
          <p:cNvPicPr>
            <a:picLocks noChangeAspect="1"/>
          </p:cNvPicPr>
          <p:nvPr>
            <p:custDataLst>
              <p:tags r:id="rId5"/>
            </p:custDataLst>
          </p:nvPr>
        </p:nvPicPr>
        <p:blipFill>
          <a:blip r:embed="rId6"/>
          <a:stretch>
            <a:fillRect/>
          </a:stretch>
        </p:blipFill>
        <p:spPr>
          <a:xfrm>
            <a:off x="2279650" y="2853373"/>
            <a:ext cx="8231857" cy="3312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6.3.3 JSON数据绑定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1137285" y="1883410"/>
            <a:ext cx="10419715" cy="506730"/>
          </a:xfrm>
          <a:prstGeom prst="rect">
            <a:avLst/>
          </a:prstGeom>
          <a:noFill/>
          <a:ln w="9525">
            <a:noFill/>
          </a:ln>
        </p:spPr>
        <p:txBody>
          <a:bodyPr wrap="square">
            <a:spAutoFit/>
          </a:bodyPr>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单击</a:t>
            </a:r>
            <a:r>
              <a:rPr lang="en-US" altLang="zh-CN"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Postman</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中的“Send”按钮，IDEA控制台输出如下图所示。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233170"/>
            <a:ext cx="2501265" cy="546735"/>
            <a:chOff x="901662" y="1797999"/>
            <a:chExt cx="1721506" cy="546735"/>
          </a:xfrm>
        </p:grpSpPr>
        <p:sp>
          <p:nvSpPr>
            <p:cNvPr id="13"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381"/>
          <p:cNvPicPr>
            <a:picLocks noChangeAspect="1"/>
          </p:cNvPicPr>
          <p:nvPr/>
        </p:nvPicPr>
        <p:blipFill>
          <a:blip r:embed="rId5"/>
          <a:stretch>
            <a:fillRect/>
          </a:stretch>
        </p:blipFill>
        <p:spPr>
          <a:xfrm>
            <a:off x="1143635" y="2781935"/>
            <a:ext cx="9356725" cy="190309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6.3.3 JSON数据绑定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1137285" y="1883410"/>
            <a:ext cx="10419715" cy="1337945"/>
          </a:xfrm>
          <a:prstGeom prst="rect">
            <a:avLst/>
          </a:prstGeom>
          <a:noFill/>
          <a:ln w="9525">
            <a:noFill/>
          </a:ln>
        </p:spPr>
        <p:txBody>
          <a:bodyPr wrap="square">
            <a:spAutoFit/>
          </a:bodyPr>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在Postman中填写测试数据</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模拟多个用户信息的JSON数据的发送</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，其中请求的HTTP方法为POST，请求的URL为http://localhost:8080/chapter06/saveUserList，携带的数据为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多个用户信息的JSON数据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233170"/>
            <a:ext cx="2501265" cy="546735"/>
            <a:chOff x="901662" y="1797999"/>
            <a:chExt cx="1721506" cy="546735"/>
          </a:xfrm>
        </p:grpSpPr>
        <p:sp>
          <p:nvSpPr>
            <p:cNvPr id="13"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55"/>
          <p:cNvPicPr>
            <a:picLocks noChangeAspect="1"/>
          </p:cNvPicPr>
          <p:nvPr>
            <p:custDataLst>
              <p:tags r:id="rId5"/>
            </p:custDataLst>
          </p:nvPr>
        </p:nvPicPr>
        <p:blipFill>
          <a:blip r:embed="rId6"/>
          <a:stretch>
            <a:fillRect/>
          </a:stretch>
        </p:blipFill>
        <p:spPr>
          <a:xfrm>
            <a:off x="3503295" y="2997835"/>
            <a:ext cx="5415219" cy="3276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6.3.3 JSON数据绑定</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1137285" y="1955165"/>
            <a:ext cx="10419715" cy="506730"/>
          </a:xfrm>
          <a:prstGeom prst="rect">
            <a:avLst/>
          </a:prstGeom>
          <a:noFill/>
          <a:ln w="9525">
            <a:noFill/>
          </a:ln>
        </p:spPr>
        <p:txBody>
          <a:bodyPr wrap="square">
            <a:spAutoFit/>
          </a:bodyPr>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单击</a:t>
            </a:r>
            <a:r>
              <a:rPr lang="en-US" altLang="zh-CN"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Postman</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中的“Send”按钮，IDEA控制台输出如下图所示。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233170"/>
            <a:ext cx="2501265" cy="546735"/>
            <a:chOff x="901662" y="1797999"/>
            <a:chExt cx="1721506" cy="546735"/>
          </a:xfrm>
        </p:grpSpPr>
        <p:sp>
          <p:nvSpPr>
            <p:cNvPr id="13"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380"/>
          <p:cNvPicPr>
            <a:picLocks noChangeAspect="1"/>
          </p:cNvPicPr>
          <p:nvPr/>
        </p:nvPicPr>
        <p:blipFill>
          <a:blip r:embed="rId5"/>
          <a:stretch>
            <a:fillRect/>
          </a:stretch>
        </p:blipFill>
        <p:spPr>
          <a:xfrm>
            <a:off x="1143635" y="2925445"/>
            <a:ext cx="9531985" cy="190881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667" y="3014256"/>
            <a:ext cx="6013520" cy="768350"/>
          </a:xfrm>
          <a:prstGeom prst="rect">
            <a:avLst/>
          </a:prstGeom>
          <a:noFill/>
        </p:spPr>
        <p:txBody>
          <a:bodyPr wrap="square" lIns="91443" tIns="45720" rIns="91443" bIns="45720" rtlCol="0">
            <a:spAutoFit/>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页面跳转</a:t>
            </a:r>
            <a:endPar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6.4</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35"/>
          <p:cNvSpPr txBox="1">
            <a:spLocks noChangeArrowheads="1"/>
          </p:cNvSpPr>
          <p:nvPr>
            <p:custDataLst>
              <p:tags r:id="rId1"/>
            </p:custDataLst>
          </p:nvPr>
        </p:nvSpPr>
        <p:spPr bwMode="auto">
          <a:xfrm>
            <a:off x="1054735" y="2394585"/>
            <a:ext cx="10335895" cy="289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在Spring MVC中，客户端与服务器端之间的交互主要涉及请求和响应。当客户端发送请求到服务器端时，开发者可以根据交互的具体需求采取</a:t>
            </a:r>
            <a:r>
              <a:rPr lang="zh-CN" altLang="en-US" sz="2000" dirty="0">
                <a:solidFill>
                  <a:srgbClr val="1369B2"/>
                </a:solidFill>
                <a:latin typeface="微软雅黑" panose="020B0503020204020204" pitchFamily="34" charset="-122"/>
                <a:ea typeface="微软雅黑" panose="020B0503020204020204" pitchFamily="34" charset="-122"/>
                <a:cs typeface="+mn-ea"/>
              </a:rPr>
              <a:t>不同的响应方式</a:t>
            </a:r>
            <a:r>
              <a:rPr lang="zh-CN" altLang="zh-CN" sz="2000" dirty="0">
                <a:solidFill>
                  <a:srgbClr val="595959"/>
                </a:solidFill>
                <a:latin typeface="微软雅黑" panose="020B0503020204020204" pitchFamily="34" charset="-122"/>
                <a:ea typeface="微软雅黑" panose="020B0503020204020204" pitchFamily="34" charset="-122"/>
              </a:rPr>
              <a:t>。Spring MVC的响应方式通常可以分为</a:t>
            </a:r>
            <a:r>
              <a:rPr lang="zh-CN" altLang="en-US" sz="2000" dirty="0">
                <a:solidFill>
                  <a:srgbClr val="1369B2"/>
                </a:solidFill>
                <a:latin typeface="微软雅黑" panose="020B0503020204020204" pitchFamily="34" charset="-122"/>
                <a:ea typeface="微软雅黑" panose="020B0503020204020204" pitchFamily="34" charset="-122"/>
                <a:cs typeface="+mn-ea"/>
              </a:rPr>
              <a:t>页面跳转</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cs typeface="+mn-ea"/>
              </a:rPr>
              <a:t>数据回写</a:t>
            </a:r>
            <a:r>
              <a:rPr lang="zh-CN" altLang="zh-CN" sz="2000" dirty="0">
                <a:solidFill>
                  <a:srgbClr val="595959"/>
                </a:solidFill>
                <a:latin typeface="微软雅黑" panose="020B0503020204020204" pitchFamily="34" charset="-122"/>
                <a:ea typeface="微软雅黑" panose="020B0503020204020204" pitchFamily="34" charset="-122"/>
              </a:rPr>
              <a:t>两种。Spring MVC使用页面跳转的方式进行响应时，可以通过</a:t>
            </a:r>
            <a:r>
              <a:rPr lang="zh-CN" altLang="en-US" sz="2000" dirty="0">
                <a:solidFill>
                  <a:srgbClr val="1369B2"/>
                </a:solidFill>
                <a:latin typeface="微软雅黑" panose="020B0503020204020204" pitchFamily="34" charset="-122"/>
                <a:ea typeface="微软雅黑" panose="020B0503020204020204" pitchFamily="34" charset="-122"/>
                <a:cs typeface="+mn-ea"/>
              </a:rPr>
              <a:t>方法的返回值指定跳转页面</a:t>
            </a:r>
            <a:r>
              <a:rPr lang="zh-CN" altLang="zh-CN" sz="2000" dirty="0">
                <a:solidFill>
                  <a:srgbClr val="595959"/>
                </a:solidFill>
                <a:latin typeface="微软雅黑" panose="020B0503020204020204" pitchFamily="34" charset="-122"/>
                <a:ea typeface="微软雅黑" panose="020B0503020204020204" pitchFamily="34" charset="-122"/>
              </a:rPr>
              <a:t>。页面跳转时，方法的返回值可以设定三种类型，分别是</a:t>
            </a:r>
            <a:r>
              <a:rPr lang="zh-CN" altLang="en-US" sz="2000" dirty="0">
                <a:solidFill>
                  <a:srgbClr val="1369B2"/>
                </a:solidFill>
                <a:latin typeface="微软雅黑" panose="020B0503020204020204" pitchFamily="34" charset="-122"/>
                <a:ea typeface="微软雅黑" panose="020B0503020204020204" pitchFamily="34" charset="-122"/>
                <a:cs typeface="+mn-ea"/>
              </a:rPr>
              <a:t>void、String类型和ModelAndView类型</a:t>
            </a:r>
            <a:r>
              <a:rPr lang="zh-CN" altLang="zh-CN" sz="2000" dirty="0">
                <a:solidFill>
                  <a:srgbClr val="595959"/>
                </a:solidFill>
                <a:latin typeface="微软雅黑" panose="020B0503020204020204" pitchFamily="34" charset="-122"/>
                <a:ea typeface="微软雅黑" panose="020B0503020204020204" pitchFamily="34" charset="-122"/>
              </a:rPr>
              <a:t>。本节分别对这三种类型返回值的页面跳转进行讲解。</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9" name="圆角矩形 8"/>
          <p:cNvSpPr/>
          <p:nvPr>
            <p:custDataLst>
              <p:tags r:id="rId2"/>
            </p:custDataLst>
          </p:nvPr>
        </p:nvSpPr>
        <p:spPr>
          <a:xfrm>
            <a:off x="1031240" y="2238375"/>
            <a:ext cx="10427335" cy="318452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0" name="矩形 93"/>
          <p:cNvSpPr/>
          <p:nvPr>
            <p:custDataLst>
              <p:tags r:id="rId3"/>
            </p:custDataLst>
          </p:nvPr>
        </p:nvSpPr>
        <p:spPr>
          <a:xfrm>
            <a:off x="998855" y="2178685"/>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1" name="矩形 93"/>
          <p:cNvSpPr/>
          <p:nvPr>
            <p:custDataLst>
              <p:tags r:id="rId4"/>
            </p:custDataLst>
          </p:nvPr>
        </p:nvSpPr>
        <p:spPr>
          <a:xfrm rot="10800000">
            <a:off x="11135360" y="4946015"/>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6.4.1	返回值为void的页面跳转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563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sym typeface="+mn-ea"/>
              </a:rPr>
              <a:t>掌握</a:t>
            </a:r>
            <a:r>
              <a:rPr lang="zh-CN" altLang="zh-CN" dirty="0">
                <a:solidFill>
                  <a:srgbClr val="1369B2"/>
                </a:solidFill>
                <a:latin typeface="微软雅黑" panose="020B0503020204020204" pitchFamily="34" charset="-122"/>
                <a:ea typeface="微软雅黑" panose="020B0503020204020204" pitchFamily="34" charset="-122"/>
                <a:sym typeface="+mn-ea"/>
              </a:rPr>
              <a:t>返回值为</a:t>
            </a:r>
            <a:r>
              <a:rPr lang="en-US" altLang="zh-CN" dirty="0">
                <a:solidFill>
                  <a:srgbClr val="1369B2"/>
                </a:solidFill>
                <a:latin typeface="微软雅黑" panose="020B0503020204020204" pitchFamily="34" charset="-122"/>
                <a:ea typeface="微软雅黑" panose="020B0503020204020204" pitchFamily="34" charset="-122"/>
                <a:sym typeface="+mn-ea"/>
              </a:rPr>
              <a:t>void</a:t>
            </a:r>
            <a:r>
              <a:rPr lang="zh-CN" altLang="zh-CN" dirty="0">
                <a:solidFill>
                  <a:srgbClr val="1369B2"/>
                </a:solidFill>
                <a:latin typeface="微软雅黑" panose="020B0503020204020204" pitchFamily="34" charset="-122"/>
                <a:ea typeface="微软雅黑" panose="020B0503020204020204" pitchFamily="34" charset="-122"/>
                <a:sym typeface="+mn-ea"/>
              </a:rPr>
              <a:t>的页面跳转</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6.4.1	返回值为void的页面跳转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461770"/>
            <a:ext cx="10335895" cy="196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当Spring MVC方法的</a:t>
            </a:r>
            <a:r>
              <a:rPr lang="zh-CN" altLang="en-US" sz="2000" dirty="0">
                <a:solidFill>
                  <a:srgbClr val="1369B2"/>
                </a:solidFill>
                <a:latin typeface="微软雅黑" panose="020B0503020204020204" pitchFamily="34" charset="-122"/>
                <a:ea typeface="微软雅黑" panose="020B0503020204020204" pitchFamily="34" charset="-122"/>
                <a:cs typeface="+mn-ea"/>
              </a:rPr>
              <a:t>返回值为void</a:t>
            </a:r>
            <a:r>
              <a:rPr lang="zh-CN" altLang="zh-CN" sz="2000" dirty="0">
                <a:solidFill>
                  <a:srgbClr val="595959"/>
                </a:solidFill>
                <a:latin typeface="微软雅黑" panose="020B0503020204020204" pitchFamily="34" charset="-122"/>
                <a:ea typeface="微软雅黑" panose="020B0503020204020204" pitchFamily="34" charset="-122"/>
              </a:rPr>
              <a:t>时，方法执行后会跳转到</a:t>
            </a:r>
            <a:r>
              <a:rPr lang="zh-CN" altLang="en-US" sz="2000" dirty="0">
                <a:solidFill>
                  <a:srgbClr val="1369B2"/>
                </a:solidFill>
                <a:latin typeface="微软雅黑" panose="020B0503020204020204" pitchFamily="34" charset="-122"/>
                <a:ea typeface="微软雅黑" panose="020B0503020204020204" pitchFamily="34" charset="-122"/>
                <a:cs typeface="+mn-ea"/>
              </a:rPr>
              <a:t>默认的页面</a:t>
            </a:r>
            <a:r>
              <a:rPr lang="zh-CN" altLang="zh-CN" sz="2000" dirty="0">
                <a:solidFill>
                  <a:srgbClr val="595959"/>
                </a:solidFill>
                <a:latin typeface="微软雅黑" panose="020B0503020204020204" pitchFamily="34" charset="-122"/>
                <a:ea typeface="微软雅黑" panose="020B0503020204020204" pitchFamily="34" charset="-122"/>
              </a:rPr>
              <a:t>。默认页面的路径会由方法映射路径和视图解析器中的前缀、后缀拼接成，</a:t>
            </a:r>
            <a:r>
              <a:rPr lang="zh-CN" altLang="en-US" sz="2000" dirty="0">
                <a:solidFill>
                  <a:srgbClr val="1369B2"/>
                </a:solidFill>
                <a:latin typeface="微软雅黑" panose="020B0503020204020204" pitchFamily="34" charset="-122"/>
                <a:ea typeface="微软雅黑" panose="020B0503020204020204" pitchFamily="34" charset="-122"/>
                <a:cs typeface="+mn-ea"/>
              </a:rPr>
              <a:t>拼接格式</a:t>
            </a:r>
            <a:r>
              <a:rPr lang="zh-CN" altLang="zh-CN" sz="2000" dirty="0">
                <a:solidFill>
                  <a:srgbClr val="595959"/>
                </a:solidFill>
                <a:latin typeface="微软雅黑" panose="020B0503020204020204" pitchFamily="34" charset="-122"/>
                <a:ea typeface="微软雅黑" panose="020B0503020204020204" pitchFamily="34" charset="-122"/>
              </a:rPr>
              <a:t>为“</a:t>
            </a:r>
            <a:r>
              <a:rPr lang="zh-CN" altLang="en-US" sz="2000" dirty="0">
                <a:solidFill>
                  <a:srgbClr val="1369B2"/>
                </a:solidFill>
                <a:latin typeface="微软雅黑" panose="020B0503020204020204" pitchFamily="34" charset="-122"/>
                <a:ea typeface="微软雅黑" panose="020B0503020204020204" pitchFamily="34" charset="-122"/>
                <a:cs typeface="+mn-ea"/>
              </a:rPr>
              <a:t>前缀+方法中的映射路径+后缀</a:t>
            </a:r>
            <a:r>
              <a:rPr lang="zh-CN" altLang="zh-CN" sz="2000" dirty="0">
                <a:solidFill>
                  <a:srgbClr val="595959"/>
                </a:solidFill>
                <a:latin typeface="微软雅黑" panose="020B0503020204020204" pitchFamily="34" charset="-122"/>
                <a:ea typeface="微软雅黑" panose="020B0503020204020204" pitchFamily="34" charset="-122"/>
              </a:rPr>
              <a:t>”。如果Spring MVC的配置文件中</a:t>
            </a:r>
            <a:r>
              <a:rPr lang="zh-CN" altLang="en-US" sz="2000" dirty="0">
                <a:solidFill>
                  <a:srgbClr val="1369B2"/>
                </a:solidFill>
                <a:latin typeface="微软雅黑" panose="020B0503020204020204" pitchFamily="34" charset="-122"/>
                <a:ea typeface="微软雅黑" panose="020B0503020204020204" pitchFamily="34" charset="-122"/>
                <a:cs typeface="+mn-ea"/>
              </a:rPr>
              <a:t>没有配置视图解析器</a:t>
            </a:r>
            <a:r>
              <a:rPr lang="zh-CN" altLang="zh-CN" sz="2000" dirty="0">
                <a:solidFill>
                  <a:srgbClr val="595959"/>
                </a:solidFill>
                <a:latin typeface="微软雅黑" panose="020B0503020204020204" pitchFamily="34" charset="-122"/>
                <a:ea typeface="微软雅黑" panose="020B0503020204020204" pitchFamily="34" charset="-122"/>
              </a:rPr>
              <a:t>，则会报</a:t>
            </a:r>
            <a:r>
              <a:rPr lang="zh-CN" altLang="en-US" sz="2000" dirty="0">
                <a:solidFill>
                  <a:srgbClr val="1369B2"/>
                </a:solidFill>
                <a:latin typeface="微软雅黑" panose="020B0503020204020204" pitchFamily="34" charset="-122"/>
                <a:ea typeface="微软雅黑" panose="020B0503020204020204" pitchFamily="34" charset="-122"/>
                <a:cs typeface="+mn-ea"/>
              </a:rPr>
              <a:t>HTTP Status 500错误</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6.4.1	返回值为void的页面跳转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766643"/>
            <a:ext cx="2232248" cy="2232248"/>
          </a:xfrm>
          <a:prstGeom prst="rect">
            <a:avLst/>
          </a:prstGeom>
        </p:spPr>
      </p:pic>
      <p:grpSp>
        <p:nvGrpSpPr>
          <p:cNvPr id="10" name="组合 9"/>
          <p:cNvGrpSpPr/>
          <p:nvPr/>
        </p:nvGrpSpPr>
        <p:grpSpPr>
          <a:xfrm>
            <a:off x="5388978" y="387551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317477"/>
                <a:ext cx="342138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zh-CN" sz="1800">
                    <a:sym typeface="+mn-ea"/>
                    <a:hlinkClick r:id="rId5"/>
                  </a:rPr>
                  <a:t>视图解析器配置</a:t>
                </a:r>
                <a:endParaRPr lang="zh-CN"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6" name="文本框 5"/>
          <p:cNvSpPr txBox="1"/>
          <p:nvPr>
            <p:custDataLst>
              <p:tags r:id="rId11"/>
            </p:custDataLst>
          </p:nvPr>
        </p:nvSpPr>
        <p:spPr>
          <a:xfrm>
            <a:off x="1137285" y="2600960"/>
            <a:ext cx="10419715"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将</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配套资源</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pages文件夹复制</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到项目的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webapp目录下</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，并确定spring-mvc.xml配置文件中的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视图解析器配置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如下。</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custDataLst>
              <p:tags r:id="rId12"/>
            </p:custDataLst>
          </p:nvPr>
        </p:nvSpPr>
        <p:spPr>
          <a:xfrm>
            <a:off x="1143635" y="1247140"/>
            <a:ext cx="10295890" cy="50673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下面通过案例演示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返回值为void的页面跳转面</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endParaRPr>
          </a:p>
        </p:txBody>
      </p:sp>
      <p:grpSp>
        <p:nvGrpSpPr>
          <p:cNvPr id="11" name="组合 10"/>
          <p:cNvGrpSpPr/>
          <p:nvPr/>
        </p:nvGrpSpPr>
        <p:grpSpPr>
          <a:xfrm>
            <a:off x="922020" y="2094230"/>
            <a:ext cx="2501265" cy="546735"/>
            <a:chOff x="901662" y="1797999"/>
            <a:chExt cx="1721506" cy="546735"/>
          </a:xfrm>
        </p:grpSpPr>
        <p:sp>
          <p:nvSpPr>
            <p:cNvPr id="13" name="矩形: 圆角 6"/>
            <p:cNvSpPr/>
            <p:nvPr>
              <p:custDataLst>
                <p:tags r:id="rId1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1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（1）配置静态资源</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6.4.1	返回值为void的页面跳转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zh-CN" sz="1800">
                    <a:sym typeface="+mn-ea"/>
                  </a:rPr>
                  <a:t>文件6-12</a:t>
                </a:r>
                <a:endParaRPr lang="zh-CN" sz="1800">
                  <a:sym typeface="+mn-ea"/>
                </a:endParaRPr>
              </a:p>
              <a:p>
                <a:pPr algn="ctr"/>
                <a:r>
                  <a:rPr lang="zh-CN" sz="1800">
                    <a:sym typeface="+mn-ea"/>
                    <a:hlinkClick r:id="rId5"/>
                  </a:rPr>
                  <a:t>PageController.java</a:t>
                </a:r>
                <a:endParaRPr lang="zh-CN"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6" name="文本框 5"/>
          <p:cNvSpPr txBox="1"/>
          <p:nvPr>
            <p:custDataLst>
              <p:tags r:id="rId11"/>
            </p:custDataLst>
          </p:nvPr>
        </p:nvSpPr>
        <p:spPr>
          <a:xfrm>
            <a:off x="1137285" y="1811655"/>
            <a:ext cx="10419715" cy="1337945"/>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在项目的com.itheima.controller包下</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创建处理器类PageController</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处理页面跳转</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，在PageController类中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定义方法showPageByVoid()</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，用于测试Spring MVC方法</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返回值为void</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的页面跳转，具体如文件6-12所示。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304925"/>
            <a:ext cx="2501265" cy="546735"/>
            <a:chOff x="901662" y="1797999"/>
            <a:chExt cx="1721506" cy="546735"/>
          </a:xfrm>
        </p:grpSpPr>
        <p:sp>
          <p:nvSpPr>
            <p:cNvPr id="13" name="矩形: 圆角 6"/>
            <p:cNvSpPr/>
            <p:nvPr>
              <p:custDataLst>
                <p:tags r:id="rId1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1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（2）创建处理器类</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6.4.1	返回值为void的页面跳转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1137285" y="1811655"/>
            <a:ext cx="10419715" cy="922020"/>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启动项目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，在浏览器中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访问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地址http://localhost:8080/chapter06/register。访问后，控制台</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输出信息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304925"/>
            <a:ext cx="2501265" cy="546735"/>
            <a:chOff x="901662" y="1797999"/>
            <a:chExt cx="1721506" cy="546735"/>
          </a:xfrm>
        </p:grpSpPr>
        <p:sp>
          <p:nvSpPr>
            <p:cNvPr id="13"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52"/>
          <p:cNvPicPr>
            <a:picLocks noChangeAspect="1"/>
          </p:cNvPicPr>
          <p:nvPr>
            <p:custDataLst>
              <p:tags r:id="rId5"/>
            </p:custDataLst>
          </p:nvPr>
        </p:nvPicPr>
        <p:blipFill>
          <a:blip r:embed="rId6"/>
          <a:stretch>
            <a:fillRect/>
          </a:stretch>
        </p:blipFill>
        <p:spPr>
          <a:xfrm>
            <a:off x="1343025" y="3141028"/>
            <a:ext cx="10082116" cy="216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6.4.1	返回值为void的页面跳转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1137285" y="1811655"/>
            <a:ext cx="10419715" cy="506730"/>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查看浏览器</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，可以看到页面进行了</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跳转</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，跳转后的页面如下图所示。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922020" y="1304925"/>
            <a:ext cx="2501265" cy="546735"/>
            <a:chOff x="901662" y="1797999"/>
            <a:chExt cx="1721506" cy="546735"/>
          </a:xfrm>
        </p:grpSpPr>
        <p:sp>
          <p:nvSpPr>
            <p:cNvPr id="13"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53"/>
          <p:cNvPicPr>
            <a:picLocks noChangeAspect="1"/>
          </p:cNvPicPr>
          <p:nvPr>
            <p:custDataLst>
              <p:tags r:id="rId5"/>
            </p:custDataLst>
          </p:nvPr>
        </p:nvPicPr>
        <p:blipFill>
          <a:blip r:embed="rId6"/>
          <a:stretch>
            <a:fillRect/>
          </a:stretch>
        </p:blipFill>
        <p:spPr>
          <a:xfrm>
            <a:off x="1774508" y="2709545"/>
            <a:ext cx="8954218" cy="234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6.4.2	返回值为String类型的页面跳转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892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sym typeface="+mn-ea"/>
              </a:rPr>
              <a:t>掌握</a:t>
            </a:r>
            <a:r>
              <a:rPr lang="zh-CN" altLang="zh-CN" dirty="0">
                <a:solidFill>
                  <a:srgbClr val="1369B2"/>
                </a:solidFill>
                <a:latin typeface="微软雅黑" panose="020B0503020204020204" pitchFamily="34" charset="-122"/>
                <a:ea typeface="微软雅黑" panose="020B0503020204020204" pitchFamily="34" charset="-122"/>
                <a:sym typeface="+mn-ea"/>
              </a:rPr>
              <a:t>返回值为</a:t>
            </a:r>
            <a:r>
              <a:rPr lang="en-US" altLang="zh-CN" dirty="0">
                <a:solidFill>
                  <a:srgbClr val="1369B2"/>
                </a:solidFill>
                <a:latin typeface="微软雅黑" panose="020B0503020204020204" pitchFamily="34" charset="-122"/>
                <a:ea typeface="微软雅黑" panose="020B0503020204020204" pitchFamily="34" charset="-122"/>
                <a:sym typeface="+mn-ea"/>
              </a:rPr>
              <a:t>String</a:t>
            </a:r>
            <a:r>
              <a:rPr lang="zh-CN" altLang="zh-CN" dirty="0">
                <a:solidFill>
                  <a:srgbClr val="1369B2"/>
                </a:solidFill>
                <a:latin typeface="微软雅黑" panose="020B0503020204020204" pitchFamily="34" charset="-122"/>
                <a:ea typeface="微软雅黑" panose="020B0503020204020204" pitchFamily="34" charset="-122"/>
                <a:sym typeface="+mn-ea"/>
              </a:rPr>
              <a:t>类型的页面跳转</a:t>
            </a:r>
            <a:r>
              <a:rPr lang="zh-CN" altLang="en-US" dirty="0">
                <a:solidFill>
                  <a:srgbClr val="595959"/>
                </a:solidFill>
                <a:latin typeface="微软雅黑" panose="020B0503020204020204" pitchFamily="34" charset="-122"/>
                <a:ea typeface="微软雅黑" panose="020B0503020204020204" pitchFamily="34" charset="-122"/>
                <a:sym typeface="+mn-ea"/>
              </a:rPr>
              <a:t>，能够在程序中使用</a:t>
            </a:r>
            <a:r>
              <a:rPr lang="en-US" altLang="zh-CN" dirty="0">
                <a:solidFill>
                  <a:srgbClr val="595959"/>
                </a:solidFill>
                <a:latin typeface="微软雅黑" panose="020B0503020204020204" pitchFamily="34" charset="-122"/>
                <a:ea typeface="微软雅黑" panose="020B0503020204020204" pitchFamily="34" charset="-122"/>
                <a:sym typeface="+mn-ea"/>
              </a:rPr>
              <a:t>String</a:t>
            </a:r>
            <a:r>
              <a:rPr lang="zh-CN" altLang="en-US" dirty="0">
                <a:solidFill>
                  <a:srgbClr val="595959"/>
                </a:solidFill>
                <a:latin typeface="微软雅黑" panose="020B0503020204020204" pitchFamily="34" charset="-122"/>
                <a:ea typeface="微软雅黑" panose="020B0503020204020204" pitchFamily="34" charset="-122"/>
                <a:sym typeface="+mn-ea"/>
              </a:rPr>
              <a:t>返回值类型进行页面跳转</a:t>
            </a:r>
            <a:endParaRPr lang="zh-CN" altLang="en-US" dirty="0">
              <a:solidFill>
                <a:srgbClr val="595959"/>
              </a:solidFill>
              <a:latin typeface="微软雅黑" panose="020B0503020204020204" pitchFamily="34" charset="-122"/>
              <a:ea typeface="微软雅黑" panose="020B0503020204020204" pitchFamily="34" charset="-122"/>
            </a:endParaRPr>
          </a:p>
          <a:p>
            <a:pPr algn="l">
              <a:lnSpc>
                <a:spcPct val="120000"/>
              </a:lnSpc>
              <a:buClrTx/>
              <a:buSzTx/>
              <a:buFontTx/>
              <a:defRPr/>
            </a:pP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6.4.2	返回值为String类型的页面跳转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461770"/>
            <a:ext cx="10335895" cy="289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当Spring MVC方法的</a:t>
            </a:r>
            <a:r>
              <a:rPr lang="zh-CN" altLang="en-US" sz="2000" dirty="0">
                <a:solidFill>
                  <a:srgbClr val="1369B2"/>
                </a:solidFill>
                <a:latin typeface="微软雅黑" panose="020B0503020204020204" pitchFamily="34" charset="-122"/>
                <a:ea typeface="微软雅黑" panose="020B0503020204020204" pitchFamily="34" charset="-122"/>
                <a:cs typeface="+mn-ea"/>
              </a:rPr>
              <a:t>返回值为 String类型</a:t>
            </a:r>
            <a:r>
              <a:rPr lang="zh-CN" altLang="zh-CN" sz="2000" dirty="0">
                <a:solidFill>
                  <a:srgbClr val="595959"/>
                </a:solidFill>
                <a:latin typeface="微软雅黑" panose="020B0503020204020204" pitchFamily="34" charset="-122"/>
                <a:ea typeface="微软雅黑" panose="020B0503020204020204" pitchFamily="34" charset="-122"/>
              </a:rPr>
              <a:t>时，</a:t>
            </a:r>
            <a:r>
              <a:rPr lang="zh-CN" altLang="en-US" sz="2000" dirty="0">
                <a:solidFill>
                  <a:srgbClr val="1369B2"/>
                </a:solidFill>
                <a:latin typeface="微软雅黑" panose="020B0503020204020204" pitchFamily="34" charset="-122"/>
                <a:ea typeface="微软雅黑" panose="020B0503020204020204" pitchFamily="34" charset="-122"/>
                <a:cs typeface="+mn-ea"/>
              </a:rPr>
              <a:t>默认情况</a:t>
            </a:r>
            <a:r>
              <a:rPr lang="zh-CN" altLang="zh-CN" sz="2000" dirty="0">
                <a:solidFill>
                  <a:srgbClr val="595959"/>
                </a:solidFill>
                <a:latin typeface="微软雅黑" panose="020B0503020204020204" pitchFamily="34" charset="-122"/>
                <a:ea typeface="微软雅黑" panose="020B0503020204020204" pitchFamily="34" charset="-122"/>
              </a:rPr>
              <a:t>下，这个返回的字符串会被</a:t>
            </a:r>
            <a:r>
              <a:rPr lang="zh-CN" altLang="en-US" sz="2000" dirty="0">
                <a:solidFill>
                  <a:srgbClr val="1369B2"/>
                </a:solidFill>
                <a:latin typeface="微软雅黑" panose="020B0503020204020204" pitchFamily="34" charset="-122"/>
                <a:ea typeface="微软雅黑" panose="020B0503020204020204" pitchFamily="34" charset="-122"/>
                <a:cs typeface="+mn-ea"/>
              </a:rPr>
              <a:t>解释为逻辑视图名称</a:t>
            </a:r>
            <a:r>
              <a:rPr lang="zh-CN" altLang="zh-CN" sz="2000" dirty="0">
                <a:solidFill>
                  <a:srgbClr val="595959"/>
                </a:solidFill>
                <a:latin typeface="微软雅黑" panose="020B0503020204020204" pitchFamily="34" charset="-122"/>
                <a:ea typeface="微软雅黑" panose="020B0503020204020204" pitchFamily="34" charset="-122"/>
              </a:rPr>
              <a:t>，Spring MVC 会根据这个逻辑视图名称跳转到对应的视图。如果Spring MVC程序的配置中没有配置视图解析器，处理器执行后，</a:t>
            </a:r>
            <a:r>
              <a:rPr lang="zh-CN" altLang="en-US" sz="2000" dirty="0">
                <a:solidFill>
                  <a:srgbClr val="595959"/>
                </a:solidFill>
                <a:latin typeface="微软雅黑" panose="020B0503020204020204" pitchFamily="34" charset="-122"/>
                <a:ea typeface="微软雅黑" panose="020B0503020204020204" pitchFamily="34" charset="-122"/>
              </a:rPr>
              <a:t>会将请求进行转发，转发的路径和方法的返回值一致</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在进行页面跳转之前，可以根据需求选择页面跳转时是否携带数据，下面分别对返回值为</a:t>
            </a:r>
            <a:r>
              <a:rPr lang="zh-CN" altLang="en-US" sz="2000" dirty="0">
                <a:solidFill>
                  <a:srgbClr val="1369B2"/>
                </a:solidFill>
                <a:latin typeface="微软雅黑" panose="020B0503020204020204" pitchFamily="34" charset="-122"/>
                <a:ea typeface="微软雅黑" panose="020B0503020204020204" pitchFamily="34" charset="-122"/>
                <a:cs typeface="+mn-ea"/>
              </a:rPr>
              <a:t>String类型时不携带数据的页面跳转</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cs typeface="+mn-ea"/>
              </a:rPr>
              <a:t>携带数据的页面跳转</a:t>
            </a:r>
            <a:r>
              <a:rPr lang="zh-CN" altLang="zh-CN" sz="2000" dirty="0">
                <a:solidFill>
                  <a:srgbClr val="595959"/>
                </a:solidFill>
                <a:latin typeface="微软雅黑" panose="020B0503020204020204" pitchFamily="34" charset="-122"/>
                <a:ea typeface="微软雅黑" panose="020B0503020204020204" pitchFamily="34" charset="-122"/>
              </a:rPr>
              <a:t>进行讲解。</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6.4.2	返回值为String类型的页面跳转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766643"/>
            <a:ext cx="2232248" cy="2232248"/>
          </a:xfrm>
          <a:prstGeom prst="rect">
            <a:avLst/>
          </a:prstGeom>
        </p:spPr>
      </p:pic>
      <p:grpSp>
        <p:nvGrpSpPr>
          <p:cNvPr id="3" name="组合 2"/>
          <p:cNvGrpSpPr/>
          <p:nvPr/>
        </p:nvGrpSpPr>
        <p:grpSpPr>
          <a:xfrm>
            <a:off x="5388978" y="3875517"/>
            <a:ext cx="4098250" cy="2542123"/>
            <a:chOff x="5478588" y="3498327"/>
            <a:chExt cx="4098250" cy="2542123"/>
          </a:xfrm>
        </p:grpSpPr>
        <p:grpSp>
          <p:nvGrpSpPr>
            <p:cNvPr id="4" name="组合 3"/>
            <p:cNvGrpSpPr/>
            <p:nvPr/>
          </p:nvGrpSpPr>
          <p:grpSpPr>
            <a:xfrm>
              <a:off x="5478588" y="3498327"/>
              <a:ext cx="4073003" cy="2163715"/>
              <a:chOff x="5478588" y="3498327"/>
              <a:chExt cx="4073003" cy="2163715"/>
            </a:xfrm>
          </p:grpSpPr>
          <p:sp>
            <p:nvSpPr>
              <p:cNvPr id="7" name="文本框 6"/>
              <p:cNvSpPr txBox="1"/>
              <p:nvPr>
                <p:custDataLst>
                  <p:tags r:id="rId4"/>
                </p:custDataLst>
              </p:nvPr>
            </p:nvSpPr>
            <p:spPr>
              <a:xfrm>
                <a:off x="5827203" y="4389232"/>
                <a:ext cx="342138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hlinkClick r:id="rId5"/>
                  </a:rPr>
                  <a:t>showPageByString()方法</a:t>
                </a:r>
                <a:endParaRPr sz="1800">
                  <a:sym typeface="+mn-ea"/>
                </a:endParaRPr>
              </a:p>
            </p:txBody>
          </p:sp>
          <p:sp>
            <p:nvSpPr>
              <p:cNvPr id="8" name="圆角矩形 7"/>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20"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21" name="文本框 20"/>
          <p:cNvSpPr txBox="1"/>
          <p:nvPr>
            <p:custDataLst>
              <p:tags r:id="rId11"/>
            </p:custDataLst>
          </p:nvPr>
        </p:nvSpPr>
        <p:spPr>
          <a:xfrm>
            <a:off x="1137285" y="2672715"/>
            <a:ext cx="10419715"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在文件6-12的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PageController</a:t>
            </a:r>
            <a:r>
              <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类</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中</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showPageByString()方法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，用于测试返回值为String类型的页面跳转，具体如下所示。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21"/>
          <p:cNvSpPr txBox="1"/>
          <p:nvPr>
            <p:custDataLst>
              <p:tags r:id="rId12"/>
            </p:custDataLst>
          </p:nvPr>
        </p:nvSpPr>
        <p:spPr>
          <a:xfrm>
            <a:off x="1143635" y="1390650"/>
            <a:ext cx="10295890" cy="50673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下面通过一个案例演示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返回值为String类型时</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不携带数据的页面跳转</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，具体实现如下。</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3" name="组合 22"/>
          <p:cNvGrpSpPr/>
          <p:nvPr/>
        </p:nvGrpSpPr>
        <p:grpSpPr>
          <a:xfrm>
            <a:off x="922020" y="2165985"/>
            <a:ext cx="2501265" cy="546735"/>
            <a:chOff x="901662" y="1797999"/>
            <a:chExt cx="1721506" cy="546735"/>
          </a:xfrm>
        </p:grpSpPr>
        <p:sp>
          <p:nvSpPr>
            <p:cNvPr id="24" name="矩形: 圆角 6"/>
            <p:cNvSpPr/>
            <p:nvPr>
              <p:custDataLst>
                <p:tags r:id="rId1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25" name="文本框 24"/>
            <p:cNvSpPr txBox="1"/>
            <p:nvPr>
              <p:custDataLst>
                <p:tags r:id="rId1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（1）定义处理器方法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50" name="TextBox 76"/>
          <p:cNvSpPr txBox="1"/>
          <p:nvPr>
            <p:custDataLst>
              <p:tags r:id="rId15"/>
            </p:custDataLst>
          </p:nvPr>
        </p:nvSpPr>
        <p:spPr>
          <a:xfrm>
            <a:off x="1040130" y="953770"/>
            <a:ext cx="3460750" cy="468630"/>
          </a:xfrm>
          <a:prstGeom prst="rect">
            <a:avLst/>
          </a:prstGeom>
          <a:noFill/>
        </p:spPr>
        <p:txBody>
          <a:bodyPr wrap="square" rtlCol="0">
            <a:noAutofit/>
          </a:bodyPr>
          <a:p>
            <a:pPr algn="l">
              <a:buClrTx/>
              <a:buSzTx/>
              <a:buFontTx/>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90204" pitchFamily="34" charset="0"/>
              </a:rPr>
              <a:t>1.不携带数据的页面跳转</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6.4.2	返回值为String类型的页面跳转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1" name="文本框 20"/>
          <p:cNvSpPr txBox="1"/>
          <p:nvPr>
            <p:custDataLst>
              <p:tags r:id="rId2"/>
            </p:custDataLst>
          </p:nvPr>
        </p:nvSpPr>
        <p:spPr>
          <a:xfrm>
            <a:off x="1137285" y="2098675"/>
            <a:ext cx="10419715" cy="922020"/>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启动项目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，在浏览器中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访问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地址http://localhost:8080/chapter06/showPageByString。访问后，控制台</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输出信息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3" name="组合 22"/>
          <p:cNvGrpSpPr/>
          <p:nvPr/>
        </p:nvGrpSpPr>
        <p:grpSpPr>
          <a:xfrm>
            <a:off x="922020" y="1448435"/>
            <a:ext cx="2501265" cy="546735"/>
            <a:chOff x="901662" y="1797999"/>
            <a:chExt cx="1721506" cy="546735"/>
          </a:xfrm>
        </p:grpSpPr>
        <p:sp>
          <p:nvSpPr>
            <p:cNvPr id="24"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25" name="文本框 24"/>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（2）效果测试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51"/>
          <p:cNvPicPr>
            <a:picLocks noChangeAspect="1"/>
          </p:cNvPicPr>
          <p:nvPr>
            <p:custDataLst>
              <p:tags r:id="rId5"/>
            </p:custDataLst>
          </p:nvPr>
        </p:nvPicPr>
        <p:blipFill>
          <a:blip r:embed="rId6"/>
          <a:stretch>
            <a:fillRect/>
          </a:stretch>
        </p:blipFill>
        <p:spPr>
          <a:xfrm>
            <a:off x="1630363" y="3357563"/>
            <a:ext cx="9686110" cy="2088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6.4.2	返回值为String类型的页面跳转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1" name="文本框 20"/>
          <p:cNvSpPr txBox="1"/>
          <p:nvPr>
            <p:custDataLst>
              <p:tags r:id="rId2"/>
            </p:custDataLst>
          </p:nvPr>
        </p:nvSpPr>
        <p:spPr>
          <a:xfrm>
            <a:off x="1137285" y="2170430"/>
            <a:ext cx="10419715" cy="506730"/>
          </a:xfrm>
          <a:prstGeom prst="rect">
            <a:avLst/>
          </a:prstGeom>
          <a:noFill/>
          <a:ln w="9525">
            <a:noFill/>
          </a:ln>
        </p:spPr>
        <p:txBody>
          <a:bodyPr wrap="square">
            <a:spAutoFit/>
          </a:bodyPr>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此时</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查看浏览器</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，可以看到</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页面进行了跳转</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，跳转后的页面如下图所示。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3" name="组合 22"/>
          <p:cNvGrpSpPr/>
          <p:nvPr/>
        </p:nvGrpSpPr>
        <p:grpSpPr>
          <a:xfrm>
            <a:off x="922020" y="1448435"/>
            <a:ext cx="2501265" cy="546735"/>
            <a:chOff x="901662" y="1797999"/>
            <a:chExt cx="1721506" cy="546735"/>
          </a:xfrm>
        </p:grpSpPr>
        <p:sp>
          <p:nvSpPr>
            <p:cNvPr id="24"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25" name="文本框 24"/>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（2）效果测试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50"/>
          <p:cNvPicPr>
            <a:picLocks noChangeAspect="1"/>
          </p:cNvPicPr>
          <p:nvPr>
            <p:custDataLst>
              <p:tags r:id="rId5"/>
            </p:custDataLst>
          </p:nvPr>
        </p:nvPicPr>
        <p:blipFill>
          <a:blip r:embed="rId6"/>
          <a:stretch>
            <a:fillRect/>
          </a:stretch>
        </p:blipFill>
        <p:spPr>
          <a:xfrm>
            <a:off x="1558608" y="2997835"/>
            <a:ext cx="8954218" cy="234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6.4.2	返回值为String类型的页面跳转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246505"/>
            <a:ext cx="10335895"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当方法的返回值为普通的字符串时，Spring MVC在方法执行后会默认以转发的方式响应给客户端。除了这种默认的转发方式，还可以返回</a:t>
            </a:r>
            <a:r>
              <a:rPr lang="zh-CN" altLang="en-US" sz="2000" dirty="0">
                <a:solidFill>
                  <a:srgbClr val="1369B2"/>
                </a:solidFill>
                <a:latin typeface="微软雅黑" panose="020B0503020204020204" pitchFamily="34" charset="-122"/>
                <a:ea typeface="微软雅黑" panose="020B0503020204020204" pitchFamily="34" charset="-122"/>
                <a:cs typeface="+mn-ea"/>
              </a:rPr>
              <a:t>指定前缀的字符串</a:t>
            </a:r>
            <a:r>
              <a:rPr lang="zh-CN" altLang="zh-CN" sz="2000" dirty="0">
                <a:solidFill>
                  <a:srgbClr val="595959"/>
                </a:solidFill>
                <a:latin typeface="微软雅黑" panose="020B0503020204020204" pitchFamily="34" charset="-122"/>
                <a:ea typeface="微软雅黑" panose="020B0503020204020204" pitchFamily="34" charset="-122"/>
              </a:rPr>
              <a:t>，来设定处理器方法执行后对请求进行</a:t>
            </a:r>
            <a:r>
              <a:rPr lang="zh-CN" altLang="en-US" sz="2000" dirty="0">
                <a:solidFill>
                  <a:srgbClr val="1369B2"/>
                </a:solidFill>
                <a:latin typeface="微软雅黑" panose="020B0503020204020204" pitchFamily="34" charset="-122"/>
                <a:ea typeface="微软雅黑" panose="020B0503020204020204" pitchFamily="34" charset="-122"/>
                <a:cs typeface="+mn-ea"/>
              </a:rPr>
              <a:t>转发还是重定向</a:t>
            </a:r>
            <a:r>
              <a:rPr lang="zh-CN" altLang="zh-CN" sz="2000" dirty="0">
                <a:solidFill>
                  <a:srgbClr val="595959"/>
                </a:solidFill>
                <a:latin typeface="微软雅黑" panose="020B0503020204020204" pitchFamily="34" charset="-122"/>
                <a:ea typeface="微软雅黑" panose="020B0503020204020204" pitchFamily="34" charset="-122"/>
              </a:rPr>
              <a:t>，设定转发和重定向的字符串格式如下所示。</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5" name="矩形 4"/>
          <p:cNvSpPr/>
          <p:nvPr>
            <p:custDataLst>
              <p:tags r:id="rId2"/>
            </p:custDataLst>
          </p:nvPr>
        </p:nvSpPr>
        <p:spPr>
          <a:xfrm>
            <a:off x="967740" y="2980055"/>
            <a:ext cx="10337800" cy="11880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8" name="矩形 7"/>
          <p:cNvSpPr/>
          <p:nvPr>
            <p:custDataLst>
              <p:tags r:id="rId3"/>
            </p:custDataLst>
          </p:nvPr>
        </p:nvSpPr>
        <p:spPr>
          <a:xfrm>
            <a:off x="1489710" y="3012440"/>
            <a:ext cx="9533890" cy="1155700"/>
          </a:xfrm>
          <a:prstGeom prst="rect">
            <a:avLst/>
          </a:prstGeom>
        </p:spPr>
        <p:txBody>
          <a:bodyPr wrap="square">
            <a:noAutofit/>
          </a:bodyPr>
          <a:p>
            <a:pPr algn="l">
              <a:lnSpc>
                <a:spcPct val="150000"/>
              </a:lnSpc>
              <a:defRPr/>
            </a:pPr>
            <a:r>
              <a:rPr sz="1800">
                <a:latin typeface="Courier New" panose="02070409020205090404" pitchFamily="49" charset="0"/>
                <a:sym typeface="+mn-ea"/>
              </a:rPr>
              <a:t>forward:需要转发到的资源路径</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redirect:需要重定向到的资源路径</a:t>
            </a:r>
            <a:endParaRPr sz="1800">
              <a:latin typeface="Courier New" panose="02070409020205090404" pitchFamily="49" charset="0"/>
              <a:sym typeface="+mn-ea"/>
            </a:endParaRPr>
          </a:p>
        </p:txBody>
      </p:sp>
      <p:sp>
        <p:nvSpPr>
          <p:cNvPr id="2" name="TextBox 35"/>
          <p:cNvSpPr txBox="1">
            <a:spLocks noChangeArrowheads="1"/>
          </p:cNvSpPr>
          <p:nvPr>
            <p:custDataLst>
              <p:tags r:id="rId4"/>
            </p:custDataLst>
          </p:nvPr>
        </p:nvSpPr>
        <p:spPr bwMode="auto">
          <a:xfrm>
            <a:off x="1038225" y="4315460"/>
            <a:ext cx="10335895"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需要注意的是，方法返回的字符串一旦</a:t>
            </a:r>
            <a:r>
              <a:rPr lang="zh-CN" altLang="en-US" sz="2000" dirty="0">
                <a:solidFill>
                  <a:srgbClr val="1369B2"/>
                </a:solidFill>
                <a:latin typeface="微软雅黑" panose="020B0503020204020204" pitchFamily="34" charset="-122"/>
                <a:ea typeface="微软雅黑" panose="020B0503020204020204" pitchFamily="34" charset="-122"/>
                <a:cs typeface="+mn-ea"/>
              </a:rPr>
              <a:t>添加了“forward:”或“redirect:”前缀</a:t>
            </a:r>
            <a:r>
              <a:rPr lang="zh-CN" altLang="zh-CN" sz="2000" dirty="0">
                <a:solidFill>
                  <a:srgbClr val="595959"/>
                </a:solidFill>
                <a:latin typeface="微软雅黑" panose="020B0503020204020204" pitchFamily="34" charset="-122"/>
                <a:ea typeface="微软雅黑" panose="020B0503020204020204" pitchFamily="34" charset="-122"/>
              </a:rPr>
              <a:t>，那么</a:t>
            </a:r>
            <a:r>
              <a:rPr lang="zh-CN" altLang="en-US" sz="2000" dirty="0">
                <a:solidFill>
                  <a:srgbClr val="1369B2"/>
                </a:solidFill>
                <a:latin typeface="微软雅黑" panose="020B0503020204020204" pitchFamily="34" charset="-122"/>
                <a:ea typeface="微软雅黑" panose="020B0503020204020204" pitchFamily="34" charset="-122"/>
                <a:cs typeface="+mn-ea"/>
              </a:rPr>
              <a:t>视图解析器不再</a:t>
            </a:r>
            <a:r>
              <a:rPr lang="zh-CN" altLang="zh-CN" sz="2000" dirty="0">
                <a:solidFill>
                  <a:srgbClr val="595959"/>
                </a:solidFill>
                <a:latin typeface="微软雅黑" panose="020B0503020204020204" pitchFamily="34" charset="-122"/>
                <a:ea typeface="微软雅黑" panose="020B0503020204020204" pitchFamily="34" charset="-122"/>
              </a:rPr>
              <a:t>会为方法返回值</a:t>
            </a:r>
            <a:r>
              <a:rPr lang="zh-CN" altLang="en-US" sz="2000" dirty="0">
                <a:solidFill>
                  <a:srgbClr val="1369B2"/>
                </a:solidFill>
                <a:latin typeface="微软雅黑" panose="020B0503020204020204" pitchFamily="34" charset="-122"/>
                <a:ea typeface="微软雅黑" panose="020B0503020204020204" pitchFamily="34" charset="-122"/>
                <a:cs typeface="+mn-ea"/>
              </a:rPr>
              <a:t>拼接前缀和后缀</a:t>
            </a:r>
            <a:r>
              <a:rPr lang="zh-CN" altLang="zh-CN" sz="2000" dirty="0">
                <a:solidFill>
                  <a:srgbClr val="595959"/>
                </a:solidFill>
                <a:latin typeface="微软雅黑" panose="020B0503020204020204" pitchFamily="34" charset="-122"/>
                <a:ea typeface="微软雅黑" panose="020B0503020204020204" pitchFamily="34" charset="-122"/>
              </a:rPr>
              <a:t>了。</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6.4.2	返回值为String类型的页面跳转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766643"/>
            <a:ext cx="2232248" cy="2232248"/>
          </a:xfrm>
          <a:prstGeom prst="rect">
            <a:avLst/>
          </a:prstGeom>
        </p:spPr>
      </p:pic>
      <p:grpSp>
        <p:nvGrpSpPr>
          <p:cNvPr id="3" name="组合 2"/>
          <p:cNvGrpSpPr/>
          <p:nvPr/>
        </p:nvGrpSpPr>
        <p:grpSpPr>
          <a:xfrm>
            <a:off x="5388978" y="3875517"/>
            <a:ext cx="4098250" cy="2542123"/>
            <a:chOff x="5478588" y="3498327"/>
            <a:chExt cx="4098250" cy="2542123"/>
          </a:xfrm>
        </p:grpSpPr>
        <p:grpSp>
          <p:nvGrpSpPr>
            <p:cNvPr id="4" name="组合 3"/>
            <p:cNvGrpSpPr/>
            <p:nvPr/>
          </p:nvGrpSpPr>
          <p:grpSpPr>
            <a:xfrm>
              <a:off x="5478588" y="3498327"/>
              <a:ext cx="4073003" cy="2163715"/>
              <a:chOff x="5478588" y="3498327"/>
              <a:chExt cx="4073003" cy="2163715"/>
            </a:xfrm>
          </p:grpSpPr>
          <p:sp>
            <p:nvSpPr>
              <p:cNvPr id="7" name="文本框 6"/>
              <p:cNvSpPr txBox="1"/>
              <p:nvPr>
                <p:custDataLst>
                  <p:tags r:id="rId4"/>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hlinkClick r:id="rId5"/>
                  </a:rPr>
                  <a:t>showPageByForward()方法和showPageByRedirect()方法</a:t>
                </a:r>
                <a:endParaRPr sz="1800">
                  <a:sym typeface="+mn-ea"/>
                </a:endParaRPr>
              </a:p>
            </p:txBody>
          </p:sp>
          <p:sp>
            <p:nvSpPr>
              <p:cNvPr id="8" name="圆角矩形 7"/>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20"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21" name="文本框 20"/>
          <p:cNvSpPr txBox="1"/>
          <p:nvPr>
            <p:custDataLst>
              <p:tags r:id="rId11"/>
            </p:custDataLst>
          </p:nvPr>
        </p:nvSpPr>
        <p:spPr>
          <a:xfrm>
            <a:off x="1137285" y="2385695"/>
            <a:ext cx="10419715"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在文件6-12的PageController中定义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showPageByForward()方法和showPageByRedirect()方法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，分别用于测试方法执行后</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转发</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重定向</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页面跳转</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21"/>
          <p:cNvSpPr txBox="1"/>
          <p:nvPr>
            <p:custDataLst>
              <p:tags r:id="rId12"/>
            </p:custDataLst>
          </p:nvPr>
        </p:nvSpPr>
        <p:spPr>
          <a:xfrm>
            <a:off x="1143635" y="1103630"/>
            <a:ext cx="10295890" cy="50673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下面，通过一个案例演示返回</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指定前缀的字符串的页面跳转</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3" name="组合 22"/>
          <p:cNvGrpSpPr/>
          <p:nvPr/>
        </p:nvGrpSpPr>
        <p:grpSpPr>
          <a:xfrm>
            <a:off x="922020" y="1878965"/>
            <a:ext cx="2501265" cy="546735"/>
            <a:chOff x="901662" y="1797999"/>
            <a:chExt cx="1721506" cy="546735"/>
          </a:xfrm>
        </p:grpSpPr>
        <p:sp>
          <p:nvSpPr>
            <p:cNvPr id="24" name="矩形: 圆角 6"/>
            <p:cNvSpPr/>
            <p:nvPr>
              <p:custDataLst>
                <p:tags r:id="rId1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25" name="文本框 24"/>
            <p:cNvSpPr txBox="1"/>
            <p:nvPr>
              <p:custDataLst>
                <p:tags r:id="rId1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（1）定义处理器方法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6.4.2	返回值为String类型的页面跳转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1" name="文本框 20"/>
          <p:cNvSpPr txBox="1"/>
          <p:nvPr>
            <p:custDataLst>
              <p:tags r:id="rId2"/>
            </p:custDataLst>
          </p:nvPr>
        </p:nvSpPr>
        <p:spPr>
          <a:xfrm>
            <a:off x="1137285" y="2026920"/>
            <a:ext cx="10419715" cy="922020"/>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启动项目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，在浏览器中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访问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地址http://localhost:8080/chapter06/showPageByForward。访问后浏览器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页面进行跳转</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，跳转的页面如下图所示。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3" name="组合 22"/>
          <p:cNvGrpSpPr/>
          <p:nvPr/>
        </p:nvGrpSpPr>
        <p:grpSpPr>
          <a:xfrm>
            <a:off x="922020" y="1376680"/>
            <a:ext cx="2501265" cy="546735"/>
            <a:chOff x="901662" y="1797999"/>
            <a:chExt cx="1721506" cy="546735"/>
          </a:xfrm>
        </p:grpSpPr>
        <p:sp>
          <p:nvSpPr>
            <p:cNvPr id="24"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25" name="文本框 24"/>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（2）效果测试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49"/>
          <p:cNvPicPr>
            <a:picLocks noChangeAspect="1"/>
          </p:cNvPicPr>
          <p:nvPr>
            <p:custDataLst>
              <p:tags r:id="rId5"/>
            </p:custDataLst>
          </p:nvPr>
        </p:nvPicPr>
        <p:blipFill>
          <a:blip r:embed="rId6"/>
          <a:stretch>
            <a:fillRect/>
          </a:stretch>
        </p:blipFill>
        <p:spPr>
          <a:xfrm>
            <a:off x="1846263" y="3141980"/>
            <a:ext cx="8640797" cy="2952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6.4.2	返回值为String类型的页面跳转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1" name="文本框 20"/>
          <p:cNvSpPr txBox="1"/>
          <p:nvPr>
            <p:custDataLst>
              <p:tags r:id="rId2"/>
            </p:custDataLst>
          </p:nvPr>
        </p:nvSpPr>
        <p:spPr>
          <a:xfrm>
            <a:off x="1137285" y="2026920"/>
            <a:ext cx="10419715" cy="922020"/>
          </a:xfrm>
          <a:prstGeom prst="rect">
            <a:avLst/>
          </a:prstGeom>
          <a:noFill/>
          <a:ln w="9525">
            <a:noFill/>
          </a:ln>
        </p:spPr>
        <p:txBody>
          <a:bodyPr wrap="square">
            <a:spAutoFit/>
          </a:bodyPr>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http://localhost:8080/chapter06/showPageByRedirect。访问后，浏览器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页面进行跳转</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，跳转的页面如下图所示。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3" name="组合 22"/>
          <p:cNvGrpSpPr/>
          <p:nvPr/>
        </p:nvGrpSpPr>
        <p:grpSpPr>
          <a:xfrm>
            <a:off x="922020" y="1376680"/>
            <a:ext cx="2501265" cy="546735"/>
            <a:chOff x="901662" y="1797999"/>
            <a:chExt cx="1721506" cy="546735"/>
          </a:xfrm>
        </p:grpSpPr>
        <p:sp>
          <p:nvSpPr>
            <p:cNvPr id="24"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25" name="文本框 24"/>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（2）效果测试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48"/>
          <p:cNvPicPr>
            <a:picLocks noChangeAspect="1"/>
          </p:cNvPicPr>
          <p:nvPr>
            <p:custDataLst>
              <p:tags r:id="rId5"/>
            </p:custDataLst>
          </p:nvPr>
        </p:nvPicPr>
        <p:blipFill>
          <a:blip r:embed="rId6"/>
          <a:stretch>
            <a:fillRect/>
          </a:stretch>
        </p:blipFill>
        <p:spPr>
          <a:xfrm>
            <a:off x="2638743" y="3122295"/>
            <a:ext cx="6724019" cy="2664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6.4.2	返回值为String类型的页面跳转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981908"/>
            <a:ext cx="2232248" cy="2232248"/>
          </a:xfrm>
          <a:prstGeom prst="rect">
            <a:avLst/>
          </a:prstGeom>
        </p:spPr>
      </p:pic>
      <p:grpSp>
        <p:nvGrpSpPr>
          <p:cNvPr id="3" name="组合 2"/>
          <p:cNvGrpSpPr/>
          <p:nvPr/>
        </p:nvGrpSpPr>
        <p:grpSpPr>
          <a:xfrm>
            <a:off x="5388978" y="3875517"/>
            <a:ext cx="4098250" cy="2542123"/>
            <a:chOff x="5478588" y="3498327"/>
            <a:chExt cx="4098250" cy="2542123"/>
          </a:xfrm>
        </p:grpSpPr>
        <p:grpSp>
          <p:nvGrpSpPr>
            <p:cNvPr id="4" name="组合 3"/>
            <p:cNvGrpSpPr/>
            <p:nvPr/>
          </p:nvGrpSpPr>
          <p:grpSpPr>
            <a:xfrm>
              <a:off x="5478588" y="3498327"/>
              <a:ext cx="4073003" cy="2163715"/>
              <a:chOff x="5478588" y="3498327"/>
              <a:chExt cx="4073003" cy="2163715"/>
            </a:xfrm>
          </p:grpSpPr>
          <p:sp>
            <p:nvSpPr>
              <p:cNvPr id="7" name="文本框 6"/>
              <p:cNvSpPr txBox="1"/>
              <p:nvPr>
                <p:custDataLst>
                  <p:tags r:id="rId4"/>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hlinkClick r:id="rId5"/>
                  </a:rPr>
                  <a:t>showPageByRequest()方法和showPageByModel()方法</a:t>
                </a:r>
                <a:endParaRPr sz="1800">
                  <a:sym typeface="+mn-ea"/>
                </a:endParaRPr>
              </a:p>
            </p:txBody>
          </p:sp>
          <p:sp>
            <p:nvSpPr>
              <p:cNvPr id="8" name="圆角矩形 7"/>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20"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21" name="文本框 20"/>
          <p:cNvSpPr txBox="1"/>
          <p:nvPr>
            <p:custDataLst>
              <p:tags r:id="rId11"/>
            </p:custDataLst>
          </p:nvPr>
        </p:nvSpPr>
        <p:spPr>
          <a:xfrm>
            <a:off x="1137285" y="2887980"/>
            <a:ext cx="10419715"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在文件6-12的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PageController类</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showPageByRequest()方法和showPageByModel()方法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，分别使用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HttpServletRequest和Model传递数据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，并使用字符串指定跳转的页面。</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21"/>
          <p:cNvSpPr txBox="1"/>
          <p:nvPr>
            <p:custDataLst>
              <p:tags r:id="rId12"/>
            </p:custDataLst>
          </p:nvPr>
        </p:nvSpPr>
        <p:spPr>
          <a:xfrm>
            <a:off x="1143635" y="1390650"/>
            <a:ext cx="10295890" cy="92202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下面通过一个案例演示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携带数据的页面跳转</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，该案例使用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HttpServletRequest类型参数</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Model类型参数</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进行</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数据传递</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3" name="组合 22"/>
          <p:cNvGrpSpPr/>
          <p:nvPr/>
        </p:nvGrpSpPr>
        <p:grpSpPr>
          <a:xfrm>
            <a:off x="922020" y="2381250"/>
            <a:ext cx="2501265" cy="546735"/>
            <a:chOff x="901662" y="1797999"/>
            <a:chExt cx="1721506" cy="546735"/>
          </a:xfrm>
        </p:grpSpPr>
        <p:sp>
          <p:nvSpPr>
            <p:cNvPr id="24" name="矩形: 圆角 6"/>
            <p:cNvSpPr/>
            <p:nvPr>
              <p:custDataLst>
                <p:tags r:id="rId1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25" name="文本框 24"/>
            <p:cNvSpPr txBox="1"/>
            <p:nvPr>
              <p:custDataLst>
                <p:tags r:id="rId1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（1）定义处理器方法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50" name="TextBox 76"/>
          <p:cNvSpPr txBox="1"/>
          <p:nvPr>
            <p:custDataLst>
              <p:tags r:id="rId15"/>
            </p:custDataLst>
          </p:nvPr>
        </p:nvSpPr>
        <p:spPr>
          <a:xfrm>
            <a:off x="1040130" y="953770"/>
            <a:ext cx="3460750" cy="468630"/>
          </a:xfrm>
          <a:prstGeom prst="rect">
            <a:avLst/>
          </a:prstGeom>
          <a:noFill/>
        </p:spPr>
        <p:txBody>
          <a:bodyPr wrap="square" rtlCol="0">
            <a:noAutofit/>
          </a:bodyPr>
          <a:p>
            <a:pPr algn="l">
              <a:buClrTx/>
              <a:buSzTx/>
              <a:buFontTx/>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90204" pitchFamily="34" charset="0"/>
              </a:rPr>
              <a:t>2.携带数据的页面跳转</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6.4.2	返回值为String类型的页面跳转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1" name="文本框 20"/>
          <p:cNvSpPr txBox="1"/>
          <p:nvPr>
            <p:custDataLst>
              <p:tags r:id="rId2"/>
            </p:custDataLst>
          </p:nvPr>
        </p:nvSpPr>
        <p:spPr>
          <a:xfrm>
            <a:off x="1137285" y="1811655"/>
            <a:ext cx="10419715" cy="922020"/>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启动项目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，在浏览器中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访问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地址http://localhost:8080/chapter06/showPageByRequest。访问后，浏览器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页面进行跳转</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，跳转的页面如下图所示。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3" name="组合 22"/>
          <p:cNvGrpSpPr/>
          <p:nvPr/>
        </p:nvGrpSpPr>
        <p:grpSpPr>
          <a:xfrm>
            <a:off x="922020" y="1233170"/>
            <a:ext cx="2501265" cy="546735"/>
            <a:chOff x="901662" y="1797999"/>
            <a:chExt cx="1721506" cy="546735"/>
          </a:xfrm>
        </p:grpSpPr>
        <p:sp>
          <p:nvSpPr>
            <p:cNvPr id="24"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25" name="文本框 24"/>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47"/>
          <p:cNvPicPr>
            <a:picLocks noChangeAspect="1"/>
          </p:cNvPicPr>
          <p:nvPr>
            <p:custDataLst>
              <p:tags r:id="rId5"/>
            </p:custDataLst>
          </p:nvPr>
        </p:nvPicPr>
        <p:blipFill>
          <a:blip r:embed="rId6"/>
          <a:stretch>
            <a:fillRect/>
          </a:stretch>
        </p:blipFill>
        <p:spPr>
          <a:xfrm>
            <a:off x="1487170" y="2998470"/>
            <a:ext cx="9715946" cy="22428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6.4.2	返回值为String类型的页面跳转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1" name="文本框 20"/>
          <p:cNvSpPr txBox="1"/>
          <p:nvPr>
            <p:custDataLst>
              <p:tags r:id="rId2"/>
            </p:custDataLst>
          </p:nvPr>
        </p:nvSpPr>
        <p:spPr>
          <a:xfrm>
            <a:off x="1137285" y="1811655"/>
            <a:ext cx="10419715" cy="922020"/>
          </a:xfrm>
          <a:prstGeom prst="rect">
            <a:avLst/>
          </a:prstGeom>
          <a:noFill/>
          <a:ln w="9525">
            <a:noFill/>
          </a:ln>
        </p:spPr>
        <p:txBody>
          <a:bodyPr wrap="square">
            <a:spAutoFit/>
          </a:bodyPr>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在浏览器中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访问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地址http://localhost:8080/chapter06/showPageByModel。访问后，浏览器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跳转的页面</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3" name="组合 22"/>
          <p:cNvGrpSpPr/>
          <p:nvPr/>
        </p:nvGrpSpPr>
        <p:grpSpPr>
          <a:xfrm>
            <a:off x="922020" y="1233170"/>
            <a:ext cx="2501265" cy="546735"/>
            <a:chOff x="901662" y="1797999"/>
            <a:chExt cx="1721506" cy="546735"/>
          </a:xfrm>
        </p:grpSpPr>
        <p:sp>
          <p:nvSpPr>
            <p:cNvPr id="24"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25" name="文本框 24"/>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40"/>
          <p:cNvPicPr>
            <a:picLocks noChangeAspect="1"/>
          </p:cNvPicPr>
          <p:nvPr>
            <p:custDataLst>
              <p:tags r:id="rId5"/>
            </p:custDataLst>
          </p:nvPr>
        </p:nvPicPr>
        <p:blipFill>
          <a:blip r:embed="rId6"/>
          <a:stretch>
            <a:fillRect/>
          </a:stretch>
        </p:blipFill>
        <p:spPr>
          <a:xfrm>
            <a:off x="1486218" y="3069273"/>
            <a:ext cx="9483437" cy="23112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715645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6.4.2	返回值为ModelAndView类型的页面跳转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892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sym typeface="+mn-ea"/>
              </a:rPr>
              <a:t>掌握</a:t>
            </a:r>
            <a:r>
              <a:rPr lang="zh-CN" altLang="zh-CN" dirty="0">
                <a:solidFill>
                  <a:srgbClr val="1369B2"/>
                </a:solidFill>
                <a:latin typeface="微软雅黑" panose="020B0503020204020204" pitchFamily="34" charset="-122"/>
                <a:ea typeface="微软雅黑" panose="020B0503020204020204" pitchFamily="34" charset="-122"/>
                <a:sym typeface="+mn-ea"/>
              </a:rPr>
              <a:t>返回值为</a:t>
            </a:r>
            <a:r>
              <a:rPr lang="en-US" altLang="zh-CN" dirty="0" err="1">
                <a:solidFill>
                  <a:srgbClr val="1369B2"/>
                </a:solidFill>
                <a:latin typeface="微软雅黑" panose="020B0503020204020204" pitchFamily="34" charset="-122"/>
                <a:ea typeface="微软雅黑" panose="020B0503020204020204" pitchFamily="34" charset="-122"/>
                <a:sym typeface="+mn-ea"/>
              </a:rPr>
              <a:t>ModelAndView</a:t>
            </a:r>
            <a:r>
              <a:rPr lang="zh-CN" altLang="zh-CN" dirty="0">
                <a:solidFill>
                  <a:srgbClr val="1369B2"/>
                </a:solidFill>
                <a:latin typeface="微软雅黑" panose="020B0503020204020204" pitchFamily="34" charset="-122"/>
                <a:ea typeface="微软雅黑" panose="020B0503020204020204" pitchFamily="34" charset="-122"/>
                <a:sym typeface="+mn-ea"/>
              </a:rPr>
              <a:t>类型的页面跳转</a:t>
            </a:r>
            <a:r>
              <a:rPr lang="zh-CN" altLang="en-US" dirty="0">
                <a:solidFill>
                  <a:srgbClr val="595959"/>
                </a:solidFill>
                <a:latin typeface="微软雅黑" panose="020B0503020204020204" pitchFamily="34" charset="-122"/>
                <a:ea typeface="微软雅黑" panose="020B0503020204020204" pitchFamily="34" charset="-122"/>
                <a:sym typeface="+mn-ea"/>
              </a:rPr>
              <a:t>，能够在程序中使用</a:t>
            </a:r>
            <a:r>
              <a:rPr lang="en-US" altLang="zh-CN" dirty="0" err="1">
                <a:solidFill>
                  <a:srgbClr val="595959"/>
                </a:solidFill>
                <a:latin typeface="微软雅黑" panose="020B0503020204020204" pitchFamily="34" charset="-122"/>
                <a:ea typeface="微软雅黑" panose="020B0503020204020204" pitchFamily="34" charset="-122"/>
                <a:sym typeface="+mn-ea"/>
              </a:rPr>
              <a:t>ModelAndView</a:t>
            </a:r>
            <a:r>
              <a:rPr lang="zh-CN" altLang="en-US" dirty="0">
                <a:solidFill>
                  <a:srgbClr val="595959"/>
                </a:solidFill>
                <a:latin typeface="微软雅黑" panose="020B0503020204020204" pitchFamily="34" charset="-122"/>
                <a:ea typeface="微软雅黑" panose="020B0503020204020204" pitchFamily="34" charset="-122"/>
                <a:sym typeface="+mn-ea"/>
              </a:rPr>
              <a:t>返回值类型进行页面跳转</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737235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6.4.2	返回值为ModelAndView类型的页面跳转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461770"/>
            <a:ext cx="1033589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使用方法的返回值可以指定跳转的逻辑视图名称，使用</a:t>
            </a:r>
            <a:r>
              <a:rPr lang="zh-CN" altLang="en-US" sz="2000" dirty="0">
                <a:solidFill>
                  <a:srgbClr val="1369B2"/>
                </a:solidFill>
                <a:latin typeface="微软雅黑" panose="020B0503020204020204" pitchFamily="34" charset="-122"/>
                <a:ea typeface="微软雅黑" panose="020B0503020204020204" pitchFamily="34" charset="-122"/>
                <a:cs typeface="+mn-ea"/>
              </a:rPr>
              <a:t>Model等对象</a:t>
            </a:r>
            <a:r>
              <a:rPr lang="zh-CN" altLang="zh-CN" sz="2000" dirty="0">
                <a:solidFill>
                  <a:srgbClr val="595959"/>
                </a:solidFill>
                <a:latin typeface="微软雅黑" panose="020B0503020204020204" pitchFamily="34" charset="-122"/>
                <a:ea typeface="微软雅黑" panose="020B0503020204020204" pitchFamily="34" charset="-122"/>
              </a:rPr>
              <a:t>可以实现页面跳转时</a:t>
            </a:r>
            <a:r>
              <a:rPr lang="zh-CN" altLang="en-US" sz="2000" dirty="0">
                <a:solidFill>
                  <a:srgbClr val="1369B2"/>
                </a:solidFill>
                <a:latin typeface="微软雅黑" panose="020B0503020204020204" pitchFamily="34" charset="-122"/>
                <a:ea typeface="微软雅黑" panose="020B0503020204020204" pitchFamily="34" charset="-122"/>
                <a:cs typeface="+mn-ea"/>
              </a:rPr>
              <a:t>传输数据</a:t>
            </a:r>
            <a:r>
              <a:rPr lang="zh-CN" altLang="zh-CN" sz="2000" dirty="0">
                <a:solidFill>
                  <a:srgbClr val="595959"/>
                </a:solidFill>
                <a:latin typeface="微软雅黑" panose="020B0503020204020204" pitchFamily="34" charset="-122"/>
                <a:ea typeface="微软雅黑" panose="020B0503020204020204" pitchFamily="34" charset="-122"/>
              </a:rPr>
              <a:t>。除此之外，Spring MVC还可以使用</a:t>
            </a:r>
            <a:r>
              <a:rPr lang="zh-CN" altLang="en-US" sz="2000" dirty="0">
                <a:solidFill>
                  <a:srgbClr val="1369B2"/>
                </a:solidFill>
                <a:latin typeface="微软雅黑" panose="020B0503020204020204" pitchFamily="34" charset="-122"/>
                <a:ea typeface="微软雅黑" panose="020B0503020204020204" pitchFamily="34" charset="-122"/>
                <a:cs typeface="+mn-ea"/>
              </a:rPr>
              <a:t>ModelAndView</a:t>
            </a:r>
            <a:r>
              <a:rPr lang="zh-CN" altLang="zh-CN" sz="2000" dirty="0">
                <a:solidFill>
                  <a:srgbClr val="595959"/>
                </a:solidFill>
                <a:latin typeface="微软雅黑" panose="020B0503020204020204" pitchFamily="34" charset="-122"/>
                <a:ea typeface="微软雅黑" panose="020B0503020204020204" pitchFamily="34" charset="-122"/>
              </a:rPr>
              <a:t>设置响应时</a:t>
            </a:r>
            <a:r>
              <a:rPr lang="zh-CN" altLang="en-US" sz="2000" dirty="0">
                <a:solidFill>
                  <a:srgbClr val="1369B2"/>
                </a:solidFill>
                <a:latin typeface="微软雅黑" panose="020B0503020204020204" pitchFamily="34" charset="-122"/>
                <a:ea typeface="微软雅黑" panose="020B0503020204020204" pitchFamily="34" charset="-122"/>
                <a:cs typeface="+mn-ea"/>
              </a:rPr>
              <a:t>对应的逻辑视图名称和数据</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cs typeface="+mn-ea"/>
              </a:rPr>
              <a:t>ModelAndView</a:t>
            </a:r>
            <a:r>
              <a:rPr lang="zh-CN" altLang="zh-CN" sz="2000" dirty="0">
                <a:solidFill>
                  <a:srgbClr val="595959"/>
                </a:solidFill>
                <a:latin typeface="微软雅黑" panose="020B0503020204020204" pitchFamily="34" charset="-122"/>
                <a:ea typeface="微软雅黑" panose="020B0503020204020204" pitchFamily="34" charset="-122"/>
              </a:rPr>
              <a:t>对象主要用于</a:t>
            </a:r>
            <a:r>
              <a:rPr lang="zh-CN" altLang="en-US" sz="2000" dirty="0">
                <a:solidFill>
                  <a:srgbClr val="1369B2"/>
                </a:solidFill>
                <a:latin typeface="微软雅黑" panose="020B0503020204020204" pitchFamily="34" charset="-122"/>
                <a:ea typeface="微软雅黑" panose="020B0503020204020204" pitchFamily="34" charset="-122"/>
                <a:cs typeface="+mn-ea"/>
              </a:rPr>
              <a:t>存储模型数据</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cs typeface="+mn-ea"/>
              </a:rPr>
              <a:t>逻辑视图名称</a:t>
            </a:r>
            <a:r>
              <a:rPr lang="zh-CN" altLang="zh-CN" sz="2000" dirty="0">
                <a:solidFill>
                  <a:srgbClr val="595959"/>
                </a:solidFill>
                <a:latin typeface="微软雅黑" panose="020B0503020204020204" pitchFamily="34" charset="-122"/>
                <a:ea typeface="微软雅黑" panose="020B0503020204020204" pitchFamily="34" charset="-122"/>
              </a:rPr>
              <a:t>，其中</a:t>
            </a:r>
            <a:r>
              <a:rPr lang="zh-CN" altLang="en-US" sz="2000" dirty="0">
                <a:solidFill>
                  <a:srgbClr val="1369B2"/>
                </a:solidFill>
                <a:latin typeface="微软雅黑" panose="020B0503020204020204" pitchFamily="34" charset="-122"/>
                <a:ea typeface="微软雅黑" panose="020B0503020204020204" pitchFamily="34" charset="-122"/>
                <a:cs typeface="+mn-ea"/>
              </a:rPr>
              <a:t>模型数据</a:t>
            </a:r>
            <a:r>
              <a:rPr lang="zh-CN" altLang="zh-CN" sz="2000" dirty="0">
                <a:solidFill>
                  <a:srgbClr val="595959"/>
                </a:solidFill>
                <a:latin typeface="微软雅黑" panose="020B0503020204020204" pitchFamily="34" charset="-122"/>
                <a:ea typeface="微软雅黑" panose="020B0503020204020204" pitchFamily="34" charset="-122"/>
              </a:rPr>
              <a:t>即</a:t>
            </a:r>
            <a:r>
              <a:rPr lang="zh-CN" altLang="en-US" sz="2000" dirty="0">
                <a:solidFill>
                  <a:srgbClr val="1369B2"/>
                </a:solidFill>
                <a:latin typeface="微软雅黑" panose="020B0503020204020204" pitchFamily="34" charset="-122"/>
                <a:ea typeface="微软雅黑" panose="020B0503020204020204" pitchFamily="34" charset="-122"/>
                <a:cs typeface="+mn-ea"/>
              </a:rPr>
              <a:t>业务数据</a:t>
            </a:r>
            <a:r>
              <a:rPr lang="zh-CN" altLang="zh-CN" sz="2000" dirty="0">
                <a:solidFill>
                  <a:srgbClr val="595959"/>
                </a:solidFill>
                <a:latin typeface="微软雅黑" panose="020B0503020204020204" pitchFamily="34" charset="-122"/>
                <a:ea typeface="微软雅黑" panose="020B0503020204020204" pitchFamily="34" charset="-122"/>
              </a:rPr>
              <a:t>，可以在视图渲染过程中合并到最终的视图中输出；</a:t>
            </a:r>
            <a:r>
              <a:rPr lang="zh-CN" altLang="en-US" sz="2000" dirty="0">
                <a:solidFill>
                  <a:srgbClr val="1369B2"/>
                </a:solidFill>
                <a:latin typeface="微软雅黑" panose="020B0503020204020204" pitchFamily="34" charset="-122"/>
                <a:ea typeface="微软雅黑" panose="020B0503020204020204" pitchFamily="34" charset="-122"/>
                <a:cs typeface="+mn-ea"/>
              </a:rPr>
              <a:t>逻辑视图名称</a:t>
            </a:r>
            <a:r>
              <a:rPr lang="zh-CN" altLang="zh-CN" sz="2000" dirty="0">
                <a:solidFill>
                  <a:srgbClr val="595959"/>
                </a:solidFill>
                <a:latin typeface="微软雅黑" panose="020B0503020204020204" pitchFamily="34" charset="-122"/>
                <a:ea typeface="微软雅黑" panose="020B0503020204020204" pitchFamily="34" charset="-122"/>
              </a:rPr>
              <a:t>则用于确定要</a:t>
            </a:r>
            <a:r>
              <a:rPr lang="zh-CN" altLang="en-US" sz="2000" dirty="0">
                <a:solidFill>
                  <a:srgbClr val="1369B2"/>
                </a:solidFill>
                <a:latin typeface="微软雅黑" panose="020B0503020204020204" pitchFamily="34" charset="-122"/>
                <a:ea typeface="微软雅黑" panose="020B0503020204020204" pitchFamily="34" charset="-122"/>
                <a:cs typeface="+mn-ea"/>
              </a:rPr>
              <a:t>渲染</a:t>
            </a:r>
            <a:r>
              <a:rPr lang="zh-CN" altLang="zh-CN" sz="2000" dirty="0">
                <a:solidFill>
                  <a:srgbClr val="595959"/>
                </a:solidFill>
                <a:latin typeface="微软雅黑" panose="020B0503020204020204" pitchFamily="34" charset="-122"/>
                <a:ea typeface="微软雅黑" panose="020B0503020204020204" pitchFamily="34" charset="-122"/>
              </a:rPr>
              <a:t>哪个</a:t>
            </a:r>
            <a:r>
              <a:rPr lang="zh-CN" altLang="en-US" sz="2000" dirty="0">
                <a:solidFill>
                  <a:srgbClr val="1369B2"/>
                </a:solidFill>
                <a:latin typeface="微软雅黑" panose="020B0503020204020204" pitchFamily="34" charset="-122"/>
                <a:ea typeface="微软雅黑" panose="020B0503020204020204" pitchFamily="34" charset="-122"/>
                <a:cs typeface="+mn-ea"/>
              </a:rPr>
              <a:t>视图</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737235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6.4.2	返回值为ModelAndView类型的页面跳转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3575050" y="981075"/>
            <a:ext cx="5894070" cy="506730"/>
          </a:xfrm>
          <a:prstGeom prst="rect">
            <a:avLst/>
          </a:prstGeom>
          <a:noFill/>
          <a:ln w="9525">
            <a:noFill/>
          </a:ln>
        </p:spPr>
        <p:txBody>
          <a:bodyPr wrap="square">
            <a:spAutoFit/>
          </a:bodyPr>
          <a:p>
            <a:pPr algn="just">
              <a:lnSpc>
                <a:spcPct val="150000"/>
              </a:lnSpc>
              <a:buClrTx/>
              <a:buSzTx/>
              <a:buFontTx/>
            </a:pPr>
            <a:r>
              <a:rPr lang="zh-CN" altLang="zh-CN" sz="1800" b="0" dirty="0">
                <a:solidFill>
                  <a:srgbClr val="595959"/>
                </a:solidFill>
                <a:latin typeface="微软雅黑" panose="020B0503020204020204" pitchFamily="34" charset="-122"/>
                <a:ea typeface="微软雅黑" panose="020B0503020204020204" pitchFamily="34" charset="-122"/>
              </a:rPr>
              <a:t>ModelAndView设置辑视图名称和模型数据的方法</a:t>
            </a:r>
            <a:endParaRPr lang="zh-CN" altLang="zh-CN" sz="1800" b="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972502" y="1488440"/>
          <a:ext cx="10528300" cy="4997450"/>
        </p:xfrm>
        <a:graphic>
          <a:graphicData uri="http://schemas.openxmlformats.org/drawingml/2006/table">
            <a:tbl>
              <a:tblPr/>
              <a:tblGrid>
                <a:gridCol w="5048885"/>
                <a:gridCol w="5479415"/>
              </a:tblGrid>
              <a:tr h="471170">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方法声明</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功能描述</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void setViewName(String viewName)</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en-US" altLang="zh-CN" sz="1800" b="0" dirty="0">
                          <a:solidFill>
                            <a:srgbClr val="595959"/>
                          </a:solidFill>
                          <a:latin typeface="微软雅黑" panose="020B0503020204020204" pitchFamily="34" charset="-122"/>
                          <a:ea typeface="微软雅黑" panose="020B0503020204020204" pitchFamily="34" charset="-122"/>
                        </a:rPr>
                        <a:t> </a:t>
                      </a:r>
                      <a:r>
                        <a:rPr lang="zh-CN" altLang="en-US" sz="1800" b="0" dirty="0">
                          <a:solidFill>
                            <a:srgbClr val="595959"/>
                          </a:solidFill>
                          <a:latin typeface="微软雅黑" panose="020B0503020204020204" pitchFamily="34" charset="-122"/>
                          <a:ea typeface="微软雅黑" panose="020B0503020204020204" pitchFamily="34" charset="-122"/>
                        </a:rPr>
                        <a:t>用于在</a:t>
                      </a:r>
                      <a:r>
                        <a:rPr lang="en-US" altLang="zh-CN" sz="1800" b="0" dirty="0">
                          <a:solidFill>
                            <a:srgbClr val="595959"/>
                          </a:solidFill>
                          <a:latin typeface="微软雅黑" panose="020B0503020204020204" pitchFamily="34" charset="-122"/>
                          <a:ea typeface="微软雅黑" panose="020B0503020204020204" pitchFamily="34" charset="-122"/>
                        </a:rPr>
                        <a:t>ModelAndView</a:t>
                      </a:r>
                      <a:r>
                        <a:rPr lang="zh-CN" altLang="en-US" sz="1800" b="0" dirty="0">
                          <a:solidFill>
                            <a:srgbClr val="595959"/>
                          </a:solidFill>
                          <a:latin typeface="微软雅黑" panose="020B0503020204020204" pitchFamily="34" charset="-122"/>
                          <a:ea typeface="微软雅黑" panose="020B0503020204020204" pitchFamily="34" charset="-122"/>
                        </a:rPr>
                        <a:t>对象中设置一个逻辑视图名称，会覆盖预先存在的逻辑视图名称</a:t>
                      </a:r>
                      <a:endParaRPr lang="zh-CN" altLang="en-US"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void setView(View view)</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zh-CN" altLang="en-US" sz="1800" b="0" dirty="0">
                          <a:solidFill>
                            <a:srgbClr val="595959"/>
                          </a:solidFill>
                          <a:latin typeface="微软雅黑" panose="020B0503020204020204" pitchFamily="34" charset="-122"/>
                          <a:ea typeface="微软雅黑" panose="020B0503020204020204" pitchFamily="34" charset="-122"/>
                        </a:rPr>
                        <a:t>用于在</a:t>
                      </a:r>
                      <a:r>
                        <a:rPr lang="en-US" altLang="zh-CN" sz="1800" b="0" dirty="0">
                          <a:solidFill>
                            <a:srgbClr val="595959"/>
                          </a:solidFill>
                          <a:latin typeface="微软雅黑" panose="020B0503020204020204" pitchFamily="34" charset="-122"/>
                          <a:ea typeface="微软雅黑" panose="020B0503020204020204" pitchFamily="34" charset="-122"/>
                        </a:rPr>
                        <a:t>ModelAndView</a:t>
                      </a:r>
                      <a:r>
                        <a:rPr lang="zh-CN" altLang="en-US" sz="1800" b="0" dirty="0">
                          <a:solidFill>
                            <a:srgbClr val="595959"/>
                          </a:solidFill>
                          <a:latin typeface="微软雅黑" panose="020B0503020204020204" pitchFamily="34" charset="-122"/>
                          <a:ea typeface="微软雅黑" panose="020B0503020204020204" pitchFamily="34" charset="-122"/>
                        </a:rPr>
                        <a:t>对象中设置一个视图实例，会覆盖预先存在的视图实例</a:t>
                      </a:r>
                      <a:endParaRPr lang="zh-CN" altLang="en-US"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ModelAndView addObject(</a:t>
                      </a:r>
                      <a:endParaRPr lang="zh-CN" altLang="zh-CN" sz="1800" b="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 </a:t>
                      </a:r>
                      <a:r>
                        <a:rPr lang="en-US" altLang="zh-CN" sz="1800" b="0" dirty="0">
                          <a:solidFill>
                            <a:srgbClr val="595959"/>
                          </a:solidFill>
                          <a:latin typeface="微软雅黑" panose="020B0503020204020204" pitchFamily="34" charset="-122"/>
                          <a:ea typeface="微软雅黑" panose="020B0503020204020204" pitchFamily="34" charset="-122"/>
                        </a:rPr>
                        <a:t> </a:t>
                      </a:r>
                      <a:r>
                        <a:rPr lang="zh-CN" altLang="zh-CN" sz="1800" b="0" dirty="0">
                          <a:solidFill>
                            <a:srgbClr val="595959"/>
                          </a:solidFill>
                          <a:latin typeface="微软雅黑" panose="020B0503020204020204" pitchFamily="34" charset="-122"/>
                          <a:ea typeface="微软雅黑" panose="020B0503020204020204" pitchFamily="34" charset="-122"/>
                        </a:rPr>
                        <a:t>Object attributeValue)</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zh-CN" altLang="en-US" sz="1800" b="0" dirty="0">
                          <a:solidFill>
                            <a:srgbClr val="595959"/>
                          </a:solidFill>
                          <a:latin typeface="微软雅黑" panose="020B0503020204020204" pitchFamily="34" charset="-122"/>
                          <a:ea typeface="微软雅黑" panose="020B0503020204020204" pitchFamily="34" charset="-122"/>
                        </a:rPr>
                        <a:t>用于在</a:t>
                      </a:r>
                      <a:r>
                        <a:rPr lang="en-US" altLang="zh-CN" sz="1800" b="0" dirty="0">
                          <a:solidFill>
                            <a:srgbClr val="595959"/>
                          </a:solidFill>
                          <a:latin typeface="微软雅黑" panose="020B0503020204020204" pitchFamily="34" charset="-122"/>
                          <a:ea typeface="微软雅黑" panose="020B0503020204020204" pitchFamily="34" charset="-122"/>
                        </a:rPr>
                        <a:t>ModelAndView</a:t>
                      </a:r>
                      <a:r>
                        <a:rPr lang="zh-CN" altLang="en-US" sz="1800" b="0" dirty="0">
                          <a:solidFill>
                            <a:srgbClr val="595959"/>
                          </a:solidFill>
                          <a:latin typeface="微软雅黑" panose="020B0503020204020204" pitchFamily="34" charset="-122"/>
                          <a:ea typeface="微软雅黑" panose="020B0503020204020204" pitchFamily="34" charset="-122"/>
                        </a:rPr>
                        <a:t>对象中添加模型数据</a:t>
                      </a:r>
                      <a:endParaRPr lang="zh-CN" altLang="en-US"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ModelAndView addObject(</a:t>
                      </a:r>
                      <a:endParaRPr lang="zh-CN" altLang="zh-CN" sz="1800" b="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 String attributeName, Object attributeValue)</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zh-CN" altLang="en-US" sz="1800" b="0" dirty="0">
                          <a:solidFill>
                            <a:srgbClr val="595959"/>
                          </a:solidFill>
                          <a:latin typeface="微软雅黑" panose="020B0503020204020204" pitchFamily="34" charset="-122"/>
                          <a:ea typeface="微软雅黑" panose="020B0503020204020204" pitchFamily="34" charset="-122"/>
                        </a:rPr>
                        <a:t>用于在</a:t>
                      </a:r>
                      <a:r>
                        <a:rPr lang="en-US" altLang="zh-CN" sz="1800" b="0" dirty="0">
                          <a:solidFill>
                            <a:srgbClr val="595959"/>
                          </a:solidFill>
                          <a:latin typeface="微软雅黑" panose="020B0503020204020204" pitchFamily="34" charset="-122"/>
                          <a:ea typeface="微软雅黑" panose="020B0503020204020204" pitchFamily="34" charset="-122"/>
                        </a:rPr>
                        <a:t>ModelAndView</a:t>
                      </a:r>
                      <a:r>
                        <a:rPr lang="zh-CN" altLang="en-US" sz="1800" b="0" dirty="0">
                          <a:solidFill>
                            <a:srgbClr val="595959"/>
                          </a:solidFill>
                          <a:latin typeface="微软雅黑" panose="020B0503020204020204" pitchFamily="34" charset="-122"/>
                          <a:ea typeface="微软雅黑" panose="020B0503020204020204" pitchFamily="34" charset="-122"/>
                        </a:rPr>
                        <a:t>对象中添加指定名称的模型数据</a:t>
                      </a:r>
                      <a:endParaRPr lang="zh-CN" altLang="en-US"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ModelAndView addAllObjects(</a:t>
                      </a:r>
                      <a:endParaRPr lang="zh-CN" altLang="zh-CN" sz="1800" b="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 </a:t>
                      </a:r>
                      <a:r>
                        <a:rPr lang="en-US" altLang="zh-CN" sz="1800" b="0" dirty="0">
                          <a:solidFill>
                            <a:srgbClr val="595959"/>
                          </a:solidFill>
                          <a:latin typeface="微软雅黑" panose="020B0503020204020204" pitchFamily="34" charset="-122"/>
                          <a:ea typeface="微软雅黑" panose="020B0503020204020204" pitchFamily="34" charset="-122"/>
                        </a:rPr>
                        <a:t>   </a:t>
                      </a:r>
                      <a:r>
                        <a:rPr lang="zh-CN" altLang="zh-CN" sz="1800" b="0" dirty="0">
                          <a:solidFill>
                            <a:srgbClr val="595959"/>
                          </a:solidFill>
                          <a:latin typeface="微软雅黑" panose="020B0503020204020204" pitchFamily="34" charset="-122"/>
                          <a:ea typeface="微软雅黑" panose="020B0503020204020204" pitchFamily="34" charset="-122"/>
                        </a:rPr>
                        <a:t>Map&lt;String, ?&gt; modelMap)</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zh-CN" altLang="en-US" sz="1800" b="0" dirty="0">
                          <a:solidFill>
                            <a:srgbClr val="595959"/>
                          </a:solidFill>
                          <a:latin typeface="微软雅黑" panose="020B0503020204020204" pitchFamily="34" charset="-122"/>
                          <a:ea typeface="微软雅黑" panose="020B0503020204020204" pitchFamily="34" charset="-122"/>
                        </a:rPr>
                        <a:t>用于在</a:t>
                      </a:r>
                      <a:r>
                        <a:rPr lang="en-US" altLang="zh-CN" sz="1800" b="0" dirty="0">
                          <a:solidFill>
                            <a:srgbClr val="595959"/>
                          </a:solidFill>
                          <a:latin typeface="微软雅黑" panose="020B0503020204020204" pitchFamily="34" charset="-122"/>
                          <a:ea typeface="微软雅黑" panose="020B0503020204020204" pitchFamily="34" charset="-122"/>
                        </a:rPr>
                        <a:t>ModelAndView</a:t>
                      </a:r>
                      <a:r>
                        <a:rPr lang="zh-CN" altLang="en-US" sz="1800" b="0" dirty="0">
                          <a:solidFill>
                            <a:srgbClr val="595959"/>
                          </a:solidFill>
                          <a:latin typeface="微软雅黑" panose="020B0503020204020204" pitchFamily="34" charset="-122"/>
                          <a:ea typeface="微软雅黑" panose="020B0503020204020204" pitchFamily="34" charset="-122"/>
                        </a:rPr>
                        <a:t>对象中添加模型数据。模型数据的名称为</a:t>
                      </a:r>
                      <a:r>
                        <a:rPr lang="en-US" altLang="zh-CN" sz="1800" b="0" dirty="0">
                          <a:solidFill>
                            <a:srgbClr val="595959"/>
                          </a:solidFill>
                          <a:latin typeface="微软雅黑" panose="020B0503020204020204" pitchFamily="34" charset="-122"/>
                          <a:ea typeface="微软雅黑" panose="020B0503020204020204" pitchFamily="34" charset="-122"/>
                        </a:rPr>
                        <a:t>Map</a:t>
                      </a:r>
                      <a:r>
                        <a:rPr lang="zh-CN" altLang="en-US" sz="1800" b="0" dirty="0">
                          <a:solidFill>
                            <a:srgbClr val="595959"/>
                          </a:solidFill>
                          <a:latin typeface="微软雅黑" panose="020B0503020204020204" pitchFamily="34" charset="-122"/>
                          <a:ea typeface="微软雅黑" panose="020B0503020204020204" pitchFamily="34" charset="-122"/>
                        </a:rPr>
                        <a:t>中的元素的</a:t>
                      </a:r>
                      <a:r>
                        <a:rPr lang="en-US" altLang="zh-CN" sz="1800" b="0" dirty="0">
                          <a:solidFill>
                            <a:srgbClr val="595959"/>
                          </a:solidFill>
                          <a:latin typeface="微软雅黑" panose="020B0503020204020204" pitchFamily="34" charset="-122"/>
                          <a:ea typeface="微软雅黑" panose="020B0503020204020204" pitchFamily="34" charset="-122"/>
                        </a:rPr>
                        <a:t>key</a:t>
                      </a:r>
                      <a:r>
                        <a:rPr lang="zh-CN" altLang="en-US" sz="1800" b="0" dirty="0">
                          <a:solidFill>
                            <a:srgbClr val="595959"/>
                          </a:solidFill>
                          <a:latin typeface="微软雅黑" panose="020B0503020204020204" pitchFamily="34" charset="-122"/>
                          <a:ea typeface="微软雅黑" panose="020B0503020204020204" pitchFamily="34" charset="-122"/>
                        </a:rPr>
                        <a:t>，值为</a:t>
                      </a:r>
                      <a:r>
                        <a:rPr lang="en-US" altLang="zh-CN" sz="1800" b="0" dirty="0">
                          <a:solidFill>
                            <a:srgbClr val="595959"/>
                          </a:solidFill>
                          <a:latin typeface="微软雅黑" panose="020B0503020204020204" pitchFamily="34" charset="-122"/>
                          <a:ea typeface="微软雅黑" panose="020B0503020204020204" pitchFamily="34" charset="-122"/>
                        </a:rPr>
                        <a:t>Map</a:t>
                      </a:r>
                      <a:r>
                        <a:rPr lang="zh-CN" altLang="en-US" sz="1800" b="0" dirty="0">
                          <a:solidFill>
                            <a:srgbClr val="595959"/>
                          </a:solidFill>
                          <a:latin typeface="微软雅黑" panose="020B0503020204020204" pitchFamily="34" charset="-122"/>
                          <a:ea typeface="微软雅黑" panose="020B0503020204020204" pitchFamily="34" charset="-122"/>
                        </a:rPr>
                        <a:t>中</a:t>
                      </a:r>
                      <a:r>
                        <a:rPr lang="en-US" altLang="zh-CN" sz="1800" b="0" dirty="0">
                          <a:solidFill>
                            <a:srgbClr val="595959"/>
                          </a:solidFill>
                          <a:latin typeface="微软雅黑" panose="020B0503020204020204" pitchFamily="34" charset="-122"/>
                          <a:ea typeface="微软雅黑" panose="020B0503020204020204" pitchFamily="34" charset="-122"/>
                        </a:rPr>
                        <a:t>key</a:t>
                      </a:r>
                      <a:r>
                        <a:rPr lang="zh-CN" altLang="en-US" sz="1800" b="0" dirty="0">
                          <a:solidFill>
                            <a:srgbClr val="595959"/>
                          </a:solidFill>
                          <a:latin typeface="微软雅黑" panose="020B0503020204020204" pitchFamily="34" charset="-122"/>
                          <a:ea typeface="微软雅黑" panose="020B0503020204020204" pitchFamily="34" charset="-122"/>
                        </a:rPr>
                        <a:t>对应的值</a:t>
                      </a:r>
                      <a:endParaRPr lang="zh-CN" altLang="en-US"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6.4.2	返回值为String类型的页面跳转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766643"/>
            <a:ext cx="2232248" cy="2232248"/>
          </a:xfrm>
          <a:prstGeom prst="rect">
            <a:avLst/>
          </a:prstGeom>
        </p:spPr>
      </p:pic>
      <p:grpSp>
        <p:nvGrpSpPr>
          <p:cNvPr id="3" name="组合 2"/>
          <p:cNvGrpSpPr/>
          <p:nvPr/>
        </p:nvGrpSpPr>
        <p:grpSpPr>
          <a:xfrm>
            <a:off x="5388978" y="3875517"/>
            <a:ext cx="4098250" cy="2542123"/>
            <a:chOff x="5478588" y="3498327"/>
            <a:chExt cx="4098250" cy="2542123"/>
          </a:xfrm>
        </p:grpSpPr>
        <p:grpSp>
          <p:nvGrpSpPr>
            <p:cNvPr id="4" name="组合 3"/>
            <p:cNvGrpSpPr/>
            <p:nvPr/>
          </p:nvGrpSpPr>
          <p:grpSpPr>
            <a:xfrm>
              <a:off x="5478588" y="3498327"/>
              <a:ext cx="4073003" cy="2163715"/>
              <a:chOff x="5478588" y="3498327"/>
              <a:chExt cx="4073003" cy="2163715"/>
            </a:xfrm>
          </p:grpSpPr>
          <p:sp>
            <p:nvSpPr>
              <p:cNvPr id="7" name="文本框 6"/>
              <p:cNvSpPr txBox="1"/>
              <p:nvPr>
                <p:custDataLst>
                  <p:tags r:id="rId4"/>
                </p:custDataLst>
              </p:nvPr>
            </p:nvSpPr>
            <p:spPr>
              <a:xfrm>
                <a:off x="5827203" y="4389232"/>
                <a:ext cx="342138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hlinkClick r:id="rId5"/>
                  </a:rPr>
                  <a:t>showModelAndView()方法</a:t>
                </a:r>
                <a:endParaRPr sz="1800">
                  <a:sym typeface="+mn-ea"/>
                </a:endParaRPr>
              </a:p>
            </p:txBody>
          </p:sp>
          <p:sp>
            <p:nvSpPr>
              <p:cNvPr id="8" name="圆角矩形 7"/>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20"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21" name="文本框 20"/>
          <p:cNvSpPr txBox="1"/>
          <p:nvPr>
            <p:custDataLst>
              <p:tags r:id="rId11"/>
            </p:custDataLst>
          </p:nvPr>
        </p:nvSpPr>
        <p:spPr>
          <a:xfrm>
            <a:off x="1137285" y="2529205"/>
            <a:ext cx="10419715"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在文件6-12的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PageController类</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showModelAndView()方法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，在showModelAndView()方法中使用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ModelAndView对象封装模型数据和视图信息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，以实现指定跳转页面和传递的数据。</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21"/>
          <p:cNvSpPr txBox="1"/>
          <p:nvPr>
            <p:custDataLst>
              <p:tags r:id="rId12"/>
            </p:custDataLst>
          </p:nvPr>
        </p:nvSpPr>
        <p:spPr>
          <a:xfrm>
            <a:off x="1143635" y="1175385"/>
            <a:ext cx="10295890" cy="50673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下面通过一个案例演示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返回值为ModelAndView类型的页面跳转</a:t>
            </a:r>
            <a:r>
              <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a:t>
            </a:r>
            <a:endPar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endParaRPr>
          </a:p>
        </p:txBody>
      </p:sp>
      <p:grpSp>
        <p:nvGrpSpPr>
          <p:cNvPr id="23" name="组合 22"/>
          <p:cNvGrpSpPr/>
          <p:nvPr/>
        </p:nvGrpSpPr>
        <p:grpSpPr>
          <a:xfrm>
            <a:off x="922020" y="2022475"/>
            <a:ext cx="2501265" cy="546735"/>
            <a:chOff x="901662" y="1797999"/>
            <a:chExt cx="1721506" cy="546735"/>
          </a:xfrm>
        </p:grpSpPr>
        <p:sp>
          <p:nvSpPr>
            <p:cNvPr id="24" name="矩形: 圆角 6"/>
            <p:cNvSpPr/>
            <p:nvPr>
              <p:custDataLst>
                <p:tags r:id="rId1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25" name="文本框 24"/>
            <p:cNvSpPr txBox="1"/>
            <p:nvPr>
              <p:custDataLst>
                <p:tags r:id="rId1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（1）定义处理器方法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6.4.2	返回值为String类型的页面跳转</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1" name="文本框 20"/>
          <p:cNvSpPr txBox="1"/>
          <p:nvPr>
            <p:custDataLst>
              <p:tags r:id="rId2"/>
            </p:custDataLst>
          </p:nvPr>
        </p:nvSpPr>
        <p:spPr>
          <a:xfrm>
            <a:off x="1137285" y="1811655"/>
            <a:ext cx="10419715" cy="922020"/>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启动项目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，在浏览器中访问地址http://localhost:8080/chapter06/showModelAndView。访问后，浏览器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页面进行跳转</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，跳转的页面如下图所示。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3" name="组合 22"/>
          <p:cNvGrpSpPr/>
          <p:nvPr/>
        </p:nvGrpSpPr>
        <p:grpSpPr>
          <a:xfrm>
            <a:off x="922020" y="1304925"/>
            <a:ext cx="2501265" cy="546735"/>
            <a:chOff x="901662" y="1797999"/>
            <a:chExt cx="1721506" cy="546735"/>
          </a:xfrm>
        </p:grpSpPr>
        <p:sp>
          <p:nvSpPr>
            <p:cNvPr id="24"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25" name="文本框 24"/>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45"/>
          <p:cNvPicPr>
            <a:picLocks noChangeAspect="1"/>
          </p:cNvPicPr>
          <p:nvPr>
            <p:custDataLst>
              <p:tags r:id="rId5"/>
            </p:custDataLst>
          </p:nvPr>
        </p:nvPicPr>
        <p:blipFill>
          <a:blip r:embed="rId6"/>
          <a:stretch>
            <a:fillRect/>
          </a:stretch>
        </p:blipFill>
        <p:spPr>
          <a:xfrm>
            <a:off x="1630363" y="2996883"/>
            <a:ext cx="9075996" cy="2016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667" y="3014256"/>
            <a:ext cx="6013520" cy="768350"/>
          </a:xfrm>
          <a:prstGeom prst="rect">
            <a:avLst/>
          </a:prstGeom>
          <a:noFill/>
        </p:spPr>
        <p:txBody>
          <a:bodyPr wrap="square" lIns="91443" tIns="45720" rIns="91443" bIns="45720" rtlCol="0">
            <a:spAutoFit/>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数据回写</a:t>
            </a:r>
            <a:endPar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6.5</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6.5</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数据回写</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35"/>
          <p:cNvSpPr txBox="1">
            <a:spLocks noChangeArrowheads="1"/>
          </p:cNvSpPr>
          <p:nvPr>
            <p:custDataLst>
              <p:tags r:id="rId1"/>
            </p:custDataLst>
          </p:nvPr>
        </p:nvSpPr>
        <p:spPr bwMode="auto">
          <a:xfrm>
            <a:off x="1054735" y="2107565"/>
            <a:ext cx="1033589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默认情况下，Spring MVC的响应会经过视图解析器完成页面跳转。有时客户端希望服务器端在</a:t>
            </a:r>
            <a:r>
              <a:rPr lang="zh-CN" altLang="en-US" sz="2000" dirty="0">
                <a:solidFill>
                  <a:srgbClr val="1369B2"/>
                </a:solidFill>
                <a:latin typeface="微软雅黑" panose="020B0503020204020204" pitchFamily="34" charset="-122"/>
                <a:ea typeface="微软雅黑" panose="020B0503020204020204" pitchFamily="34" charset="-122"/>
                <a:cs typeface="+mn-ea"/>
              </a:rPr>
              <a:t>响应时不要进行页面跳转</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cs typeface="+mn-ea"/>
              </a:rPr>
              <a:t>只需要回写相关的数据</a:t>
            </a:r>
            <a:r>
              <a:rPr lang="zh-CN" altLang="zh-CN" sz="2000" dirty="0">
                <a:solidFill>
                  <a:srgbClr val="595959"/>
                </a:solidFill>
                <a:latin typeface="微软雅黑" panose="020B0503020204020204" pitchFamily="34" charset="-122"/>
                <a:ea typeface="微软雅黑" panose="020B0503020204020204" pitchFamily="34" charset="-122"/>
              </a:rPr>
              <a:t>即可。这个时候可以选择在响应时直接将</a:t>
            </a:r>
            <a:r>
              <a:rPr lang="zh-CN" altLang="en-US" sz="2000" dirty="0">
                <a:solidFill>
                  <a:srgbClr val="1369B2"/>
                </a:solidFill>
                <a:latin typeface="微软雅黑" panose="020B0503020204020204" pitchFamily="34" charset="-122"/>
                <a:ea typeface="微软雅黑" panose="020B0503020204020204" pitchFamily="34" charset="-122"/>
                <a:cs typeface="+mn-ea"/>
              </a:rPr>
              <a:t>数据写入到输出流</a:t>
            </a:r>
            <a:r>
              <a:rPr lang="zh-CN" altLang="zh-CN" sz="2000" dirty="0">
                <a:solidFill>
                  <a:srgbClr val="595959"/>
                </a:solidFill>
                <a:latin typeface="微软雅黑" panose="020B0503020204020204" pitchFamily="34" charset="-122"/>
                <a:ea typeface="微软雅黑" panose="020B0503020204020204" pitchFamily="34" charset="-122"/>
              </a:rPr>
              <a:t>中，而</a:t>
            </a:r>
            <a:r>
              <a:rPr lang="zh-CN" altLang="en-US" sz="2000" dirty="0">
                <a:solidFill>
                  <a:srgbClr val="1369B2"/>
                </a:solidFill>
                <a:latin typeface="微软雅黑" panose="020B0503020204020204" pitchFamily="34" charset="-122"/>
                <a:ea typeface="微软雅黑" panose="020B0503020204020204" pitchFamily="34" charset="-122"/>
                <a:cs typeface="+mn-ea"/>
              </a:rPr>
              <a:t>不经过视图解析器</a:t>
            </a:r>
            <a:r>
              <a:rPr lang="zh-CN" altLang="zh-CN" sz="2000" dirty="0">
                <a:solidFill>
                  <a:srgbClr val="595959"/>
                </a:solidFill>
                <a:latin typeface="微软雅黑" panose="020B0503020204020204" pitchFamily="34" charset="-122"/>
                <a:ea typeface="微软雅黑" panose="020B0503020204020204" pitchFamily="34" charset="-122"/>
              </a:rPr>
              <a:t>。根据数据格式，可以将回写到输出流的数据分为</a:t>
            </a:r>
            <a:r>
              <a:rPr lang="zh-CN" altLang="en-US" sz="2000" dirty="0">
                <a:solidFill>
                  <a:srgbClr val="1369B2"/>
                </a:solidFill>
                <a:latin typeface="微软雅黑" panose="020B0503020204020204" pitchFamily="34" charset="-122"/>
                <a:ea typeface="微软雅黑" panose="020B0503020204020204" pitchFamily="34" charset="-122"/>
                <a:cs typeface="+mn-ea"/>
              </a:rPr>
              <a:t>普通字符串</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cs typeface="+mn-ea"/>
              </a:rPr>
              <a:t>JSON数据</a:t>
            </a:r>
            <a:r>
              <a:rPr lang="zh-CN" altLang="zh-CN" sz="2000" dirty="0">
                <a:solidFill>
                  <a:srgbClr val="595959"/>
                </a:solidFill>
                <a:latin typeface="微软雅黑" panose="020B0503020204020204" pitchFamily="34" charset="-122"/>
                <a:ea typeface="微软雅黑" panose="020B0503020204020204" pitchFamily="34" charset="-122"/>
              </a:rPr>
              <a:t>。下面将对Spring MVC普通字符串的回写和JSON数据的回写进行讲解。</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9" name="圆角矩形 8"/>
          <p:cNvSpPr/>
          <p:nvPr>
            <p:custDataLst>
              <p:tags r:id="rId2"/>
            </p:custDataLst>
          </p:nvPr>
        </p:nvSpPr>
        <p:spPr>
          <a:xfrm>
            <a:off x="1031240" y="1951355"/>
            <a:ext cx="10427335" cy="285178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0" name="矩形 93"/>
          <p:cNvSpPr/>
          <p:nvPr>
            <p:custDataLst>
              <p:tags r:id="rId3"/>
            </p:custDataLst>
          </p:nvPr>
        </p:nvSpPr>
        <p:spPr>
          <a:xfrm>
            <a:off x="998855" y="1891665"/>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1" name="矩形 93"/>
          <p:cNvSpPr/>
          <p:nvPr>
            <p:custDataLst>
              <p:tags r:id="rId4"/>
            </p:custDataLst>
          </p:nvPr>
        </p:nvSpPr>
        <p:spPr>
          <a:xfrm rot="10800000">
            <a:off x="11135360" y="4371975"/>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6.5.1	普通字符串的回写</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sym typeface="+mn-ea"/>
              </a:rPr>
              <a:t>掌握</a:t>
            </a:r>
            <a:r>
              <a:rPr lang="zh-CN" altLang="zh-CN" dirty="0">
                <a:solidFill>
                  <a:srgbClr val="1369B2"/>
                </a:solidFill>
                <a:latin typeface="微软雅黑" panose="020B0503020204020204" pitchFamily="34" charset="-122"/>
                <a:ea typeface="微软雅黑" panose="020B0503020204020204" pitchFamily="34" charset="-122"/>
                <a:sym typeface="+mn-ea"/>
              </a:rPr>
              <a:t>普通字符串的回写</a:t>
            </a:r>
            <a:r>
              <a:rPr lang="zh-CN" altLang="en-US" dirty="0">
                <a:solidFill>
                  <a:srgbClr val="595959"/>
                </a:solidFill>
                <a:latin typeface="微软雅黑" panose="020B0503020204020204" pitchFamily="34" charset="-122"/>
                <a:ea typeface="微软雅黑" panose="020B0503020204020204" pitchFamily="34" charset="-122"/>
                <a:sym typeface="+mn-ea"/>
              </a:rPr>
              <a:t>，能够在程序中使用</a:t>
            </a:r>
            <a:r>
              <a:rPr lang="zh-CN" altLang="zh-CN" dirty="0">
                <a:solidFill>
                  <a:srgbClr val="595959"/>
                </a:solidFill>
                <a:latin typeface="微软雅黑" panose="020B0503020204020204" pitchFamily="34" charset="-122"/>
                <a:ea typeface="微软雅黑" panose="020B0503020204020204" pitchFamily="34" charset="-122"/>
                <a:sym typeface="+mn-ea"/>
              </a:rPr>
              <a:t>普通字符串的回写</a:t>
            </a:r>
            <a:r>
              <a:rPr lang="zh-CN" altLang="en-US" dirty="0">
                <a:solidFill>
                  <a:srgbClr val="595959"/>
                </a:solidFill>
                <a:latin typeface="微软雅黑" panose="020B0503020204020204" pitchFamily="34" charset="-122"/>
                <a:ea typeface="微软雅黑" panose="020B0503020204020204" pitchFamily="34" charset="-122"/>
                <a:sym typeface="+mn-ea"/>
              </a:rPr>
              <a:t>完成数据的输出</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6.5.1	普通字符串的回写</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766643"/>
            <a:ext cx="2232248" cy="2232248"/>
          </a:xfrm>
          <a:prstGeom prst="rect">
            <a:avLst/>
          </a:prstGeom>
        </p:spPr>
      </p:pic>
      <p:grpSp>
        <p:nvGrpSpPr>
          <p:cNvPr id="3" name="组合 2"/>
          <p:cNvGrpSpPr/>
          <p:nvPr/>
        </p:nvGrpSpPr>
        <p:grpSpPr>
          <a:xfrm>
            <a:off x="5388978" y="3875517"/>
            <a:ext cx="4098250" cy="2542123"/>
            <a:chOff x="5478588" y="3498327"/>
            <a:chExt cx="4098250" cy="2542123"/>
          </a:xfrm>
        </p:grpSpPr>
        <p:grpSp>
          <p:nvGrpSpPr>
            <p:cNvPr id="4" name="组合 3"/>
            <p:cNvGrpSpPr/>
            <p:nvPr/>
          </p:nvGrpSpPr>
          <p:grpSpPr>
            <a:xfrm>
              <a:off x="5478588" y="3498327"/>
              <a:ext cx="4073003" cy="2163715"/>
              <a:chOff x="5478588" y="3498327"/>
              <a:chExt cx="4073003" cy="2163715"/>
            </a:xfrm>
          </p:grpSpPr>
          <p:sp>
            <p:nvSpPr>
              <p:cNvPr id="7" name="文本框 6"/>
              <p:cNvSpPr txBox="1"/>
              <p:nvPr>
                <p:custDataLst>
                  <p:tags r:id="rId4"/>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文件6-13</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hlinkClick r:id="rId5"/>
                  </a:rPr>
                  <a:t>DataController.java</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圆角矩形 7"/>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20"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21" name="文本框 20"/>
          <p:cNvSpPr txBox="1"/>
          <p:nvPr>
            <p:custDataLst>
              <p:tags r:id="rId11"/>
            </p:custDataLst>
          </p:nvPr>
        </p:nvSpPr>
        <p:spPr>
          <a:xfrm>
            <a:off x="1137285" y="2529205"/>
            <a:ext cx="10419715" cy="1337945"/>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在项目的com.itheima.controller包下创建一个</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处理器类DataController</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，在DataController类中定义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showDataByResponse()方法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，用于测试在Spring MVC中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普通字符串的回写</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。DataController类的具体代码如文件6-13所示。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21"/>
          <p:cNvSpPr txBox="1"/>
          <p:nvPr>
            <p:custDataLst>
              <p:tags r:id="rId12"/>
            </p:custDataLst>
          </p:nvPr>
        </p:nvSpPr>
        <p:spPr>
          <a:xfrm>
            <a:off x="1143635" y="1031875"/>
            <a:ext cx="10295890" cy="92202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以</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数据回写</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的方式响应时，可以使用Spring MVC默认支持的类型完成数据的输出。下面通过</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HttpServletResponse输出数据</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的案例，演示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普通字符串的回写</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endParaRPr>
          </a:p>
        </p:txBody>
      </p:sp>
      <p:grpSp>
        <p:nvGrpSpPr>
          <p:cNvPr id="23" name="组合 22"/>
          <p:cNvGrpSpPr/>
          <p:nvPr/>
        </p:nvGrpSpPr>
        <p:grpSpPr>
          <a:xfrm>
            <a:off x="922020" y="2022475"/>
            <a:ext cx="2501265" cy="546735"/>
            <a:chOff x="901662" y="1797999"/>
            <a:chExt cx="1721506" cy="546735"/>
          </a:xfrm>
        </p:grpSpPr>
        <p:sp>
          <p:nvSpPr>
            <p:cNvPr id="24" name="矩形: 圆角 6"/>
            <p:cNvSpPr/>
            <p:nvPr>
              <p:custDataLst>
                <p:tags r:id="rId1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25" name="文本框 24"/>
            <p:cNvSpPr txBox="1"/>
            <p:nvPr>
              <p:custDataLst>
                <p:tags r:id="rId1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（1）创建处理器类</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6.5.1	普通字符串的回写</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1" name="文本框 20"/>
          <p:cNvSpPr txBox="1"/>
          <p:nvPr>
            <p:custDataLst>
              <p:tags r:id="rId2"/>
            </p:custDataLst>
          </p:nvPr>
        </p:nvSpPr>
        <p:spPr>
          <a:xfrm>
            <a:off x="1137285" y="1739900"/>
            <a:ext cx="10419715" cy="922020"/>
          </a:xfrm>
          <a:prstGeom prst="rect">
            <a:avLst/>
          </a:prstGeom>
          <a:noFill/>
          <a:ln w="9525">
            <a:noFill/>
          </a:ln>
        </p:spPr>
        <p:txBody>
          <a:bodyPr wrap="square">
            <a:spAutoFit/>
          </a:bodyPr>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启动项目，在浏览器中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访问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地址http://localhost:8080/chapter06/showDataByResponse。访问后，浏览器页面不跳转，</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页面显示效果</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3" name="组合 22"/>
          <p:cNvGrpSpPr/>
          <p:nvPr/>
        </p:nvGrpSpPr>
        <p:grpSpPr>
          <a:xfrm>
            <a:off x="922020" y="1233170"/>
            <a:ext cx="2501265" cy="546735"/>
            <a:chOff x="901662" y="1797999"/>
            <a:chExt cx="1721506" cy="546735"/>
          </a:xfrm>
        </p:grpSpPr>
        <p:sp>
          <p:nvSpPr>
            <p:cNvPr id="24"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25" name="文本框 24"/>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44"/>
          <p:cNvPicPr>
            <a:picLocks noChangeAspect="1"/>
          </p:cNvPicPr>
          <p:nvPr>
            <p:custDataLst>
              <p:tags r:id="rId5"/>
            </p:custDataLst>
          </p:nvPr>
        </p:nvPicPr>
        <p:blipFill>
          <a:blip r:embed="rId6"/>
          <a:stretch>
            <a:fillRect/>
          </a:stretch>
        </p:blipFill>
        <p:spPr>
          <a:xfrm>
            <a:off x="1272540" y="2861310"/>
            <a:ext cx="10065844" cy="198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6.5.2	JSON数据的回写</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sym typeface="+mn-ea"/>
              </a:rPr>
              <a:t>掌握</a:t>
            </a:r>
            <a:r>
              <a:rPr lang="en-US" altLang="zh-CN" dirty="0">
                <a:solidFill>
                  <a:srgbClr val="1369B2"/>
                </a:solidFill>
                <a:latin typeface="微软雅黑" panose="020B0503020204020204" pitchFamily="34" charset="-122"/>
                <a:ea typeface="微软雅黑" panose="020B0503020204020204" pitchFamily="34" charset="-122"/>
                <a:sym typeface="+mn-ea"/>
              </a:rPr>
              <a:t>JSON</a:t>
            </a:r>
            <a:r>
              <a:rPr lang="zh-CN" altLang="en-US" dirty="0">
                <a:solidFill>
                  <a:srgbClr val="1369B2"/>
                </a:solidFill>
                <a:latin typeface="微软雅黑" panose="020B0503020204020204" pitchFamily="34" charset="-122"/>
                <a:ea typeface="微软雅黑" panose="020B0503020204020204" pitchFamily="34" charset="-122"/>
                <a:sym typeface="+mn-ea"/>
              </a:rPr>
              <a:t>数据</a:t>
            </a:r>
            <a:r>
              <a:rPr lang="zh-CN" altLang="zh-CN" dirty="0">
                <a:solidFill>
                  <a:srgbClr val="1369B2"/>
                </a:solidFill>
                <a:latin typeface="微软雅黑" panose="020B0503020204020204" pitchFamily="34" charset="-122"/>
                <a:ea typeface="微软雅黑" panose="020B0503020204020204" pitchFamily="34" charset="-122"/>
                <a:sym typeface="+mn-ea"/>
              </a:rPr>
              <a:t>的回写</a:t>
            </a:r>
            <a:r>
              <a:rPr lang="zh-CN" altLang="en-US" dirty="0">
                <a:solidFill>
                  <a:srgbClr val="595959"/>
                </a:solidFill>
                <a:latin typeface="微软雅黑" panose="020B0503020204020204" pitchFamily="34" charset="-122"/>
                <a:ea typeface="微软雅黑" panose="020B0503020204020204" pitchFamily="34" charset="-122"/>
                <a:sym typeface="+mn-ea"/>
              </a:rPr>
              <a:t>，能够在程序中使用</a:t>
            </a:r>
            <a:r>
              <a:rPr lang="en-US" altLang="zh-CN" dirty="0">
                <a:solidFill>
                  <a:srgbClr val="595959"/>
                </a:solidFill>
                <a:latin typeface="微软雅黑" panose="020B0503020204020204" pitchFamily="34" charset="-122"/>
                <a:ea typeface="微软雅黑" panose="020B0503020204020204" pitchFamily="34" charset="-122"/>
                <a:sym typeface="+mn-ea"/>
              </a:rPr>
              <a:t>JSON</a:t>
            </a:r>
            <a:r>
              <a:rPr lang="zh-CN" altLang="en-US" dirty="0">
                <a:solidFill>
                  <a:srgbClr val="595959"/>
                </a:solidFill>
                <a:latin typeface="微软雅黑" panose="020B0503020204020204" pitchFamily="34" charset="-122"/>
                <a:ea typeface="微软雅黑" panose="020B0503020204020204" pitchFamily="34" charset="-122"/>
                <a:sym typeface="+mn-ea"/>
              </a:rPr>
              <a:t>数据</a:t>
            </a:r>
            <a:r>
              <a:rPr lang="zh-CN" altLang="zh-CN" dirty="0">
                <a:solidFill>
                  <a:srgbClr val="595959"/>
                </a:solidFill>
                <a:latin typeface="微软雅黑" panose="020B0503020204020204" pitchFamily="34" charset="-122"/>
                <a:ea typeface="微软雅黑" panose="020B0503020204020204" pitchFamily="34" charset="-122"/>
                <a:sym typeface="+mn-ea"/>
              </a:rPr>
              <a:t>的回写</a:t>
            </a:r>
            <a:r>
              <a:rPr lang="zh-CN" altLang="en-US" dirty="0">
                <a:solidFill>
                  <a:srgbClr val="595959"/>
                </a:solidFill>
                <a:latin typeface="微软雅黑" panose="020B0503020204020204" pitchFamily="34" charset="-122"/>
                <a:ea typeface="微软雅黑" panose="020B0503020204020204" pitchFamily="34" charset="-122"/>
                <a:sym typeface="+mn-ea"/>
              </a:rPr>
              <a:t>完成数据的输出</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6.5.2	JSON数据的回写</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5" name="图片 4"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981908"/>
            <a:ext cx="2232248" cy="2232248"/>
          </a:xfrm>
          <a:prstGeom prst="rect">
            <a:avLst/>
          </a:prstGeom>
        </p:spPr>
      </p:pic>
      <p:grpSp>
        <p:nvGrpSpPr>
          <p:cNvPr id="6" name="组合 5"/>
          <p:cNvGrpSpPr/>
          <p:nvPr/>
        </p:nvGrpSpPr>
        <p:grpSpPr>
          <a:xfrm>
            <a:off x="5388978" y="3875517"/>
            <a:ext cx="4098250" cy="2542123"/>
            <a:chOff x="5478588" y="3498327"/>
            <a:chExt cx="4098250" cy="2542123"/>
          </a:xfrm>
        </p:grpSpPr>
        <p:grpSp>
          <p:nvGrpSpPr>
            <p:cNvPr id="10" name="组合 9"/>
            <p:cNvGrpSpPr/>
            <p:nvPr/>
          </p:nvGrpSpPr>
          <p:grpSpPr>
            <a:xfrm>
              <a:off x="5478588" y="3498327"/>
              <a:ext cx="4073003" cy="2163715"/>
              <a:chOff x="5478588" y="3498327"/>
              <a:chExt cx="4073003" cy="2163715"/>
            </a:xfrm>
          </p:grpSpPr>
          <p:sp>
            <p:nvSpPr>
              <p:cNvPr id="11" name="文本框 10"/>
              <p:cNvSpPr txBox="1"/>
              <p:nvPr>
                <p:custDataLst>
                  <p:tags r:id="rId4"/>
                </p:custDataLst>
              </p:nvPr>
            </p:nvSpPr>
            <p:spPr>
              <a:xfrm>
                <a:off x="5827203" y="4317477"/>
                <a:ext cx="342138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hlinkClick r:id="rId5"/>
                  </a:rPr>
                  <a:t>showDataByJSON()方法</a:t>
                </a:r>
                <a:endParaRPr sz="1800">
                  <a:sym typeface="+mn-ea"/>
                </a:endParaRPr>
              </a:p>
            </p:txBody>
          </p:sp>
          <p:sp>
            <p:nvSpPr>
              <p:cNvPr id="12" name="圆角矩形 11"/>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4"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15" name="文本框 14"/>
          <p:cNvSpPr txBox="1"/>
          <p:nvPr>
            <p:custDataLst>
              <p:tags r:id="rId11"/>
            </p:custDataLst>
          </p:nvPr>
        </p:nvSpPr>
        <p:spPr>
          <a:xfrm>
            <a:off x="1137285" y="2887980"/>
            <a:ext cx="10419715"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在文件6-13的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DataController类</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showDataByJSON()方法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，用于将对象转</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换成JSON数据并写入输出流中完成回写</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，具体如下所示。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文本框 15"/>
          <p:cNvSpPr txBox="1"/>
          <p:nvPr>
            <p:custDataLst>
              <p:tags r:id="rId12"/>
            </p:custDataLst>
          </p:nvPr>
        </p:nvSpPr>
        <p:spPr>
          <a:xfrm>
            <a:off x="1143635" y="1390650"/>
            <a:ext cx="10295890" cy="92202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可以先调用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Jackson的JSON转换</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的相关方法，将对象转</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换成JSON数据</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，然后通过</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HttpServletResponse</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将JSON数据</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写入到输出流中</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完成回写。</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7" name="组合 16"/>
          <p:cNvGrpSpPr/>
          <p:nvPr/>
        </p:nvGrpSpPr>
        <p:grpSpPr>
          <a:xfrm>
            <a:off x="922020" y="2381250"/>
            <a:ext cx="2501265" cy="546735"/>
            <a:chOff x="901662" y="1797999"/>
            <a:chExt cx="1721506" cy="546735"/>
          </a:xfrm>
        </p:grpSpPr>
        <p:sp>
          <p:nvSpPr>
            <p:cNvPr id="18" name="矩形: 圆角 6"/>
            <p:cNvSpPr/>
            <p:nvPr>
              <p:custDataLst>
                <p:tags r:id="rId1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1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（1）定义处理器方法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50" name="TextBox 76"/>
          <p:cNvSpPr txBox="1"/>
          <p:nvPr>
            <p:custDataLst>
              <p:tags r:id="rId15"/>
            </p:custDataLst>
          </p:nvPr>
        </p:nvSpPr>
        <p:spPr>
          <a:xfrm>
            <a:off x="1040130" y="953770"/>
            <a:ext cx="4903470" cy="468630"/>
          </a:xfrm>
          <a:prstGeom prst="rect">
            <a:avLst/>
          </a:prstGeom>
          <a:noFill/>
        </p:spPr>
        <p:txBody>
          <a:bodyPr wrap="square" rtlCol="0">
            <a:noAutofit/>
          </a:bodyPr>
          <a:p>
            <a:pPr algn="l">
              <a:buClrTx/>
              <a:buSzTx/>
              <a:buFontTx/>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90204" pitchFamily="34" charset="0"/>
              </a:rPr>
              <a:t>1.对象转换成JSON数据后的回写</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6.5.2	JSON数据的回写</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文本框 14"/>
          <p:cNvSpPr txBox="1"/>
          <p:nvPr>
            <p:custDataLst>
              <p:tags r:id="rId2"/>
            </p:custDataLst>
          </p:nvPr>
        </p:nvSpPr>
        <p:spPr>
          <a:xfrm>
            <a:off x="1137285" y="1883410"/>
            <a:ext cx="10419715" cy="922020"/>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启动项目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，在浏览器中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访问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地址http://localhost:8080/chapter06/showDataByJSON。访问后，</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页面显示效果</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7" name="组合 16"/>
          <p:cNvGrpSpPr/>
          <p:nvPr/>
        </p:nvGrpSpPr>
        <p:grpSpPr>
          <a:xfrm>
            <a:off x="922020" y="1233170"/>
            <a:ext cx="2501265" cy="546735"/>
            <a:chOff x="901662" y="1797999"/>
            <a:chExt cx="1721506" cy="546735"/>
          </a:xfrm>
        </p:grpSpPr>
        <p:sp>
          <p:nvSpPr>
            <p:cNvPr id="18"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43"/>
          <p:cNvPicPr>
            <a:picLocks noChangeAspect="1"/>
          </p:cNvPicPr>
          <p:nvPr>
            <p:custDataLst>
              <p:tags r:id="rId5"/>
            </p:custDataLst>
          </p:nvPr>
        </p:nvPicPr>
        <p:blipFill>
          <a:blip r:embed="rId6"/>
          <a:stretch>
            <a:fillRect/>
          </a:stretch>
        </p:blipFill>
        <p:spPr>
          <a:xfrm>
            <a:off x="1270635" y="3069590"/>
            <a:ext cx="10045403" cy="198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6.5.2	JSON数据的回写</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6" name="文本框 15"/>
          <p:cNvSpPr txBox="1"/>
          <p:nvPr>
            <p:custDataLst>
              <p:tags r:id="rId2"/>
            </p:custDataLst>
          </p:nvPr>
        </p:nvSpPr>
        <p:spPr>
          <a:xfrm>
            <a:off x="1143635" y="1605915"/>
            <a:ext cx="10295890" cy="1938020"/>
          </a:xfrm>
          <a:prstGeom prst="rect">
            <a:avLst/>
          </a:prstGeom>
          <a:noFill/>
          <a:ln w="9525">
            <a:noFill/>
          </a:ln>
        </p:spPr>
        <p:txBody>
          <a:bodyPr wrap="square">
            <a:spAutoFit/>
          </a:bodyPr>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如果每次回写对象或者集合等数据都需要</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手动转换成JSON数据</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，操作就比较</a:t>
            </a:r>
            <a:r>
              <a:rPr lang="zh-CN" altLang="it-IT"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烦</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琐</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。为此，Spring MVC提供了</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@ResponseBody注解</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，@ResponseBody注解的作用是将处理器方法返回的对象通过适当的转换器转换为指定的格式之后，</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写入到HttpServletResponse对象的响应体</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中，@ResponseBody注解通常用来</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返回JSON数据</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0" name="TextBox 76"/>
          <p:cNvSpPr txBox="1"/>
          <p:nvPr>
            <p:custDataLst>
              <p:tags r:id="rId3"/>
            </p:custDataLst>
          </p:nvPr>
        </p:nvSpPr>
        <p:spPr>
          <a:xfrm>
            <a:off x="1040130" y="1097280"/>
            <a:ext cx="4903470" cy="468630"/>
          </a:xfrm>
          <a:prstGeom prst="rect">
            <a:avLst/>
          </a:prstGeom>
          <a:noFill/>
        </p:spPr>
        <p:txBody>
          <a:bodyPr wrap="square" rtlCol="0">
            <a:noAutofit/>
          </a:bodyPr>
          <a:p>
            <a:pPr algn="l">
              <a:buClrTx/>
              <a:buSzTx/>
              <a:buFontTx/>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90204" pitchFamily="34" charset="0"/>
              </a:rPr>
              <a:t>2.集合数据转换成JSON数据后的回写</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6.5.2	JSON数据的回写</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6" name="文本框 15"/>
          <p:cNvSpPr txBox="1"/>
          <p:nvPr>
            <p:custDataLst>
              <p:tags r:id="rId2"/>
            </p:custDataLst>
          </p:nvPr>
        </p:nvSpPr>
        <p:spPr>
          <a:xfrm>
            <a:off x="1143635" y="1462405"/>
            <a:ext cx="10295890" cy="3322955"/>
          </a:xfrm>
          <a:prstGeom prst="rect">
            <a:avLst/>
          </a:prstGeom>
          <a:noFill/>
          <a:ln w="9525">
            <a:noFill/>
          </a:ln>
        </p:spPr>
        <p:txBody>
          <a:bodyPr wrap="square">
            <a:spAutoFit/>
          </a:bodyPr>
          <a:p>
            <a:pPr algn="l">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@ResponseBody注解</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可以标注在</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方法和类上</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，当标注在</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类上</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时，表示该类中的</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所有方法均应用@ResponseBody注解</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。如果需要当前类中的所有方法均应用@ResponseBody注解，也可以使用</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@RestController注解</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，@RestController注解相当于</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@Controller+@ResponseBody</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两个注解的结合。</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使用@ResponseBody注解，项目至少需要符合2个要求，分别如下所示。</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①　项目中有</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转换JSON相关的依赖</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②　可以配置</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转换JSON数据的消息类型转换器</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6.5.2	JSON数据的回写</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5" name="图片 4" descr="图片包含 形状&#10;&#10;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884980" y="3981908"/>
            <a:ext cx="2232248" cy="2232248"/>
          </a:xfrm>
          <a:prstGeom prst="rect">
            <a:avLst/>
          </a:prstGeom>
        </p:spPr>
      </p:pic>
      <p:grpSp>
        <p:nvGrpSpPr>
          <p:cNvPr id="6" name="组合 5"/>
          <p:cNvGrpSpPr/>
          <p:nvPr/>
        </p:nvGrpSpPr>
        <p:grpSpPr>
          <a:xfrm>
            <a:off x="5388978" y="3875517"/>
            <a:ext cx="4098250" cy="2542123"/>
            <a:chOff x="5478588" y="3498327"/>
            <a:chExt cx="4098250" cy="2542123"/>
          </a:xfrm>
        </p:grpSpPr>
        <p:grpSp>
          <p:nvGrpSpPr>
            <p:cNvPr id="10" name="组合 9"/>
            <p:cNvGrpSpPr/>
            <p:nvPr/>
          </p:nvGrpSpPr>
          <p:grpSpPr>
            <a:xfrm>
              <a:off x="5478588" y="3498327"/>
              <a:ext cx="4073003" cy="2163715"/>
              <a:chOff x="5478588" y="3498327"/>
              <a:chExt cx="4073003" cy="2163715"/>
            </a:xfrm>
          </p:grpSpPr>
          <p:sp>
            <p:nvSpPr>
              <p:cNvPr id="11" name="文本框 10"/>
              <p:cNvSpPr txBox="1"/>
              <p:nvPr>
                <p:custDataLst>
                  <p:tags r:id="rId4"/>
                </p:custDataLst>
              </p:nvPr>
            </p:nvSpPr>
            <p:spPr>
              <a:xfrm>
                <a:off x="5827203" y="431747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hlinkClick r:id="rId5"/>
                  </a:rPr>
                  <a:t>getUser()方法和</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hlinkClick r:id="rId5"/>
                </a:endParaRPr>
              </a:p>
              <a:p>
                <a:pPr algn="ct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hlinkClick r:id="rId5"/>
                  </a:rPr>
                  <a:t>addProducts()方法</a:t>
                </a:r>
                <a:endParaRPr sz="1800">
                  <a:sym typeface="+mn-ea"/>
                </a:endParaRPr>
              </a:p>
            </p:txBody>
          </p:sp>
          <p:sp>
            <p:nvSpPr>
              <p:cNvPr id="12" name="圆角矩形 11"/>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p:cNvSpPr txBox="1"/>
              <p:nvPr>
                <p:custDataLst>
                  <p:tags r:id="rId7"/>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4" name="图形 14" descr="触控屏 纯色填充"/>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2438" y="5126050"/>
              <a:ext cx="914400" cy="914400"/>
            </a:xfrm>
            <a:prstGeom prst="rect">
              <a:avLst/>
            </a:prstGeom>
          </p:spPr>
        </p:pic>
      </p:grpSp>
      <p:sp>
        <p:nvSpPr>
          <p:cNvPr id="15" name="文本框 14"/>
          <p:cNvSpPr txBox="1"/>
          <p:nvPr>
            <p:custDataLst>
              <p:tags r:id="rId11"/>
            </p:custDataLst>
          </p:nvPr>
        </p:nvSpPr>
        <p:spPr>
          <a:xfrm>
            <a:off x="1137285" y="2385695"/>
            <a:ext cx="10419715"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在文件6-13的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DataController类中</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getUser()方法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返回单条User信息的JSON数据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addProducts()方法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返回Product列表信息的JSON数据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文本框 15"/>
          <p:cNvSpPr txBox="1"/>
          <p:nvPr>
            <p:custDataLst>
              <p:tags r:id="rId12"/>
            </p:custDataLst>
          </p:nvPr>
        </p:nvSpPr>
        <p:spPr>
          <a:xfrm>
            <a:off x="1143635" y="1247140"/>
            <a:ext cx="10295890" cy="50673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下面通过案例演示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使用@ResponseBody注解回写JSON格式的对象数据和集合数据</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7" name="组合 16"/>
          <p:cNvGrpSpPr/>
          <p:nvPr/>
        </p:nvGrpSpPr>
        <p:grpSpPr>
          <a:xfrm>
            <a:off x="922020" y="1878965"/>
            <a:ext cx="2501265" cy="546735"/>
            <a:chOff x="901662" y="1797999"/>
            <a:chExt cx="1721506" cy="546735"/>
          </a:xfrm>
        </p:grpSpPr>
        <p:sp>
          <p:nvSpPr>
            <p:cNvPr id="18" name="矩形: 圆角 6"/>
            <p:cNvSpPr/>
            <p:nvPr>
              <p:custDataLst>
                <p:tags r:id="rId1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1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（1）定义处理器方法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6.5.2	JSON数据的回写</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文本框 14"/>
          <p:cNvSpPr txBox="1"/>
          <p:nvPr>
            <p:custDataLst>
              <p:tags r:id="rId2"/>
            </p:custDataLst>
          </p:nvPr>
        </p:nvSpPr>
        <p:spPr>
          <a:xfrm>
            <a:off x="1137285" y="2026920"/>
            <a:ext cx="10419715" cy="506730"/>
          </a:xfrm>
          <a:prstGeom prst="rect">
            <a:avLst/>
          </a:prstGeom>
          <a:noFill/>
          <a:ln w="9525">
            <a:noFill/>
          </a:ln>
        </p:spPr>
        <p:txBody>
          <a:bodyPr wrap="square">
            <a:spAutoFit/>
          </a:bodyPr>
          <a:p>
            <a:pPr>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启动项目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，在浏览器中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访问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http://localhost:8080/chapter06/getUser，</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页面显示效果</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7" name="组合 16"/>
          <p:cNvGrpSpPr/>
          <p:nvPr/>
        </p:nvGrpSpPr>
        <p:grpSpPr>
          <a:xfrm>
            <a:off x="922020" y="1376680"/>
            <a:ext cx="2501265" cy="546735"/>
            <a:chOff x="901662" y="1797999"/>
            <a:chExt cx="1721506" cy="546735"/>
          </a:xfrm>
        </p:grpSpPr>
        <p:sp>
          <p:nvSpPr>
            <p:cNvPr id="18"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42"/>
          <p:cNvPicPr>
            <a:picLocks noChangeAspect="1"/>
          </p:cNvPicPr>
          <p:nvPr>
            <p:custDataLst>
              <p:tags r:id="rId5"/>
            </p:custDataLst>
          </p:nvPr>
        </p:nvPicPr>
        <p:blipFill>
          <a:blip r:embed="rId6"/>
          <a:stretch>
            <a:fillRect/>
          </a:stretch>
        </p:blipFill>
        <p:spPr>
          <a:xfrm>
            <a:off x="1343025" y="2925128"/>
            <a:ext cx="9910052" cy="21996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6.5.2	JSON数据的回写</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文本框 14"/>
          <p:cNvSpPr txBox="1"/>
          <p:nvPr>
            <p:custDataLst>
              <p:tags r:id="rId2"/>
            </p:custDataLst>
          </p:nvPr>
        </p:nvSpPr>
        <p:spPr>
          <a:xfrm>
            <a:off x="1137285" y="2026920"/>
            <a:ext cx="10419715" cy="506730"/>
          </a:xfrm>
          <a:prstGeom prst="rect">
            <a:avLst/>
          </a:prstGeom>
          <a:noFill/>
          <a:ln w="9525">
            <a:noFill/>
          </a:ln>
        </p:spPr>
        <p:txBody>
          <a:bodyPr wrap="square">
            <a:spAutoFit/>
          </a:bodyPr>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在浏览器中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访问</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http://localhost:8080/chapter06/addProducts，</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页面显示效果</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7" name="组合 16"/>
          <p:cNvGrpSpPr/>
          <p:nvPr/>
        </p:nvGrpSpPr>
        <p:grpSpPr>
          <a:xfrm>
            <a:off x="922020" y="1376680"/>
            <a:ext cx="2501265" cy="546735"/>
            <a:chOff x="901662" y="1797999"/>
            <a:chExt cx="1721506" cy="546735"/>
          </a:xfrm>
        </p:grpSpPr>
        <p:sp>
          <p:nvSpPr>
            <p:cNvPr id="18" name="矩形: 圆角 6"/>
            <p:cNvSpPr/>
            <p:nvPr>
              <p:custDataLst>
                <p:tags r:id="rId3"/>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19" name="文本框 18"/>
            <p:cNvSpPr txBox="1"/>
            <p:nvPr>
              <p:custDataLst>
                <p:tags r:id="rId4"/>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2" name="图片 -2147482541"/>
          <p:cNvPicPr>
            <a:picLocks noChangeAspect="1"/>
          </p:cNvPicPr>
          <p:nvPr>
            <p:custDataLst>
              <p:tags r:id="rId5"/>
            </p:custDataLst>
          </p:nvPr>
        </p:nvPicPr>
        <p:blipFill>
          <a:blip r:embed="rId6"/>
          <a:stretch>
            <a:fillRect/>
          </a:stretch>
        </p:blipFill>
        <p:spPr>
          <a:xfrm>
            <a:off x="1271270" y="2997835"/>
            <a:ext cx="10045403" cy="198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35"/>
          <p:cNvSpPr txBox="1">
            <a:spLocks noChangeArrowheads="1"/>
          </p:cNvSpPr>
          <p:nvPr/>
        </p:nvSpPr>
        <p:spPr bwMode="auto">
          <a:xfrm>
            <a:off x="1126245" y="2908355"/>
            <a:ext cx="9793605" cy="1782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本章主要对</a:t>
            </a:r>
            <a:r>
              <a:rPr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Spring MVC中的数据绑定和响应</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进行了讲解。首先讲解了</a:t>
            </a:r>
            <a:r>
              <a:rPr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数据绑定概述</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；接着讲解了</a:t>
            </a:r>
            <a:r>
              <a:rPr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简单数据绑定和复杂数据绑定</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；最后讲解了</a:t>
            </a:r>
            <a:r>
              <a:rPr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页面跳转和数据回写</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。通过本章的学习，读者能够熟练地掌握Spring MVC中几种数据类型的绑定使用，掌握Spring MVC的数据响应，为后续的学习打下坚实的基础。</a:t>
            </a:r>
            <a:endPar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7" name="圆角矩形 26"/>
          <p:cNvSpPr/>
          <p:nvPr/>
        </p:nvSpPr>
        <p:spPr>
          <a:xfrm>
            <a:off x="839470" y="2396490"/>
            <a:ext cx="10511790" cy="2861310"/>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3" name="椭圆 2"/>
          <p:cNvSpPr/>
          <p:nvPr/>
        </p:nvSpPr>
        <p:spPr>
          <a:xfrm>
            <a:off x="4347710" y="198783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a:t>本</a:t>
            </a:r>
            <a:endParaRPr lang="zh-CN" altLang="en-US" sz="2800" b="1"/>
          </a:p>
        </p:txBody>
      </p:sp>
      <p:sp>
        <p:nvSpPr>
          <p:cNvPr id="9" name="椭圆 8"/>
          <p:cNvSpPr/>
          <p:nvPr/>
        </p:nvSpPr>
        <p:spPr>
          <a:xfrm>
            <a:off x="5066530" y="198783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章</a:t>
            </a:r>
            <a:endParaRPr lang="zh-CN" altLang="en-US" sz="2800" b="1" dirty="0">
              <a:sym typeface="+mn-ea"/>
            </a:endParaRPr>
          </a:p>
        </p:txBody>
      </p:sp>
      <p:sp>
        <p:nvSpPr>
          <p:cNvPr id="10" name="椭圆 9"/>
          <p:cNvSpPr/>
          <p:nvPr/>
        </p:nvSpPr>
        <p:spPr>
          <a:xfrm>
            <a:off x="5785350" y="198783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小</a:t>
            </a:r>
            <a:endParaRPr lang="zh-CN" altLang="en-US" sz="2800" b="1" dirty="0">
              <a:sym typeface="+mn-ea"/>
            </a:endParaRPr>
          </a:p>
        </p:txBody>
      </p:sp>
      <p:sp>
        <p:nvSpPr>
          <p:cNvPr id="11" name="椭圆 10"/>
          <p:cNvSpPr/>
          <p:nvPr/>
        </p:nvSpPr>
        <p:spPr>
          <a:xfrm>
            <a:off x="6504170" y="198783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a:sym typeface="+mn-ea"/>
              </a:rPr>
              <a:t>结</a:t>
            </a:r>
            <a:endParaRPr lang="zh-CN" altLang="en-US" sz="2800" b="1">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UNIT_TABLE_BEAUTIFY" val="smartTable{0f650efc-080f-41b9-adc8-97939dc4fe82}"/>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BEAUTIFY_FLAG" val=""/>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KSO_WM_BEAUTIFY_FLAG" val=""/>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Lst>
</file>

<file path=ppt/tags/tag453.xml><?xml version="1.0" encoding="utf-8"?>
<p:tagLst xmlns:p="http://schemas.openxmlformats.org/presentationml/2006/main">
  <p:tag name="KSO_WM_BEAUTIFY_FLAG" val=""/>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BEAUTIFY_FLAG" val=""/>
</p:tagLst>
</file>

<file path=ppt/tags/tag456.xml><?xml version="1.0" encoding="utf-8"?>
<p:tagLst xmlns:p="http://schemas.openxmlformats.org/presentationml/2006/main">
  <p:tag name="KSO_WM_BEAUTIFY_FLAG" val=""/>
</p:tagLst>
</file>

<file path=ppt/tags/tag457.xml><?xml version="1.0" encoding="utf-8"?>
<p:tagLst xmlns:p="http://schemas.openxmlformats.org/presentationml/2006/main">
  <p:tag name="KSO_WM_BEAUTIFY_FLAG" val=""/>
</p:tagLst>
</file>

<file path=ppt/tags/tag458.xml><?xml version="1.0" encoding="utf-8"?>
<p:tagLst xmlns:p="http://schemas.openxmlformats.org/presentationml/2006/main">
  <p:tag name="KSO_WM_BEAUTIFY_FLAG" val=""/>
</p:tagLst>
</file>

<file path=ppt/tags/tag459.xml><?xml version="1.0" encoding="utf-8"?>
<p:tagLst xmlns:p="http://schemas.openxmlformats.org/presentationml/2006/main">
  <p:tag name="KSO_WM_BEAUTIFY_FLAG" val=""/>
</p:tagLst>
</file>

<file path=ppt/tags/tag460.xml><?xml version="1.0" encoding="utf-8"?>
<p:tagLst xmlns:p="http://schemas.openxmlformats.org/presentationml/2006/main">
  <p:tag name="KSO_WM_BEAUTIFY_FLAG" val=""/>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BEAUTIFY_FLAG" val=""/>
</p:tagLst>
</file>

<file path=ppt/tags/tag469.xml><?xml version="1.0" encoding="utf-8"?>
<p:tagLst xmlns:p="http://schemas.openxmlformats.org/presentationml/2006/main">
  <p:tag name="KSO_WM_BEAUTIFY_FLAG" val=""/>
</p:tagLst>
</file>

<file path=ppt/tags/tag470.xml><?xml version="1.0" encoding="utf-8"?>
<p:tagLst xmlns:p="http://schemas.openxmlformats.org/presentationml/2006/main">
  <p:tag name="KSO_WM_BEAUTIFY_FLAG" val=""/>
</p:tagLst>
</file>

<file path=ppt/tags/tag471.xml><?xml version="1.0" encoding="utf-8"?>
<p:tagLst xmlns:p="http://schemas.openxmlformats.org/presentationml/2006/main">
  <p:tag name="KSO_WM_BEAUTIFY_FLAG" val=""/>
</p:tagLst>
</file>

<file path=ppt/tags/tag472.xml><?xml version="1.0" encoding="utf-8"?>
<p:tagLst xmlns:p="http://schemas.openxmlformats.org/presentationml/2006/main">
  <p:tag name="KSO_WM_BEAUTIFY_FLAG" val=""/>
</p:tagLst>
</file>

<file path=ppt/tags/tag473.xml><?xml version="1.0" encoding="utf-8"?>
<p:tagLst xmlns:p="http://schemas.openxmlformats.org/presentationml/2006/main">
  <p:tag name="KSO_WM_BEAUTIFY_FLAG" val=""/>
</p:tagLst>
</file>

<file path=ppt/tags/tag474.xml><?xml version="1.0" encoding="utf-8"?>
<p:tagLst xmlns:p="http://schemas.openxmlformats.org/presentationml/2006/main">
  <p:tag name="KSO_WM_BEAUTIFY_FLAG" val=""/>
</p:tagLst>
</file>

<file path=ppt/tags/tag475.xml><?xml version="1.0" encoding="utf-8"?>
<p:tagLst xmlns:p="http://schemas.openxmlformats.org/presentationml/2006/main">
  <p:tag name="KSO_WM_BEAUTIFY_FLAG" val=""/>
</p:tagLst>
</file>

<file path=ppt/tags/tag476.xml><?xml version="1.0" encoding="utf-8"?>
<p:tagLst xmlns:p="http://schemas.openxmlformats.org/presentationml/2006/main">
  <p:tag name="KSO_WM_BEAUTIFY_FLAG" val=""/>
</p:tagLst>
</file>

<file path=ppt/tags/tag477.xml><?xml version="1.0" encoding="utf-8"?>
<p:tagLst xmlns:p="http://schemas.openxmlformats.org/presentationml/2006/main">
  <p:tag name="KSO_WM_BEAUTIFY_FLAG" val=""/>
</p:tagLst>
</file>

<file path=ppt/tags/tag478.xml><?xml version="1.0" encoding="utf-8"?>
<p:tagLst xmlns:p="http://schemas.openxmlformats.org/presentationml/2006/main">
  <p:tag name="KSO_WM_BEAUTIFY_FLAG" val=""/>
</p:tagLst>
</file>

<file path=ppt/tags/tag479.xml><?xml version="1.0" encoding="utf-8"?>
<p:tagLst xmlns:p="http://schemas.openxmlformats.org/presentationml/2006/main">
  <p:tag name="KSO_WM_BEAUTIFY_FLAG" val=""/>
</p:tagLst>
</file>

<file path=ppt/tags/tag480.xml><?xml version="1.0" encoding="utf-8"?>
<p:tagLst xmlns:p="http://schemas.openxmlformats.org/presentationml/2006/main">
  <p:tag name="KSO_WM_BEAUTIFY_FLAG" val=""/>
</p:tagLst>
</file>

<file path=ppt/tags/tag481.xml><?xml version="1.0" encoding="utf-8"?>
<p:tagLst xmlns:p="http://schemas.openxmlformats.org/presentationml/2006/main">
  <p:tag name="KSO_WM_BEAUTIFY_FLAG" val=""/>
</p:tagLst>
</file>

<file path=ppt/tags/tag482.xml><?xml version="1.0" encoding="utf-8"?>
<p:tagLst xmlns:p="http://schemas.openxmlformats.org/presentationml/2006/main">
  <p:tag name="KSO_WM_BEAUTIFY_FLAG" val=""/>
</p:tagLst>
</file>

<file path=ppt/tags/tag483.xml><?xml version="1.0" encoding="utf-8"?>
<p:tagLst xmlns:p="http://schemas.openxmlformats.org/presentationml/2006/main">
  <p:tag name="KSO_WM_BEAUTIFY_FLAG" val=""/>
</p:tagLst>
</file>

<file path=ppt/tags/tag484.xml><?xml version="1.0" encoding="utf-8"?>
<p:tagLst xmlns:p="http://schemas.openxmlformats.org/presentationml/2006/main">
  <p:tag name="KSO_WM_BEAUTIFY_FLAG" val=""/>
</p:tagLst>
</file>

<file path=ppt/tags/tag485.xml><?xml version="1.0" encoding="utf-8"?>
<p:tagLst xmlns:p="http://schemas.openxmlformats.org/presentationml/2006/main">
  <p:tag name="KSO_WM_BEAUTIFY_FLAG" val=""/>
</p:tagLst>
</file>

<file path=ppt/tags/tag486.xml><?xml version="1.0" encoding="utf-8"?>
<p:tagLst xmlns:p="http://schemas.openxmlformats.org/presentationml/2006/main">
  <p:tag name="KSO_WM_BEAUTIFY_FLAG" val=""/>
</p:tagLst>
</file>

<file path=ppt/tags/tag487.xml><?xml version="1.0" encoding="utf-8"?>
<p:tagLst xmlns:p="http://schemas.openxmlformats.org/presentationml/2006/main">
  <p:tag name="KSO_WM_BEAUTIFY_FLAG" val=""/>
</p:tagLst>
</file>

<file path=ppt/tags/tag488.xml><?xml version="1.0" encoding="utf-8"?>
<p:tagLst xmlns:p="http://schemas.openxmlformats.org/presentationml/2006/main">
  <p:tag name="KSO_WM_BEAUTIFY_FLAG" val=""/>
</p:tagLst>
</file>

<file path=ppt/tags/tag489.xml><?xml version="1.0" encoding="utf-8"?>
<p:tagLst xmlns:p="http://schemas.openxmlformats.org/presentationml/2006/main">
  <p:tag name="KSO_WM_BEAUTIFY_FLAG" val=""/>
</p:tagLst>
</file>

<file path=ppt/tags/tag490.xml><?xml version="1.0" encoding="utf-8"?>
<p:tagLst xmlns:p="http://schemas.openxmlformats.org/presentationml/2006/main">
  <p:tag name="KSO_WM_BEAUTIFY_FLAG" val=""/>
</p:tagLst>
</file>

<file path=ppt/tags/tag491.xml><?xml version="1.0" encoding="utf-8"?>
<p:tagLst xmlns:p="http://schemas.openxmlformats.org/presentationml/2006/main">
  <p:tag name="KSO_WM_BEAUTIFY_FLAG" val=""/>
</p:tagLst>
</file>

<file path=ppt/tags/tag492.xml><?xml version="1.0" encoding="utf-8"?>
<p:tagLst xmlns:p="http://schemas.openxmlformats.org/presentationml/2006/main">
  <p:tag name="KSO_WM_BEAUTIFY_FLAG" val=""/>
</p:tagLst>
</file>

<file path=ppt/tags/tag493.xml><?xml version="1.0" encoding="utf-8"?>
<p:tagLst xmlns:p="http://schemas.openxmlformats.org/presentationml/2006/main">
  <p:tag name="KSO_WM_BEAUTIFY_FLAG" val=""/>
</p:tagLst>
</file>

<file path=ppt/tags/tag494.xml><?xml version="1.0" encoding="utf-8"?>
<p:tagLst xmlns:p="http://schemas.openxmlformats.org/presentationml/2006/main">
  <p:tag name="KSO_WM_BEAUTIFY_FLAG" val=""/>
</p:tagLst>
</file>

<file path=ppt/tags/tag495.xml><?xml version="1.0" encoding="utf-8"?>
<p:tagLst xmlns:p="http://schemas.openxmlformats.org/presentationml/2006/main">
  <p:tag name="KSO_WM_BEAUTIFY_FLAG" val=""/>
</p:tagLst>
</file>

<file path=ppt/tags/tag496.xml><?xml version="1.0" encoding="utf-8"?>
<p:tagLst xmlns:p="http://schemas.openxmlformats.org/presentationml/2006/main">
  <p:tag name="KSO_WM_BEAUTIFY_FLAG" val=""/>
</p:tagLst>
</file>

<file path=ppt/tags/tag497.xml><?xml version="1.0" encoding="utf-8"?>
<p:tagLst xmlns:p="http://schemas.openxmlformats.org/presentationml/2006/main">
  <p:tag name="KSO_WM_BEAUTIFY_FLAG" val=""/>
</p:tagLst>
</file>

<file path=ppt/tags/tag498.xml><?xml version="1.0" encoding="utf-8"?>
<p:tagLst xmlns:p="http://schemas.openxmlformats.org/presentationml/2006/main">
  <p:tag name="KSO_WM_BEAUTIFY_FLAG" val=""/>
</p:tagLst>
</file>

<file path=ppt/tags/tag499.xml><?xml version="1.0" encoding="utf-8"?>
<p:tagLst xmlns:p="http://schemas.openxmlformats.org/presentationml/2006/main">
  <p:tag name="KSO_WM_BEAUTIFY_FLAG" val=""/>
</p:tagLst>
</file>

<file path=ppt/tags/tag500.xml><?xml version="1.0" encoding="utf-8"?>
<p:tagLst xmlns:p="http://schemas.openxmlformats.org/presentationml/2006/main">
  <p:tag name="KSO_WM_BEAUTIFY_FLAG" val=""/>
</p:tagLst>
</file>

<file path=ppt/tags/tag501.xml><?xml version="1.0" encoding="utf-8"?>
<p:tagLst xmlns:p="http://schemas.openxmlformats.org/presentationml/2006/main">
  <p:tag name="KSO_WM_BEAUTIFY_FLAG" val=""/>
</p:tagLst>
</file>

<file path=ppt/tags/tag502.xml><?xml version="1.0" encoding="utf-8"?>
<p:tagLst xmlns:p="http://schemas.openxmlformats.org/presentationml/2006/main">
  <p:tag name="KSO_WM_BEAUTIFY_FLAG" val=""/>
</p:tagLst>
</file>

<file path=ppt/tags/tag503.xml><?xml version="1.0" encoding="utf-8"?>
<p:tagLst xmlns:p="http://schemas.openxmlformats.org/presentationml/2006/main">
  <p:tag name="KSO_WM_BEAUTIFY_FLAG" val=""/>
</p:tagLst>
</file>

<file path=ppt/tags/tag504.xml><?xml version="1.0" encoding="utf-8"?>
<p:tagLst xmlns:p="http://schemas.openxmlformats.org/presentationml/2006/main">
  <p:tag name="KSO_WM_BEAUTIFY_FLAG" val=""/>
</p:tagLst>
</file>

<file path=ppt/tags/tag505.xml><?xml version="1.0" encoding="utf-8"?>
<p:tagLst xmlns:p="http://schemas.openxmlformats.org/presentationml/2006/main">
  <p:tag name="KSO_WM_BEAUTIFY_FLAG" val=""/>
</p:tagLst>
</file>

<file path=ppt/tags/tag506.xml><?xml version="1.0" encoding="utf-8"?>
<p:tagLst xmlns:p="http://schemas.openxmlformats.org/presentationml/2006/main">
  <p:tag name="KSO_WM_BEAUTIFY_FLAG" val=""/>
</p:tagLst>
</file>

<file path=ppt/tags/tag507.xml><?xml version="1.0" encoding="utf-8"?>
<p:tagLst xmlns:p="http://schemas.openxmlformats.org/presentationml/2006/main">
  <p:tag name="KSO_WM_BEAUTIFY_FLAG" val=""/>
</p:tagLst>
</file>

<file path=ppt/tags/tag508.xml><?xml version="1.0" encoding="utf-8"?>
<p:tagLst xmlns:p="http://schemas.openxmlformats.org/presentationml/2006/main">
  <p:tag name="KSO_WM_BEAUTIFY_FLAG" val=""/>
</p:tagLst>
</file>

<file path=ppt/tags/tag509.xml><?xml version="1.0" encoding="utf-8"?>
<p:tagLst xmlns:p="http://schemas.openxmlformats.org/presentationml/2006/main">
  <p:tag name="KSO_WM_BEAUTIFY_FLAG" val=""/>
</p:tagLst>
</file>

<file path=ppt/tags/tag510.xml><?xml version="1.0" encoding="utf-8"?>
<p:tagLst xmlns:p="http://schemas.openxmlformats.org/presentationml/2006/main">
  <p:tag name="KSO_WM_BEAUTIFY_FLAG" val=""/>
</p:tagLst>
</file>

<file path=ppt/tags/tag511.xml><?xml version="1.0" encoding="utf-8"?>
<p:tagLst xmlns:p="http://schemas.openxmlformats.org/presentationml/2006/main">
  <p:tag name="KSO_WM_BEAUTIFY_FLAG" val=""/>
</p:tagLst>
</file>

<file path=ppt/tags/tag512.xml><?xml version="1.0" encoding="utf-8"?>
<p:tagLst xmlns:p="http://schemas.openxmlformats.org/presentationml/2006/main">
  <p:tag name="KSO_WM_BEAUTIFY_FLAG" val=""/>
</p:tagLst>
</file>

<file path=ppt/tags/tag513.xml><?xml version="1.0" encoding="utf-8"?>
<p:tagLst xmlns:p="http://schemas.openxmlformats.org/presentationml/2006/main">
  <p:tag name="KSO_WM_BEAUTIFY_FLAG" val=""/>
</p:tagLst>
</file>

<file path=ppt/tags/tag514.xml><?xml version="1.0" encoding="utf-8"?>
<p:tagLst xmlns:p="http://schemas.openxmlformats.org/presentationml/2006/main">
  <p:tag name="KSO_WM_BEAUTIFY_FLAG" val=""/>
</p:tagLst>
</file>

<file path=ppt/tags/tag515.xml><?xml version="1.0" encoding="utf-8"?>
<p:tagLst xmlns:p="http://schemas.openxmlformats.org/presentationml/2006/main">
  <p:tag name="KSO_WM_BEAUTIFY_FLAG" val=""/>
</p:tagLst>
</file>

<file path=ppt/tags/tag516.xml><?xml version="1.0" encoding="utf-8"?>
<p:tagLst xmlns:p="http://schemas.openxmlformats.org/presentationml/2006/main">
  <p:tag name="KSO_WM_BEAUTIFY_FLAG" val=""/>
</p:tagLst>
</file>

<file path=ppt/tags/tag517.xml><?xml version="1.0" encoding="utf-8"?>
<p:tagLst xmlns:p="http://schemas.openxmlformats.org/presentationml/2006/main">
  <p:tag name="KSO_WM_BEAUTIFY_FLAG" val=""/>
</p:tagLst>
</file>

<file path=ppt/tags/tag518.xml><?xml version="1.0" encoding="utf-8"?>
<p:tagLst xmlns:p="http://schemas.openxmlformats.org/presentationml/2006/main">
  <p:tag name="KSO_WM_BEAUTIFY_FLAG" val=""/>
</p:tagLst>
</file>

<file path=ppt/tags/tag519.xml><?xml version="1.0" encoding="utf-8"?>
<p:tagLst xmlns:p="http://schemas.openxmlformats.org/presentationml/2006/main">
  <p:tag name="KSO_WM_UNIT_TABLE_BEAUTIFY" val="smartTable{977eaa8d-b3bb-4f88-8130-7e063e54b263}"/>
</p:tagLst>
</file>

<file path=ppt/tags/tag520.xml><?xml version="1.0" encoding="utf-8"?>
<p:tagLst xmlns:p="http://schemas.openxmlformats.org/presentationml/2006/main">
  <p:tag name="KSO_WM_BEAUTIFY_FLAG" val=""/>
</p:tagLst>
</file>

<file path=ppt/tags/tag521.xml><?xml version="1.0" encoding="utf-8"?>
<p:tagLst xmlns:p="http://schemas.openxmlformats.org/presentationml/2006/main">
  <p:tag name="KSO_WM_BEAUTIFY_FLAG" val=""/>
</p:tagLst>
</file>

<file path=ppt/tags/tag522.xml><?xml version="1.0" encoding="utf-8"?>
<p:tagLst xmlns:p="http://schemas.openxmlformats.org/presentationml/2006/main">
  <p:tag name="KSO_WM_BEAUTIFY_FLAG" val=""/>
</p:tagLst>
</file>

<file path=ppt/tags/tag523.xml><?xml version="1.0" encoding="utf-8"?>
<p:tagLst xmlns:p="http://schemas.openxmlformats.org/presentationml/2006/main">
  <p:tag name="KSO_WM_BEAUTIFY_FLAG" val=""/>
</p:tagLst>
</file>

<file path=ppt/tags/tag524.xml><?xml version="1.0" encoding="utf-8"?>
<p:tagLst xmlns:p="http://schemas.openxmlformats.org/presentationml/2006/main">
  <p:tag name="KSO_WM_BEAUTIFY_FLAG" val=""/>
</p:tagLst>
</file>

<file path=ppt/tags/tag525.xml><?xml version="1.0" encoding="utf-8"?>
<p:tagLst xmlns:p="http://schemas.openxmlformats.org/presentationml/2006/main">
  <p:tag name="KSO_WM_BEAUTIFY_FLAG" val=""/>
</p:tagLst>
</file>

<file path=ppt/tags/tag526.xml><?xml version="1.0" encoding="utf-8"?>
<p:tagLst xmlns:p="http://schemas.openxmlformats.org/presentationml/2006/main">
  <p:tag name="KSO_WM_BEAUTIFY_FLAG" val=""/>
</p:tagLst>
</file>

<file path=ppt/tags/tag527.xml><?xml version="1.0" encoding="utf-8"?>
<p:tagLst xmlns:p="http://schemas.openxmlformats.org/presentationml/2006/main">
  <p:tag name="KSO_WM_BEAUTIFY_FLAG" val=""/>
</p:tagLst>
</file>

<file path=ppt/tags/tag528.xml><?xml version="1.0" encoding="utf-8"?>
<p:tagLst xmlns:p="http://schemas.openxmlformats.org/presentationml/2006/main">
  <p:tag name="KSO_WM_BEAUTIFY_FLAG" val=""/>
</p:tagLst>
</file>

<file path=ppt/tags/tag529.xml><?xml version="1.0" encoding="utf-8"?>
<p:tagLst xmlns:p="http://schemas.openxmlformats.org/presentationml/2006/main">
  <p:tag name="KSO_WM_BEAUTIFY_FLAG" val=""/>
</p:tagLst>
</file>

<file path=ppt/tags/tag530.xml><?xml version="1.0" encoding="utf-8"?>
<p:tagLst xmlns:p="http://schemas.openxmlformats.org/presentationml/2006/main">
  <p:tag name="KSO_WM_BEAUTIFY_FLAG" val=""/>
</p:tagLst>
</file>

<file path=ppt/tags/tag531.xml><?xml version="1.0" encoding="utf-8"?>
<p:tagLst xmlns:p="http://schemas.openxmlformats.org/presentationml/2006/main">
  <p:tag name="KSO_WM_BEAUTIFY_FLAG" val=""/>
</p:tagLst>
</file>

<file path=ppt/tags/tag532.xml><?xml version="1.0" encoding="utf-8"?>
<p:tagLst xmlns:p="http://schemas.openxmlformats.org/presentationml/2006/main">
  <p:tag name="KSO_WM_BEAUTIFY_FLAG" val=""/>
</p:tagLst>
</file>

<file path=ppt/tags/tag533.xml><?xml version="1.0" encoding="utf-8"?>
<p:tagLst xmlns:p="http://schemas.openxmlformats.org/presentationml/2006/main">
  <p:tag name="KSO_WM_BEAUTIFY_FLAG" val=""/>
</p:tagLst>
</file>

<file path=ppt/tags/tag534.xml><?xml version="1.0" encoding="utf-8"?>
<p:tagLst xmlns:p="http://schemas.openxmlformats.org/presentationml/2006/main">
  <p:tag name="KSO_WM_BEAUTIFY_FLAG" val=""/>
</p:tagLst>
</file>

<file path=ppt/tags/tag535.xml><?xml version="1.0" encoding="utf-8"?>
<p:tagLst xmlns:p="http://schemas.openxmlformats.org/presentationml/2006/main">
  <p:tag name="KSO_WM_BEAUTIFY_FLAG" val=""/>
</p:tagLst>
</file>

<file path=ppt/tags/tag536.xml><?xml version="1.0" encoding="utf-8"?>
<p:tagLst xmlns:p="http://schemas.openxmlformats.org/presentationml/2006/main">
  <p:tag name="KSO_WM_BEAUTIFY_FLAG" val=""/>
</p:tagLst>
</file>

<file path=ppt/tags/tag537.xml><?xml version="1.0" encoding="utf-8"?>
<p:tagLst xmlns:p="http://schemas.openxmlformats.org/presentationml/2006/main">
  <p:tag name="KSO_WM_BEAUTIFY_FLAG" val=""/>
</p:tagLst>
</file>

<file path=ppt/tags/tag538.xml><?xml version="1.0" encoding="utf-8"?>
<p:tagLst xmlns:p="http://schemas.openxmlformats.org/presentationml/2006/main">
  <p:tag name="KSO_WM_BEAUTIFY_FLAG" val=""/>
</p:tagLst>
</file>

<file path=ppt/tags/tag539.xml><?xml version="1.0" encoding="utf-8"?>
<p:tagLst xmlns:p="http://schemas.openxmlformats.org/presentationml/2006/main">
  <p:tag name="KSO_WM_BEAUTIFY_FLAG" val=""/>
</p:tagLst>
</file>

<file path=ppt/tags/tag540.xml><?xml version="1.0" encoding="utf-8"?>
<p:tagLst xmlns:p="http://schemas.openxmlformats.org/presentationml/2006/main">
  <p:tag name="KSO_WM_BEAUTIFY_FLAG" val=""/>
</p:tagLst>
</file>

<file path=ppt/tags/tag541.xml><?xml version="1.0" encoding="utf-8"?>
<p:tagLst xmlns:p="http://schemas.openxmlformats.org/presentationml/2006/main">
  <p:tag name="KSO_WM_BEAUTIFY_FLAG" val=""/>
</p:tagLst>
</file>

<file path=ppt/tags/tag542.xml><?xml version="1.0" encoding="utf-8"?>
<p:tagLst xmlns:p="http://schemas.openxmlformats.org/presentationml/2006/main">
  <p:tag name="KSO_WM_BEAUTIFY_FLAG" val=""/>
</p:tagLst>
</file>

<file path=ppt/tags/tag543.xml><?xml version="1.0" encoding="utf-8"?>
<p:tagLst xmlns:p="http://schemas.openxmlformats.org/presentationml/2006/main">
  <p:tag name="KSO_WM_BEAUTIFY_FLAG" val=""/>
</p:tagLst>
</file>

<file path=ppt/tags/tag544.xml><?xml version="1.0" encoding="utf-8"?>
<p:tagLst xmlns:p="http://schemas.openxmlformats.org/presentationml/2006/main">
  <p:tag name="KSO_WM_BEAUTIFY_FLAG" val=""/>
</p:tagLst>
</file>

<file path=ppt/tags/tag545.xml><?xml version="1.0" encoding="utf-8"?>
<p:tagLst xmlns:p="http://schemas.openxmlformats.org/presentationml/2006/main">
  <p:tag name="KSO_WM_BEAUTIFY_FLAG" val=""/>
</p:tagLst>
</file>

<file path=ppt/tags/tag546.xml><?xml version="1.0" encoding="utf-8"?>
<p:tagLst xmlns:p="http://schemas.openxmlformats.org/presentationml/2006/main">
  <p:tag name="KSO_WM_BEAUTIFY_FLAG" val=""/>
</p:tagLst>
</file>

<file path=ppt/tags/tag547.xml><?xml version="1.0" encoding="utf-8"?>
<p:tagLst xmlns:p="http://schemas.openxmlformats.org/presentationml/2006/main">
  <p:tag name="KSO_WM_BEAUTIFY_FLAG" val=""/>
</p:tagLst>
</file>

<file path=ppt/tags/tag548.xml><?xml version="1.0" encoding="utf-8"?>
<p:tagLst xmlns:p="http://schemas.openxmlformats.org/presentationml/2006/main">
  <p:tag name="KSO_WM_BEAUTIFY_FLAG" val=""/>
</p:tagLst>
</file>

<file path=ppt/tags/tag549.xml><?xml version="1.0" encoding="utf-8"?>
<p:tagLst xmlns:p="http://schemas.openxmlformats.org/presentationml/2006/main">
  <p:tag name="KSO_WM_BEAUTIFY_FLAG" val=""/>
</p:tagLst>
</file>

<file path=ppt/tags/tag550.xml><?xml version="1.0" encoding="utf-8"?>
<p:tagLst xmlns:p="http://schemas.openxmlformats.org/presentationml/2006/main">
  <p:tag name="KSO_WM_BEAUTIFY_FLAG" val=""/>
</p:tagLst>
</file>

<file path=ppt/tags/tag551.xml><?xml version="1.0" encoding="utf-8"?>
<p:tagLst xmlns:p="http://schemas.openxmlformats.org/presentationml/2006/main">
  <p:tag name="KSO_WM_BEAUTIFY_FLAG" val=""/>
</p:tagLst>
</file>

<file path=ppt/tags/tag552.xml><?xml version="1.0" encoding="utf-8"?>
<p:tagLst xmlns:p="http://schemas.openxmlformats.org/presentationml/2006/main">
  <p:tag name="KSO_WM_BEAUTIFY_FLAG" val=""/>
</p:tagLst>
</file>

<file path=ppt/tags/tag553.xml><?xml version="1.0" encoding="utf-8"?>
<p:tagLst xmlns:p="http://schemas.openxmlformats.org/presentationml/2006/main">
  <p:tag name="KSO_WM_BEAUTIFY_FLAG" val=""/>
</p:tagLst>
</file>

<file path=ppt/tags/tag554.xml><?xml version="1.0" encoding="utf-8"?>
<p:tagLst xmlns:p="http://schemas.openxmlformats.org/presentationml/2006/main">
  <p:tag name="KSO_WM_BEAUTIFY_FLAG" val=""/>
</p:tagLst>
</file>

<file path=ppt/tags/tag555.xml><?xml version="1.0" encoding="utf-8"?>
<p:tagLst xmlns:p="http://schemas.openxmlformats.org/presentationml/2006/main">
  <p:tag name="KSO_WM_BEAUTIFY_FLAG" val=""/>
</p:tagLst>
</file>

<file path=ppt/tags/tag556.xml><?xml version="1.0" encoding="utf-8"?>
<p:tagLst xmlns:p="http://schemas.openxmlformats.org/presentationml/2006/main">
  <p:tag name="KSO_WM_BEAUTIFY_FLAG" val=""/>
</p:tagLst>
</file>

<file path=ppt/tags/tag557.xml><?xml version="1.0" encoding="utf-8"?>
<p:tagLst xmlns:p="http://schemas.openxmlformats.org/presentationml/2006/main">
  <p:tag name="KSO_WM_BEAUTIFY_FLAG" val=""/>
</p:tagLst>
</file>

<file path=ppt/tags/tag558.xml><?xml version="1.0" encoding="utf-8"?>
<p:tagLst xmlns:p="http://schemas.openxmlformats.org/presentationml/2006/main">
  <p:tag name="KSO_WM_BEAUTIFY_FLAG" val=""/>
</p:tagLst>
</file>

<file path=ppt/tags/tag559.xml><?xml version="1.0" encoding="utf-8"?>
<p:tagLst xmlns:p="http://schemas.openxmlformats.org/presentationml/2006/main">
  <p:tag name="KSO_WM_BEAUTIFY_FLAG" val=""/>
</p:tagLst>
</file>

<file path=ppt/tags/tag560.xml><?xml version="1.0" encoding="utf-8"?>
<p:tagLst xmlns:p="http://schemas.openxmlformats.org/presentationml/2006/main">
  <p:tag name="KSO_WM_BEAUTIFY_FLAG" val=""/>
</p:tagLst>
</file>

<file path=ppt/tags/tag561.xml><?xml version="1.0" encoding="utf-8"?>
<p:tagLst xmlns:p="http://schemas.openxmlformats.org/presentationml/2006/main">
  <p:tag name="KSO_WM_BEAUTIFY_FLAG" val=""/>
</p:tagLst>
</file>

<file path=ppt/tags/tag562.xml><?xml version="1.0" encoding="utf-8"?>
<p:tagLst xmlns:p="http://schemas.openxmlformats.org/presentationml/2006/main">
  <p:tag name="KSO_WM_BEAUTIFY_FLAG" val=""/>
</p:tagLst>
</file>

<file path=ppt/tags/tag563.xml><?xml version="1.0" encoding="utf-8"?>
<p:tagLst xmlns:p="http://schemas.openxmlformats.org/presentationml/2006/main">
  <p:tag name="KSO_WM_BEAUTIFY_FLAG" val=""/>
</p:tagLst>
</file>

<file path=ppt/tags/tag564.xml><?xml version="1.0" encoding="utf-8"?>
<p:tagLst xmlns:p="http://schemas.openxmlformats.org/presentationml/2006/main">
  <p:tag name="KSO_WM_BEAUTIFY_FLAG" val=""/>
</p:tagLst>
</file>

<file path=ppt/tags/tag565.xml><?xml version="1.0" encoding="utf-8"?>
<p:tagLst xmlns:p="http://schemas.openxmlformats.org/presentationml/2006/main">
  <p:tag name="KSO_WM_BEAUTIFY_FLAG" val=""/>
</p:tagLst>
</file>

<file path=ppt/tags/tag566.xml><?xml version="1.0" encoding="utf-8"?>
<p:tagLst xmlns:p="http://schemas.openxmlformats.org/presentationml/2006/main">
  <p:tag name="KSO_WM_BEAUTIFY_FLAG" val=""/>
</p:tagLst>
</file>

<file path=ppt/tags/tag567.xml><?xml version="1.0" encoding="utf-8"?>
<p:tagLst xmlns:p="http://schemas.openxmlformats.org/presentationml/2006/main">
  <p:tag name="KSO_WM_BEAUTIFY_FLAG" val=""/>
</p:tagLst>
</file>

<file path=ppt/tags/tag568.xml><?xml version="1.0" encoding="utf-8"?>
<p:tagLst xmlns:p="http://schemas.openxmlformats.org/presentationml/2006/main">
  <p:tag name="KSO_WM_BEAUTIFY_FLAG" val=""/>
</p:tagLst>
</file>

<file path=ppt/tags/tag569.xml><?xml version="1.0" encoding="utf-8"?>
<p:tagLst xmlns:p="http://schemas.openxmlformats.org/presentationml/2006/main">
  <p:tag name="KSO_WM_BEAUTIFY_FLAG" val=""/>
</p:tagLst>
</file>

<file path=ppt/tags/tag570.xml><?xml version="1.0" encoding="utf-8"?>
<p:tagLst xmlns:p="http://schemas.openxmlformats.org/presentationml/2006/main">
  <p:tag name="KSO_WM_BEAUTIFY_FLAG" val=""/>
</p:tagLst>
</file>

<file path=ppt/tags/tag571.xml><?xml version="1.0" encoding="utf-8"?>
<p:tagLst xmlns:p="http://schemas.openxmlformats.org/presentationml/2006/main">
  <p:tag name="KSO_WM_BEAUTIFY_FLAG" val=""/>
</p:tagLst>
</file>

<file path=ppt/tags/tag572.xml><?xml version="1.0" encoding="utf-8"?>
<p:tagLst xmlns:p="http://schemas.openxmlformats.org/presentationml/2006/main">
  <p:tag name="KSO_WM_BEAUTIFY_FLAG" val=""/>
</p:tagLst>
</file>

<file path=ppt/tags/tag573.xml><?xml version="1.0" encoding="utf-8"?>
<p:tagLst xmlns:p="http://schemas.openxmlformats.org/presentationml/2006/main">
  <p:tag name="KSO_WM_BEAUTIFY_FLAG" val=""/>
</p:tagLst>
</file>

<file path=ppt/tags/tag574.xml><?xml version="1.0" encoding="utf-8"?>
<p:tagLst xmlns:p="http://schemas.openxmlformats.org/presentationml/2006/main">
  <p:tag name="KSO_WM_BEAUTIFY_FLAG" val=""/>
</p:tagLst>
</file>

<file path=ppt/tags/tag575.xml><?xml version="1.0" encoding="utf-8"?>
<p:tagLst xmlns:p="http://schemas.openxmlformats.org/presentationml/2006/main">
  <p:tag name="KSO_WM_BEAUTIFY_FLAG" val=""/>
</p:tagLst>
</file>

<file path=ppt/tags/tag576.xml><?xml version="1.0" encoding="utf-8"?>
<p:tagLst xmlns:p="http://schemas.openxmlformats.org/presentationml/2006/main">
  <p:tag name="KSO_WM_BEAUTIFY_FLAG" val=""/>
</p:tagLst>
</file>

<file path=ppt/tags/tag577.xml><?xml version="1.0" encoding="utf-8"?>
<p:tagLst xmlns:p="http://schemas.openxmlformats.org/presentationml/2006/main">
  <p:tag name="KSO_WM_BEAUTIFY_FLAG" val=""/>
</p:tagLst>
</file>

<file path=ppt/tags/tag578.xml><?xml version="1.0" encoding="utf-8"?>
<p:tagLst xmlns:p="http://schemas.openxmlformats.org/presentationml/2006/main">
  <p:tag name="KSO_WM_BEAUTIFY_FLAG" val=""/>
</p:tagLst>
</file>

<file path=ppt/tags/tag579.xml><?xml version="1.0" encoding="utf-8"?>
<p:tagLst xmlns:p="http://schemas.openxmlformats.org/presentationml/2006/main">
  <p:tag name="KSO_WM_BEAUTIFY_FLAG" val=""/>
</p:tagLst>
</file>

<file path=ppt/tags/tag580.xml><?xml version="1.0" encoding="utf-8"?>
<p:tagLst xmlns:p="http://schemas.openxmlformats.org/presentationml/2006/main">
  <p:tag name="KSO_WM_BEAUTIFY_FLAG" val=""/>
</p:tagLst>
</file>

<file path=ppt/tags/tag581.xml><?xml version="1.0" encoding="utf-8"?>
<p:tagLst xmlns:p="http://schemas.openxmlformats.org/presentationml/2006/main">
  <p:tag name="KSO_WM_BEAUTIFY_FLAG" val=""/>
</p:tagLst>
</file>

<file path=ppt/tags/tag582.xml><?xml version="1.0" encoding="utf-8"?>
<p:tagLst xmlns:p="http://schemas.openxmlformats.org/presentationml/2006/main">
  <p:tag name="KSO_WM_BEAUTIFY_FLAG" val=""/>
</p:tagLst>
</file>

<file path=ppt/tags/tag583.xml><?xml version="1.0" encoding="utf-8"?>
<p:tagLst xmlns:p="http://schemas.openxmlformats.org/presentationml/2006/main">
  <p:tag name="KSO_WM_BEAUTIFY_FLAG" val=""/>
</p:tagLst>
</file>

<file path=ppt/tags/tag584.xml><?xml version="1.0" encoding="utf-8"?>
<p:tagLst xmlns:p="http://schemas.openxmlformats.org/presentationml/2006/main">
  <p:tag name="KSO_WM_BEAUTIFY_FLAG" val=""/>
</p:tagLst>
</file>

<file path=ppt/tags/tag585.xml><?xml version="1.0" encoding="utf-8"?>
<p:tagLst xmlns:p="http://schemas.openxmlformats.org/presentationml/2006/main">
  <p:tag name="KSO_WM_BEAUTIFY_FLAG" val=""/>
</p:tagLst>
</file>

<file path=ppt/tags/tag586.xml><?xml version="1.0" encoding="utf-8"?>
<p:tagLst xmlns:p="http://schemas.openxmlformats.org/presentationml/2006/main">
  <p:tag name="KSO_WM_BEAUTIFY_FLAG" val=""/>
</p:tagLst>
</file>

<file path=ppt/tags/tag587.xml><?xml version="1.0" encoding="utf-8"?>
<p:tagLst xmlns:p="http://schemas.openxmlformats.org/presentationml/2006/main">
  <p:tag name="KSO_WM_BEAUTIFY_FLAG" val=""/>
</p:tagLst>
</file>

<file path=ppt/tags/tag588.xml><?xml version="1.0" encoding="utf-8"?>
<p:tagLst xmlns:p="http://schemas.openxmlformats.org/presentationml/2006/main">
  <p:tag name="KSO_WM_BEAUTIFY_FLAG" val=""/>
</p:tagLst>
</file>

<file path=ppt/tags/tag589.xml><?xml version="1.0" encoding="utf-8"?>
<p:tagLst xmlns:p="http://schemas.openxmlformats.org/presentationml/2006/main">
  <p:tag name="KSO_WM_BEAUTIFY_FLAG" val=""/>
</p:tagLst>
</file>

<file path=ppt/tags/tag590.xml><?xml version="1.0" encoding="utf-8"?>
<p:tagLst xmlns:p="http://schemas.openxmlformats.org/presentationml/2006/main">
  <p:tag name="KSO_WM_BEAUTIFY_FLAG" val=""/>
</p:tagLst>
</file>

<file path=ppt/tags/tag591.xml><?xml version="1.0" encoding="utf-8"?>
<p:tagLst xmlns:p="http://schemas.openxmlformats.org/presentationml/2006/main">
  <p:tag name="KSO_WM_BEAUTIFY_FLAG" val=""/>
</p:tagLst>
</file>

<file path=ppt/tags/tag592.xml><?xml version="1.0" encoding="utf-8"?>
<p:tagLst xmlns:p="http://schemas.openxmlformats.org/presentationml/2006/main">
  <p:tag name="KSO_WM_BEAUTIFY_FLAG" val=""/>
</p:tagLst>
</file>

<file path=ppt/tags/tag593.xml><?xml version="1.0" encoding="utf-8"?>
<p:tagLst xmlns:p="http://schemas.openxmlformats.org/presentationml/2006/main">
  <p:tag name="KSO_WM_BEAUTIFY_FLAG" val=""/>
</p:tagLst>
</file>

<file path=ppt/tags/tag594.xml><?xml version="1.0" encoding="utf-8"?>
<p:tagLst xmlns:p="http://schemas.openxmlformats.org/presentationml/2006/main">
  <p:tag name="KSO_WM_BEAUTIFY_FLAG" val=""/>
</p:tagLst>
</file>

<file path=ppt/tags/tag595.xml><?xml version="1.0" encoding="utf-8"?>
<p:tagLst xmlns:p="http://schemas.openxmlformats.org/presentationml/2006/main">
  <p:tag name="KSO_WM_BEAUTIFY_FLAG" val=""/>
</p:tagLst>
</file>

<file path=ppt/tags/tag596.xml><?xml version="1.0" encoding="utf-8"?>
<p:tagLst xmlns:p="http://schemas.openxmlformats.org/presentationml/2006/main">
  <p:tag name="KSO_WM_BEAUTIFY_FLAG" val=""/>
</p:tagLst>
</file>

<file path=ppt/tags/tag597.xml><?xml version="1.0" encoding="utf-8"?>
<p:tagLst xmlns:p="http://schemas.openxmlformats.org/presentationml/2006/main">
  <p:tag name="KSO_WM_BEAUTIFY_FLAG" val=""/>
</p:tagLst>
</file>

<file path=ppt/tags/tag598.xml><?xml version="1.0" encoding="utf-8"?>
<p:tagLst xmlns:p="http://schemas.openxmlformats.org/presentationml/2006/main">
  <p:tag name="KSO_WM_BEAUTIFY_FLAG" val=""/>
</p:tagLst>
</file>

<file path=ppt/tags/tag599.xml><?xml version="1.0" encoding="utf-8"?>
<p:tagLst xmlns:p="http://schemas.openxmlformats.org/presentationml/2006/main">
  <p:tag name="KSO_WM_BEAUTIFY_FLAG" val=""/>
</p:tagLst>
</file>

<file path=ppt/tags/tag600.xml><?xml version="1.0" encoding="utf-8"?>
<p:tagLst xmlns:p="http://schemas.openxmlformats.org/presentationml/2006/main">
  <p:tag name="KSO_WM_BEAUTIFY_FLAG" val=""/>
</p:tagLst>
</file>

<file path=ppt/tags/tag601.xml><?xml version="1.0" encoding="utf-8"?>
<p:tagLst xmlns:p="http://schemas.openxmlformats.org/presentationml/2006/main">
  <p:tag name="KSO_WM_BEAUTIFY_FLAG" val=""/>
</p:tagLst>
</file>

<file path=ppt/tags/tag602.xml><?xml version="1.0" encoding="utf-8"?>
<p:tagLst xmlns:p="http://schemas.openxmlformats.org/presentationml/2006/main">
  <p:tag name="KSO_WM_BEAUTIFY_FLAG" val=""/>
</p:tagLst>
</file>

<file path=ppt/tags/tag603.xml><?xml version="1.0" encoding="utf-8"?>
<p:tagLst xmlns:p="http://schemas.openxmlformats.org/presentationml/2006/main">
  <p:tag name="KSO_WM_BEAUTIFY_FLAG" val=""/>
</p:tagLst>
</file>

<file path=ppt/tags/tag604.xml><?xml version="1.0" encoding="utf-8"?>
<p:tagLst xmlns:p="http://schemas.openxmlformats.org/presentationml/2006/main">
  <p:tag name="KSO_WM_BEAUTIFY_FLAG" val=""/>
</p:tagLst>
</file>

<file path=ppt/tags/tag605.xml><?xml version="1.0" encoding="utf-8"?>
<p:tagLst xmlns:p="http://schemas.openxmlformats.org/presentationml/2006/main">
  <p:tag name="ISPRING_RESOURCE_PATHS_HASH_PRESENTER" val="3f15e6573a385e41c33bb97e7105a62faa5c484"/>
  <p:tag name="COMMONDATA" val="eyJoZGlkIjoiNTQwODNlZjBiNzRkNjZmNWIwNWFhMDg5ODM5YzE3ZjIifQ=="/>
  <p:tag name="KSO_WPP_MARK_KEY" val="982352ae-fb85-4723-8ca9-7b0b57b9b06c"/>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18331</Words>
  <Application>WPS 表格</Application>
  <PresentationFormat>自定义</PresentationFormat>
  <Paragraphs>983</Paragraphs>
  <Slides>119</Slides>
  <Notes>73</Notes>
  <HiddenSlides>0</HiddenSlides>
  <MMClips>0</MMClips>
  <ScaleCrop>false</ScaleCrop>
  <HeadingPairs>
    <vt:vector size="6" baseType="variant">
      <vt:variant>
        <vt:lpstr>已用的字体</vt:lpstr>
      </vt:variant>
      <vt:variant>
        <vt:i4>26</vt:i4>
      </vt:variant>
      <vt:variant>
        <vt:lpstr>主题</vt:lpstr>
      </vt:variant>
      <vt:variant>
        <vt:i4>2</vt:i4>
      </vt:variant>
      <vt:variant>
        <vt:lpstr>幻灯片标题</vt:lpstr>
      </vt:variant>
      <vt:variant>
        <vt:i4>119</vt:i4>
      </vt:variant>
    </vt:vector>
  </HeadingPairs>
  <TitlesOfParts>
    <vt:vector size="147" baseType="lpstr">
      <vt:lpstr>Arial</vt:lpstr>
      <vt:lpstr>宋体</vt:lpstr>
      <vt:lpstr>Wingdings</vt:lpstr>
      <vt:lpstr>微软雅黑</vt:lpstr>
      <vt:lpstr>汉仪旗黑</vt:lpstr>
      <vt:lpstr>汉仪书宋二KW</vt:lpstr>
      <vt:lpstr>思源黑体 CN Medium</vt:lpstr>
      <vt:lpstr>字魂58号-创中黑</vt:lpstr>
      <vt:lpstr>Source Han Sans K Bold</vt:lpstr>
      <vt:lpstr>Calibri</vt:lpstr>
      <vt:lpstr>U.S. 101</vt:lpstr>
      <vt:lpstr>苹方-简</vt:lpstr>
      <vt:lpstr>Roboto</vt:lpstr>
      <vt:lpstr>Open Sans Light</vt:lpstr>
      <vt:lpstr>宋体</vt:lpstr>
      <vt:lpstr>Arial Unicode MS</vt:lpstr>
      <vt:lpstr>Helvetica Neue</vt:lpstr>
      <vt:lpstr>思源黑体 CN Normal</vt:lpstr>
      <vt:lpstr>Courier New</vt:lpstr>
      <vt:lpstr>汉仪中黑KW</vt:lpstr>
      <vt:lpstr>冬青黑体简体中文</vt:lpstr>
      <vt:lpstr>Source Han Sans K Bold</vt:lpstr>
      <vt:lpstr>字魂58号-创中黑</vt:lpstr>
      <vt:lpstr>微软雅黑</vt:lpstr>
      <vt:lpstr>思源黑体 CN Medium</vt:lpstr>
      <vt:lpstr>思源黑体 CN Normal</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xuxiang</cp:lastModifiedBy>
  <cp:revision>1449</cp:revision>
  <dcterms:created xsi:type="dcterms:W3CDTF">2026-04-17T00:29:46Z</dcterms:created>
  <dcterms:modified xsi:type="dcterms:W3CDTF">2026-04-17T00:29:46Z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2052-12.1.25205.25205</vt:lpwstr>
  </property>
  <property fmtid="{D5CDD505-2E9C-101B-9397-08002B2CF9AE}" pid="3" name="ICV">
    <vt:lpwstr>69DB4B6826B6494390E926BE37E6C64D</vt:lpwstr>
  </property>
</Properties>
</file>