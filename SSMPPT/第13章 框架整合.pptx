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</p:sldMasterIdLst>
  <p:notesMasterIdLst>
    <p:notesMasterId r:id="rId5"/>
  </p:notesMasterIdLst>
  <p:handoutMasterIdLst>
    <p:handoutMasterId r:id="rId69"/>
  </p:handoutMasterIdLst>
  <p:sldIdLst>
    <p:sldId id="583" r:id="rId4"/>
    <p:sldId id="1124" r:id="rId6"/>
    <p:sldId id="586" r:id="rId7"/>
    <p:sldId id="587" r:id="rId8"/>
    <p:sldId id="309" r:id="rId9"/>
    <p:sldId id="1986" r:id="rId10"/>
    <p:sldId id="1323" r:id="rId11"/>
    <p:sldId id="899" r:id="rId12"/>
    <p:sldId id="1796" r:id="rId13"/>
    <p:sldId id="1798" r:id="rId14"/>
    <p:sldId id="1801" r:id="rId15"/>
    <p:sldId id="1987" r:id="rId16"/>
    <p:sldId id="1989" r:id="rId17"/>
    <p:sldId id="1990" r:id="rId18"/>
    <p:sldId id="1991" r:id="rId19"/>
    <p:sldId id="1992" r:id="rId20"/>
    <p:sldId id="1993" r:id="rId21"/>
    <p:sldId id="1994" r:id="rId22"/>
    <p:sldId id="1995" r:id="rId23"/>
    <p:sldId id="1996" r:id="rId24"/>
    <p:sldId id="1802" r:id="rId25"/>
    <p:sldId id="1997" r:id="rId26"/>
    <p:sldId id="1998" r:id="rId27"/>
    <p:sldId id="1804" r:id="rId28"/>
    <p:sldId id="1999" r:id="rId29"/>
    <p:sldId id="2000" r:id="rId30"/>
    <p:sldId id="2001" r:id="rId31"/>
    <p:sldId id="2002" r:id="rId32"/>
    <p:sldId id="2003" r:id="rId33"/>
    <p:sldId id="2004" r:id="rId34"/>
    <p:sldId id="2005" r:id="rId35"/>
    <p:sldId id="2006" r:id="rId36"/>
    <p:sldId id="1805" r:id="rId37"/>
    <p:sldId id="2007" r:id="rId38"/>
    <p:sldId id="2008" r:id="rId39"/>
    <p:sldId id="2009" r:id="rId40"/>
    <p:sldId id="2010" r:id="rId41"/>
    <p:sldId id="2011" r:id="rId42"/>
    <p:sldId id="2012" r:id="rId43"/>
    <p:sldId id="2013" r:id="rId44"/>
    <p:sldId id="2014" r:id="rId45"/>
    <p:sldId id="2016" r:id="rId46"/>
    <p:sldId id="2017" r:id="rId47"/>
    <p:sldId id="2018" r:id="rId48"/>
    <p:sldId id="2019" r:id="rId49"/>
    <p:sldId id="2020" r:id="rId50"/>
    <p:sldId id="2021" r:id="rId51"/>
    <p:sldId id="2022" r:id="rId52"/>
    <p:sldId id="1806" r:id="rId53"/>
    <p:sldId id="1807" r:id="rId54"/>
    <p:sldId id="2023" r:id="rId55"/>
    <p:sldId id="2024" r:id="rId56"/>
    <p:sldId id="2025" r:id="rId57"/>
    <p:sldId id="2026" r:id="rId58"/>
    <p:sldId id="2027" r:id="rId59"/>
    <p:sldId id="2028" r:id="rId60"/>
    <p:sldId id="1809" r:id="rId61"/>
    <p:sldId id="1815" r:id="rId62"/>
    <p:sldId id="2029" r:id="rId63"/>
    <p:sldId id="2030" r:id="rId64"/>
    <p:sldId id="2032" r:id="rId65"/>
    <p:sldId id="2033" r:id="rId66"/>
    <p:sldId id="889" r:id="rId67"/>
    <p:sldId id="617" r:id="rId68"/>
  </p:sldIdLst>
  <p:sldSz cx="12190095" cy="6859270"/>
  <p:notesSz cx="6858000" cy="9144000"/>
  <p:custDataLst>
    <p:tags r:id="rId74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76" userDrawn="1">
          <p15:clr>
            <a:srgbClr val="A4A3A4"/>
          </p15:clr>
        </p15:guide>
        <p15:guide id="2" pos="626" userDrawn="1">
          <p15:clr>
            <a:srgbClr val="A4A3A4"/>
          </p15:clr>
        </p15:guide>
        <p15:guide id="3" pos="701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薛蒙蒙" initials="xmm" lastIdx="10" clrIdx="0"/>
  <p:cmAuthor id="2" name="LD" initials="L" lastIdx="2" clrIdx="1"/>
  <p:cmAuthor id="3" name="Lv0593" initials="L" lastIdx="15" clrIdx="2"/>
  <p:cmAuthor id="4" name="tk" initials="tk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DA2"/>
    <a:srgbClr val="595959"/>
    <a:srgbClr val="FAFAFA"/>
    <a:srgbClr val="FF0000"/>
    <a:srgbClr val="11D023"/>
    <a:srgbClr val="F2F2F2"/>
    <a:srgbClr val="1369B2"/>
    <a:srgbClr val="006BBC"/>
    <a:srgbClr val="0075CC"/>
    <a:srgbClr val="008D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72" autoAdjust="0"/>
    <p:restoredTop sz="94660" autoAdjust="0"/>
  </p:normalViewPr>
  <p:slideViewPr>
    <p:cSldViewPr showGuides="1">
      <p:cViewPr varScale="1">
        <p:scale>
          <a:sx n="87" d="100"/>
          <a:sy n="87" d="100"/>
        </p:scale>
        <p:origin x="768" y="82"/>
      </p:cViewPr>
      <p:guideLst>
        <p:guide orient="horz" pos="976"/>
        <p:guide pos="626"/>
        <p:guide pos="70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933"/>
        <p:guide pos="224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4" Type="http://schemas.openxmlformats.org/officeDocument/2006/relationships/tags" Target="tags/tag311.xml"/><Relationship Id="rId73" Type="http://schemas.openxmlformats.org/officeDocument/2006/relationships/commentAuthors" Target="commentAuthors.xml"/><Relationship Id="rId72" Type="http://schemas.openxmlformats.org/officeDocument/2006/relationships/tableStyles" Target="tableStyles.xml"/><Relationship Id="rId71" Type="http://schemas.openxmlformats.org/officeDocument/2006/relationships/viewProps" Target="viewProps.xml"/><Relationship Id="rId70" Type="http://schemas.openxmlformats.org/officeDocument/2006/relationships/presProps" Target="presProps.xml"/><Relationship Id="rId7" Type="http://schemas.openxmlformats.org/officeDocument/2006/relationships/slide" Target="slides/slide3.xml"/><Relationship Id="rId69" Type="http://schemas.openxmlformats.org/officeDocument/2006/relationships/handoutMaster" Target="handoutMasters/handoutMaster1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-3131" y="2202951"/>
            <a:ext cx="12193544" cy="2327529"/>
            <a:chOff x="169683" y="177982"/>
            <a:chExt cx="3937015" cy="751234"/>
          </a:xfrm>
        </p:grpSpPr>
        <p:sp>
          <p:nvSpPr>
            <p:cNvPr id="44" name="等腰三角形 43"/>
            <p:cNvSpPr/>
            <p:nvPr/>
          </p:nvSpPr>
          <p:spPr>
            <a:xfrm>
              <a:off x="1587695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169683" y="57270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48467" y="177982"/>
              <a:ext cx="1418233" cy="751234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10631710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8903743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9767727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7175776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039760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431315" y="390618"/>
            <a:ext cx="520428" cy="274702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3992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TextBox 4"/>
          <p:cNvSpPr txBox="1"/>
          <p:nvPr userDrawn="1"/>
        </p:nvSpPr>
        <p:spPr>
          <a:xfrm>
            <a:off x="305731" y="6526138"/>
            <a:ext cx="2909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b="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yx.ityxb.com</a:t>
            </a:r>
            <a:endParaRPr lang="zh-CN" altLang="en-US" sz="12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1369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3518" y="294845"/>
            <a:ext cx="2595061" cy="4050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693670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98623" y="3693670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8890" y="5045086"/>
            <a:ext cx="3952633" cy="6169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3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mc:AlternateContent xmlns:mc="http://schemas.openxmlformats.org/markup-compatibility/2006">
    <mc:Choice xmlns:p14="http://schemas.microsoft.com/office/powerpoint/2010/main" Requires="p14">
      <p:transition spd="slow" p14:dur="2000" advTm="3000">
        <p14:flip dir="r"/>
      </p:transition>
    </mc:Choice>
    <mc:Fallback>
      <p:transition spd="slow" advTm="3000">
        <p:fade/>
      </p:transition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9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9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0" Type="http://schemas.openxmlformats.org/officeDocument/2006/relationships/notesSlide" Target="../notesSlides/notesSlide4.xml"/><Relationship Id="rId1" Type="http://schemas.openxmlformats.org/officeDocument/2006/relationships/tags" Target="../tags/tag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image" Target="../media/image3.png"/><Relationship Id="rId1" Type="http://schemas.openxmlformats.org/officeDocument/2006/relationships/tags" Target="../tags/tag2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2" Type="http://schemas.openxmlformats.org/officeDocument/2006/relationships/notesSlide" Target="../notesSlides/notesSlide8.xml"/><Relationship Id="rId21" Type="http://schemas.openxmlformats.org/officeDocument/2006/relationships/slideLayout" Target="../slideLayouts/slideLayout10.xml"/><Relationship Id="rId20" Type="http://schemas.openxmlformats.org/officeDocument/2006/relationships/tags" Target="../tags/tag44.xml"/><Relationship Id="rId2" Type="http://schemas.openxmlformats.org/officeDocument/2006/relationships/tags" Target="../tags/tag26.xml"/><Relationship Id="rId19" Type="http://schemas.openxmlformats.org/officeDocument/2006/relationships/tags" Target="../tags/tag43.xml"/><Relationship Id="rId18" Type="http://schemas.openxmlformats.org/officeDocument/2006/relationships/tags" Target="../tags/tag42.xml"/><Relationship Id="rId17" Type="http://schemas.openxmlformats.org/officeDocument/2006/relationships/tags" Target="../tags/tag41.xml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5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image" Target="../media/image3.png"/><Relationship Id="rId1" Type="http://schemas.openxmlformats.org/officeDocument/2006/relationships/tags" Target="../tags/tag46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hyperlink" Target="http://stu.ityxb.com/ebookview/1698289dde8ab478ca1cdf1bcc3734bf" TargetMode="External"/><Relationship Id="rId7" Type="http://schemas.openxmlformats.org/officeDocument/2006/relationships/tags" Target="../tags/tag56.xml"/><Relationship Id="rId6" Type="http://schemas.openxmlformats.org/officeDocument/2006/relationships/image" Target="../media/image4.png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5" Type="http://schemas.openxmlformats.org/officeDocument/2006/relationships/notesSlide" Target="../notesSlides/notesSlide11.xml"/><Relationship Id="rId14" Type="http://schemas.openxmlformats.org/officeDocument/2006/relationships/slideLayout" Target="../slideLayouts/slideLayout10.xml"/><Relationship Id="rId13" Type="http://schemas.openxmlformats.org/officeDocument/2006/relationships/image" Target="../media/image6.svg"/><Relationship Id="rId12" Type="http://schemas.openxmlformats.org/officeDocument/2006/relationships/image" Target="../media/image5.png"/><Relationship Id="rId11" Type="http://schemas.openxmlformats.org/officeDocument/2006/relationships/tags" Target="../tags/tag59.xml"/><Relationship Id="rId10" Type="http://schemas.openxmlformats.org/officeDocument/2006/relationships/tags" Target="../tags/tag58.xml"/><Relationship Id="rId1" Type="http://schemas.openxmlformats.org/officeDocument/2006/relationships/tags" Target="../tags/tag5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hyperlink" Target="http://stu.ityxb.com/ebookview/75d2401dc56ddb00b82352d56112e7e1" TargetMode="External"/><Relationship Id="rId7" Type="http://schemas.openxmlformats.org/officeDocument/2006/relationships/tags" Target="../tags/tag65.xml"/><Relationship Id="rId6" Type="http://schemas.openxmlformats.org/officeDocument/2006/relationships/image" Target="../media/image4.png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5" Type="http://schemas.openxmlformats.org/officeDocument/2006/relationships/notesSlide" Target="../notesSlides/notesSlide12.xml"/><Relationship Id="rId14" Type="http://schemas.openxmlformats.org/officeDocument/2006/relationships/slideLayout" Target="../slideLayouts/slideLayout10.xml"/><Relationship Id="rId13" Type="http://schemas.openxmlformats.org/officeDocument/2006/relationships/image" Target="../media/image6.svg"/><Relationship Id="rId12" Type="http://schemas.openxmlformats.org/officeDocument/2006/relationships/image" Target="../media/image5.png"/><Relationship Id="rId11" Type="http://schemas.openxmlformats.org/officeDocument/2006/relationships/tags" Target="../tags/tag68.xml"/><Relationship Id="rId10" Type="http://schemas.openxmlformats.org/officeDocument/2006/relationships/tags" Target="../tags/tag67.xml"/><Relationship Id="rId1" Type="http://schemas.openxmlformats.org/officeDocument/2006/relationships/tags" Target="../tags/tag60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hyperlink" Target="http://stu.ityxb.com/ebookview/b55ea0741758e678819cc8347803bf17" TargetMode="External"/><Relationship Id="rId5" Type="http://schemas.openxmlformats.org/officeDocument/2006/relationships/tags" Target="../tags/tag76.xml"/><Relationship Id="rId4" Type="http://schemas.openxmlformats.org/officeDocument/2006/relationships/image" Target="../media/image4.png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3" Type="http://schemas.openxmlformats.org/officeDocument/2006/relationships/notesSlide" Target="../notesSlides/notesSlide14.xml"/><Relationship Id="rId12" Type="http://schemas.openxmlformats.org/officeDocument/2006/relationships/slideLayout" Target="../slideLayouts/slideLayout10.xml"/><Relationship Id="rId11" Type="http://schemas.openxmlformats.org/officeDocument/2006/relationships/image" Target="../media/image6.svg"/><Relationship Id="rId10" Type="http://schemas.openxmlformats.org/officeDocument/2006/relationships/image" Target="../media/image5.png"/><Relationship Id="rId1" Type="http://schemas.openxmlformats.org/officeDocument/2006/relationships/tags" Target="../tags/tag73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86.xml"/><Relationship Id="rId8" Type="http://schemas.openxmlformats.org/officeDocument/2006/relationships/tags" Target="../tags/tag85.xml"/><Relationship Id="rId7" Type="http://schemas.openxmlformats.org/officeDocument/2006/relationships/tags" Target="../tags/tag84.xml"/><Relationship Id="rId6" Type="http://schemas.openxmlformats.org/officeDocument/2006/relationships/hyperlink" Target="http://stu.ityxb.com/ebookview/3039fa9888fa98bae218713a153b0f12" TargetMode="External"/><Relationship Id="rId5" Type="http://schemas.openxmlformats.org/officeDocument/2006/relationships/tags" Target="../tags/tag83.xml"/><Relationship Id="rId4" Type="http://schemas.openxmlformats.org/officeDocument/2006/relationships/image" Target="../media/image4.png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3" Type="http://schemas.openxmlformats.org/officeDocument/2006/relationships/notesSlide" Target="../notesSlides/notesSlide15.xml"/><Relationship Id="rId12" Type="http://schemas.openxmlformats.org/officeDocument/2006/relationships/slideLayout" Target="../slideLayouts/slideLayout10.xml"/><Relationship Id="rId11" Type="http://schemas.openxmlformats.org/officeDocument/2006/relationships/image" Target="../media/image6.svg"/><Relationship Id="rId10" Type="http://schemas.openxmlformats.org/officeDocument/2006/relationships/image" Target="../media/image5.png"/><Relationship Id="rId1" Type="http://schemas.openxmlformats.org/officeDocument/2006/relationships/tags" Target="../tags/tag80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hyperlink" Target="http://stu.ityxb.com/ebookview/b0db206db33ed5b584f8ae3aef9f415e" TargetMode="External"/><Relationship Id="rId8" Type="http://schemas.openxmlformats.org/officeDocument/2006/relationships/hyperlink" Target="http://stu.ityxb.com/ebookview/40c7cdf7acf56c63f86699891303962b" TargetMode="External"/><Relationship Id="rId7" Type="http://schemas.openxmlformats.org/officeDocument/2006/relationships/tags" Target="../tags/tag92.xml"/><Relationship Id="rId6" Type="http://schemas.openxmlformats.org/officeDocument/2006/relationships/image" Target="../media/image4.png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6" Type="http://schemas.openxmlformats.org/officeDocument/2006/relationships/notesSlide" Target="../notesSlides/notesSlide16.xml"/><Relationship Id="rId15" Type="http://schemas.openxmlformats.org/officeDocument/2006/relationships/slideLayout" Target="../slideLayouts/slideLayout10.xml"/><Relationship Id="rId14" Type="http://schemas.openxmlformats.org/officeDocument/2006/relationships/image" Target="../media/image6.svg"/><Relationship Id="rId13" Type="http://schemas.openxmlformats.org/officeDocument/2006/relationships/image" Target="../media/image5.png"/><Relationship Id="rId12" Type="http://schemas.openxmlformats.org/officeDocument/2006/relationships/tags" Target="../tags/tag95.xml"/><Relationship Id="rId11" Type="http://schemas.openxmlformats.org/officeDocument/2006/relationships/tags" Target="../tags/tag94.xml"/><Relationship Id="rId10" Type="http://schemas.openxmlformats.org/officeDocument/2006/relationships/tags" Target="../tags/tag93.xml"/><Relationship Id="rId1" Type="http://schemas.openxmlformats.org/officeDocument/2006/relationships/tags" Target="../tags/tag87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102.xml"/><Relationship Id="rId8" Type="http://schemas.openxmlformats.org/officeDocument/2006/relationships/tags" Target="../tags/tag101.xml"/><Relationship Id="rId7" Type="http://schemas.openxmlformats.org/officeDocument/2006/relationships/tags" Target="../tags/tag100.xml"/><Relationship Id="rId6" Type="http://schemas.openxmlformats.org/officeDocument/2006/relationships/hyperlink" Target="http://stu.ityxb.com/ebookview/1e8b1caca0c642331c3d2151e8482c65" TargetMode="External"/><Relationship Id="rId5" Type="http://schemas.openxmlformats.org/officeDocument/2006/relationships/tags" Target="../tags/tag99.xml"/><Relationship Id="rId4" Type="http://schemas.openxmlformats.org/officeDocument/2006/relationships/image" Target="../media/image4.png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3" Type="http://schemas.openxmlformats.org/officeDocument/2006/relationships/notesSlide" Target="../notesSlides/notesSlide17.xml"/><Relationship Id="rId12" Type="http://schemas.openxmlformats.org/officeDocument/2006/relationships/slideLayout" Target="../slideLayouts/slideLayout10.xml"/><Relationship Id="rId11" Type="http://schemas.openxmlformats.org/officeDocument/2006/relationships/image" Target="../media/image6.svg"/><Relationship Id="rId10" Type="http://schemas.openxmlformats.org/officeDocument/2006/relationships/image" Target="../media/image5.png"/><Relationship Id="rId1" Type="http://schemas.openxmlformats.org/officeDocument/2006/relationships/tags" Target="../tags/tag96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7.png"/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9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image" Target="../media/image3.png"/><Relationship Id="rId1" Type="http://schemas.openxmlformats.org/officeDocument/2006/relationships/tags" Target="../tags/tag106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117.xml"/><Relationship Id="rId8" Type="http://schemas.openxmlformats.org/officeDocument/2006/relationships/hyperlink" Target="http://stu.ityxb.com/ebookview/5e7760b55b9ca5a78dcc67b933c6ddae" TargetMode="External"/><Relationship Id="rId7" Type="http://schemas.openxmlformats.org/officeDocument/2006/relationships/tags" Target="../tags/tag116.xml"/><Relationship Id="rId6" Type="http://schemas.openxmlformats.org/officeDocument/2006/relationships/image" Target="../media/image4.png"/><Relationship Id="rId5" Type="http://schemas.openxmlformats.org/officeDocument/2006/relationships/tags" Target="../tags/tag115.xml"/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5" Type="http://schemas.openxmlformats.org/officeDocument/2006/relationships/notesSlide" Target="../notesSlides/notesSlide20.xml"/><Relationship Id="rId14" Type="http://schemas.openxmlformats.org/officeDocument/2006/relationships/slideLayout" Target="../slideLayouts/slideLayout10.xml"/><Relationship Id="rId13" Type="http://schemas.openxmlformats.org/officeDocument/2006/relationships/image" Target="../media/image6.svg"/><Relationship Id="rId12" Type="http://schemas.openxmlformats.org/officeDocument/2006/relationships/image" Target="../media/image5.png"/><Relationship Id="rId11" Type="http://schemas.openxmlformats.org/officeDocument/2006/relationships/tags" Target="../tags/tag119.xml"/><Relationship Id="rId10" Type="http://schemas.openxmlformats.org/officeDocument/2006/relationships/tags" Target="../tags/tag118.xml"/><Relationship Id="rId1" Type="http://schemas.openxmlformats.org/officeDocument/2006/relationships/tags" Target="../tags/tag111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126.xml"/><Relationship Id="rId8" Type="http://schemas.openxmlformats.org/officeDocument/2006/relationships/hyperlink" Target="http://stu.ityxb.com/ebookview/ff06276f4fd31c6add3304b9d4e36f5d" TargetMode="External"/><Relationship Id="rId7" Type="http://schemas.openxmlformats.org/officeDocument/2006/relationships/tags" Target="../tags/tag125.xml"/><Relationship Id="rId6" Type="http://schemas.openxmlformats.org/officeDocument/2006/relationships/image" Target="../media/image4.png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5" Type="http://schemas.openxmlformats.org/officeDocument/2006/relationships/notesSlide" Target="../notesSlides/notesSlide21.xml"/><Relationship Id="rId14" Type="http://schemas.openxmlformats.org/officeDocument/2006/relationships/slideLayout" Target="../slideLayouts/slideLayout10.xml"/><Relationship Id="rId13" Type="http://schemas.openxmlformats.org/officeDocument/2006/relationships/image" Target="../media/image6.svg"/><Relationship Id="rId12" Type="http://schemas.openxmlformats.org/officeDocument/2006/relationships/image" Target="../media/image5.png"/><Relationship Id="rId11" Type="http://schemas.openxmlformats.org/officeDocument/2006/relationships/tags" Target="../tags/tag128.xml"/><Relationship Id="rId10" Type="http://schemas.openxmlformats.org/officeDocument/2006/relationships/tags" Target="../tags/tag127.xml"/><Relationship Id="rId1" Type="http://schemas.openxmlformats.org/officeDocument/2006/relationships/tags" Target="../tags/tag120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135.xml"/><Relationship Id="rId8" Type="http://schemas.openxmlformats.org/officeDocument/2006/relationships/hyperlink" Target="http://stu.ityxb.com/ebookview/a7d5263b8208402738865d176db474dc" TargetMode="External"/><Relationship Id="rId7" Type="http://schemas.openxmlformats.org/officeDocument/2006/relationships/tags" Target="../tags/tag134.xml"/><Relationship Id="rId6" Type="http://schemas.openxmlformats.org/officeDocument/2006/relationships/image" Target="../media/image4.png"/><Relationship Id="rId5" Type="http://schemas.openxmlformats.org/officeDocument/2006/relationships/tags" Target="../tags/tag133.xml"/><Relationship Id="rId4" Type="http://schemas.openxmlformats.org/officeDocument/2006/relationships/tags" Target="../tags/tag132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5" Type="http://schemas.openxmlformats.org/officeDocument/2006/relationships/notesSlide" Target="../notesSlides/notesSlide22.xml"/><Relationship Id="rId14" Type="http://schemas.openxmlformats.org/officeDocument/2006/relationships/slideLayout" Target="../slideLayouts/slideLayout10.xml"/><Relationship Id="rId13" Type="http://schemas.openxmlformats.org/officeDocument/2006/relationships/image" Target="../media/image6.svg"/><Relationship Id="rId12" Type="http://schemas.openxmlformats.org/officeDocument/2006/relationships/image" Target="../media/image5.png"/><Relationship Id="rId11" Type="http://schemas.openxmlformats.org/officeDocument/2006/relationships/tags" Target="../tags/tag137.xml"/><Relationship Id="rId10" Type="http://schemas.openxmlformats.org/officeDocument/2006/relationships/tags" Target="../tags/tag136.xml"/><Relationship Id="rId1" Type="http://schemas.openxmlformats.org/officeDocument/2006/relationships/tags" Target="../tags/tag129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144.xml"/><Relationship Id="rId8" Type="http://schemas.openxmlformats.org/officeDocument/2006/relationships/tags" Target="../tags/tag143.xml"/><Relationship Id="rId7" Type="http://schemas.openxmlformats.org/officeDocument/2006/relationships/tags" Target="../tags/tag142.xml"/><Relationship Id="rId6" Type="http://schemas.openxmlformats.org/officeDocument/2006/relationships/hyperlink" Target="http://stu.ityxb.com/ebookview/b3ca41b7ea5dbbe17ccb32efd8703002" TargetMode="External"/><Relationship Id="rId5" Type="http://schemas.openxmlformats.org/officeDocument/2006/relationships/tags" Target="../tags/tag141.xml"/><Relationship Id="rId4" Type="http://schemas.openxmlformats.org/officeDocument/2006/relationships/image" Target="../media/image4.png"/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3" Type="http://schemas.openxmlformats.org/officeDocument/2006/relationships/notesSlide" Target="../notesSlides/notesSlide23.xml"/><Relationship Id="rId12" Type="http://schemas.openxmlformats.org/officeDocument/2006/relationships/slideLayout" Target="../slideLayouts/slideLayout10.xml"/><Relationship Id="rId11" Type="http://schemas.openxmlformats.org/officeDocument/2006/relationships/image" Target="../media/image6.svg"/><Relationship Id="rId10" Type="http://schemas.openxmlformats.org/officeDocument/2006/relationships/image" Target="../media/image5.png"/><Relationship Id="rId1" Type="http://schemas.openxmlformats.org/officeDocument/2006/relationships/tags" Target="../tags/tag138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151.xml"/><Relationship Id="rId8" Type="http://schemas.openxmlformats.org/officeDocument/2006/relationships/hyperlink" Target="http://stu.ityxb.com/ebookview/62ffbb0bfa28b8012c364e4e8eafcb43" TargetMode="External"/><Relationship Id="rId7" Type="http://schemas.openxmlformats.org/officeDocument/2006/relationships/tags" Target="../tags/tag150.xml"/><Relationship Id="rId6" Type="http://schemas.openxmlformats.org/officeDocument/2006/relationships/image" Target="../media/image4.png"/><Relationship Id="rId5" Type="http://schemas.openxmlformats.org/officeDocument/2006/relationships/tags" Target="../tags/tag149.xml"/><Relationship Id="rId4" Type="http://schemas.openxmlformats.org/officeDocument/2006/relationships/tags" Target="../tags/tag148.xml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5" Type="http://schemas.openxmlformats.org/officeDocument/2006/relationships/notesSlide" Target="../notesSlides/notesSlide24.xml"/><Relationship Id="rId14" Type="http://schemas.openxmlformats.org/officeDocument/2006/relationships/slideLayout" Target="../slideLayouts/slideLayout10.xml"/><Relationship Id="rId13" Type="http://schemas.openxmlformats.org/officeDocument/2006/relationships/image" Target="../media/image6.svg"/><Relationship Id="rId12" Type="http://schemas.openxmlformats.org/officeDocument/2006/relationships/image" Target="../media/image5.png"/><Relationship Id="rId11" Type="http://schemas.openxmlformats.org/officeDocument/2006/relationships/tags" Target="../tags/tag153.xml"/><Relationship Id="rId10" Type="http://schemas.openxmlformats.org/officeDocument/2006/relationships/tags" Target="../tags/tag152.xml"/><Relationship Id="rId1" Type="http://schemas.openxmlformats.org/officeDocument/2006/relationships/tags" Target="../tags/tag145.xml"/></Relationships>
</file>

<file path=ppt/slides/_rels/slide2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8.png"/><Relationship Id="rId3" Type="http://schemas.openxmlformats.org/officeDocument/2006/relationships/tags" Target="../tags/tag156.xml"/><Relationship Id="rId2" Type="http://schemas.openxmlformats.org/officeDocument/2006/relationships/tags" Target="../tags/tag155.xml"/><Relationship Id="rId1" Type="http://schemas.openxmlformats.org/officeDocument/2006/relationships/tags" Target="../tags/tag15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160.xml"/><Relationship Id="rId3" Type="http://schemas.openxmlformats.org/officeDocument/2006/relationships/tags" Target="../tags/tag159.xml"/><Relationship Id="rId2" Type="http://schemas.openxmlformats.org/officeDocument/2006/relationships/tags" Target="../tags/tag158.xml"/><Relationship Id="rId1" Type="http://schemas.openxmlformats.org/officeDocument/2006/relationships/tags" Target="../tags/tag15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8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165.xml"/><Relationship Id="rId5" Type="http://schemas.openxmlformats.org/officeDocument/2006/relationships/tags" Target="../tags/tag164.xml"/><Relationship Id="rId4" Type="http://schemas.openxmlformats.org/officeDocument/2006/relationships/tags" Target="../tags/tag163.xml"/><Relationship Id="rId3" Type="http://schemas.openxmlformats.org/officeDocument/2006/relationships/tags" Target="../tags/tag162.xml"/><Relationship Id="rId2" Type="http://schemas.openxmlformats.org/officeDocument/2006/relationships/image" Target="../media/image3.png"/><Relationship Id="rId1" Type="http://schemas.openxmlformats.org/officeDocument/2006/relationships/tags" Target="../tags/tag161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67.xml"/><Relationship Id="rId1" Type="http://schemas.openxmlformats.org/officeDocument/2006/relationships/tags" Target="../tags/tag16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68.xml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170.xml"/><Relationship Id="rId1" Type="http://schemas.openxmlformats.org/officeDocument/2006/relationships/tags" Target="../tags/tag169.xml"/></Relationships>
</file>

<file path=ppt/slides/_rels/slide3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2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175.xml"/><Relationship Id="rId4" Type="http://schemas.openxmlformats.org/officeDocument/2006/relationships/tags" Target="../tags/tag174.xml"/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" Type="http://schemas.openxmlformats.org/officeDocument/2006/relationships/tags" Target="../tags/tag171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3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181.xml"/><Relationship Id="rId5" Type="http://schemas.openxmlformats.org/officeDocument/2006/relationships/tags" Target="../tags/tag180.xml"/><Relationship Id="rId4" Type="http://schemas.openxmlformats.org/officeDocument/2006/relationships/tags" Target="../tags/tag179.xml"/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" Type="http://schemas.openxmlformats.org/officeDocument/2006/relationships/tags" Target="../tags/tag176.xml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4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185.xml"/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" Type="http://schemas.openxmlformats.org/officeDocument/2006/relationships/tags" Target="../tags/tag18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5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191.xml"/><Relationship Id="rId5" Type="http://schemas.openxmlformats.org/officeDocument/2006/relationships/tags" Target="../tags/tag190.xml"/><Relationship Id="rId4" Type="http://schemas.openxmlformats.org/officeDocument/2006/relationships/tags" Target="../tags/tag189.xml"/><Relationship Id="rId3" Type="http://schemas.openxmlformats.org/officeDocument/2006/relationships/tags" Target="../tags/tag188.xml"/><Relationship Id="rId2" Type="http://schemas.openxmlformats.org/officeDocument/2006/relationships/tags" Target="../tags/tag187.xml"/><Relationship Id="rId1" Type="http://schemas.openxmlformats.org/officeDocument/2006/relationships/tags" Target="../tags/tag186.xml"/></Relationships>
</file>

<file path=ppt/slides/_rels/slide3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6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195.xml"/><Relationship Id="rId3" Type="http://schemas.openxmlformats.org/officeDocument/2006/relationships/tags" Target="../tags/tag194.xml"/><Relationship Id="rId2" Type="http://schemas.openxmlformats.org/officeDocument/2006/relationships/tags" Target="../tags/tag193.xml"/><Relationship Id="rId1" Type="http://schemas.openxmlformats.org/officeDocument/2006/relationships/tags" Target="../tags/tag192.xml"/></Relationships>
</file>

<file path=ppt/slides/_rels/slide3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7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200.xml"/><Relationship Id="rId4" Type="http://schemas.openxmlformats.org/officeDocument/2006/relationships/tags" Target="../tags/tag199.xml"/><Relationship Id="rId3" Type="http://schemas.openxmlformats.org/officeDocument/2006/relationships/tags" Target="../tags/tag198.xml"/><Relationship Id="rId2" Type="http://schemas.openxmlformats.org/officeDocument/2006/relationships/tags" Target="../tags/tag197.xml"/><Relationship Id="rId1" Type="http://schemas.openxmlformats.org/officeDocument/2006/relationships/tags" Target="../tags/tag196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02.xml"/><Relationship Id="rId1" Type="http://schemas.openxmlformats.org/officeDocument/2006/relationships/tags" Target="../tags/tag201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9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208.xml"/><Relationship Id="rId5" Type="http://schemas.openxmlformats.org/officeDocument/2006/relationships/tags" Target="../tags/tag207.xml"/><Relationship Id="rId4" Type="http://schemas.openxmlformats.org/officeDocument/2006/relationships/tags" Target="../tags/tag206.xml"/><Relationship Id="rId3" Type="http://schemas.openxmlformats.org/officeDocument/2006/relationships/tags" Target="../tags/tag205.xml"/><Relationship Id="rId2" Type="http://schemas.openxmlformats.org/officeDocument/2006/relationships/tags" Target="../tags/tag204.xml"/><Relationship Id="rId1" Type="http://schemas.openxmlformats.org/officeDocument/2006/relationships/tags" Target="../tags/tag203.xml"/></Relationships>
</file>

<file path=ppt/slides/_rels/slide4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0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212.xml"/><Relationship Id="rId3" Type="http://schemas.openxmlformats.org/officeDocument/2006/relationships/tags" Target="../tags/tag211.xml"/><Relationship Id="rId2" Type="http://schemas.openxmlformats.org/officeDocument/2006/relationships/tags" Target="../tags/tag210.xml"/><Relationship Id="rId1" Type="http://schemas.openxmlformats.org/officeDocument/2006/relationships/tags" Target="../tags/tag209.xml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tags" Target="../tags/tag220.xml"/><Relationship Id="rId7" Type="http://schemas.openxmlformats.org/officeDocument/2006/relationships/tags" Target="../tags/tag219.xml"/><Relationship Id="rId6" Type="http://schemas.openxmlformats.org/officeDocument/2006/relationships/tags" Target="../tags/tag218.xml"/><Relationship Id="rId5" Type="http://schemas.openxmlformats.org/officeDocument/2006/relationships/tags" Target="../tags/tag217.xml"/><Relationship Id="rId4" Type="http://schemas.openxmlformats.org/officeDocument/2006/relationships/tags" Target="../tags/tag216.xml"/><Relationship Id="rId3" Type="http://schemas.openxmlformats.org/officeDocument/2006/relationships/tags" Target="../tags/tag215.xml"/><Relationship Id="rId2" Type="http://schemas.openxmlformats.org/officeDocument/2006/relationships/tags" Target="../tags/tag214.xml"/><Relationship Id="rId10" Type="http://schemas.openxmlformats.org/officeDocument/2006/relationships/notesSlide" Target="../notesSlides/notesSlide41.xml"/><Relationship Id="rId1" Type="http://schemas.openxmlformats.org/officeDocument/2006/relationships/tags" Target="../tags/tag213.xml"/></Relationships>
</file>

<file path=ppt/slides/_rels/slide4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tags" Target="../tags/tag228.xml"/><Relationship Id="rId7" Type="http://schemas.openxmlformats.org/officeDocument/2006/relationships/tags" Target="../tags/tag227.xml"/><Relationship Id="rId6" Type="http://schemas.openxmlformats.org/officeDocument/2006/relationships/tags" Target="../tags/tag226.xml"/><Relationship Id="rId5" Type="http://schemas.openxmlformats.org/officeDocument/2006/relationships/tags" Target="../tags/tag225.xml"/><Relationship Id="rId4" Type="http://schemas.openxmlformats.org/officeDocument/2006/relationships/tags" Target="../tags/tag224.xml"/><Relationship Id="rId3" Type="http://schemas.openxmlformats.org/officeDocument/2006/relationships/tags" Target="../tags/tag223.xml"/><Relationship Id="rId2" Type="http://schemas.openxmlformats.org/officeDocument/2006/relationships/tags" Target="../tags/tag222.xml"/><Relationship Id="rId10" Type="http://schemas.openxmlformats.org/officeDocument/2006/relationships/notesSlide" Target="../notesSlides/notesSlide42.xml"/><Relationship Id="rId1" Type="http://schemas.openxmlformats.org/officeDocument/2006/relationships/tags" Target="../tags/tag221.xm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3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30.xml"/><Relationship Id="rId1" Type="http://schemas.openxmlformats.org/officeDocument/2006/relationships/tags" Target="../tags/tag229.xml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4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32.xml"/><Relationship Id="rId1" Type="http://schemas.openxmlformats.org/officeDocument/2006/relationships/tags" Target="../tags/tag231.xml"/></Relationships>
</file>

<file path=ppt/slides/_rels/slide4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5.xml"/><Relationship Id="rId6" Type="http://schemas.openxmlformats.org/officeDocument/2006/relationships/slideLayout" Target="../slideLayouts/slideLayout10.xml"/><Relationship Id="rId5" Type="http://schemas.openxmlformats.org/officeDocument/2006/relationships/tags" Target="../tags/tag237.xml"/><Relationship Id="rId4" Type="http://schemas.openxmlformats.org/officeDocument/2006/relationships/tags" Target="../tags/tag236.xml"/><Relationship Id="rId3" Type="http://schemas.openxmlformats.org/officeDocument/2006/relationships/tags" Target="../tags/tag235.xml"/><Relationship Id="rId2" Type="http://schemas.openxmlformats.org/officeDocument/2006/relationships/tags" Target="../tags/tag234.xml"/><Relationship Id="rId1" Type="http://schemas.openxmlformats.org/officeDocument/2006/relationships/tags" Target="../tags/tag233.xml"/></Relationships>
</file>

<file path=ppt/slides/_rels/slide4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6.xml"/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9.png"/><Relationship Id="rId3" Type="http://schemas.openxmlformats.org/officeDocument/2006/relationships/tags" Target="../tags/tag240.xml"/><Relationship Id="rId2" Type="http://schemas.openxmlformats.org/officeDocument/2006/relationships/tags" Target="../tags/tag239.xml"/><Relationship Id="rId1" Type="http://schemas.openxmlformats.org/officeDocument/2006/relationships/tags" Target="../tags/tag238.xml"/></Relationships>
</file>

<file path=ppt/slides/_rels/slide4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7.xml"/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10.png"/><Relationship Id="rId3" Type="http://schemas.openxmlformats.org/officeDocument/2006/relationships/tags" Target="../tags/tag243.xml"/><Relationship Id="rId2" Type="http://schemas.openxmlformats.org/officeDocument/2006/relationships/tags" Target="../tags/tag242.xml"/><Relationship Id="rId1" Type="http://schemas.openxmlformats.org/officeDocument/2006/relationships/tags" Target="../tags/tag241.xml"/></Relationships>
</file>

<file path=ppt/slides/_rels/slide4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8.xml"/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11.png"/><Relationship Id="rId3" Type="http://schemas.openxmlformats.org/officeDocument/2006/relationships/tags" Target="../tags/tag246.xml"/><Relationship Id="rId2" Type="http://schemas.openxmlformats.org/officeDocument/2006/relationships/tags" Target="../tags/tag245.xml"/><Relationship Id="rId1" Type="http://schemas.openxmlformats.org/officeDocument/2006/relationships/tags" Target="../tags/tag244.xml"/></Relationships>
</file>

<file path=ppt/slides/_rels/slide4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9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250.xml"/><Relationship Id="rId3" Type="http://schemas.openxmlformats.org/officeDocument/2006/relationships/tags" Target="../tags/tag249.xml"/><Relationship Id="rId2" Type="http://schemas.openxmlformats.org/officeDocument/2006/relationships/tags" Target="../tags/tag248.xml"/><Relationship Id="rId1" Type="http://schemas.openxmlformats.org/officeDocument/2006/relationships/tags" Target="../tags/tag247.xml"/></Relationships>
</file>

<file path=ppt/slides/_rels/slide5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0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254.xml"/><Relationship Id="rId3" Type="http://schemas.openxmlformats.org/officeDocument/2006/relationships/tags" Target="../tags/tag253.xml"/><Relationship Id="rId2" Type="http://schemas.openxmlformats.org/officeDocument/2006/relationships/tags" Target="../tags/tag252.xml"/><Relationship Id="rId1" Type="http://schemas.openxmlformats.org/officeDocument/2006/relationships/tags" Target="../tags/tag251.xml"/></Relationships>
</file>

<file path=ppt/slides/_rels/slide5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1.xml"/><Relationship Id="rId4" Type="http://schemas.openxmlformats.org/officeDocument/2006/relationships/slideLayout" Target="../slideLayouts/slideLayout10.xml"/><Relationship Id="rId3" Type="http://schemas.openxmlformats.org/officeDocument/2006/relationships/tags" Target="../tags/tag257.xml"/><Relationship Id="rId2" Type="http://schemas.openxmlformats.org/officeDocument/2006/relationships/tags" Target="../tags/tag256.xml"/><Relationship Id="rId1" Type="http://schemas.openxmlformats.org/officeDocument/2006/relationships/tags" Target="../tags/tag255.xml"/></Relationships>
</file>

<file path=ppt/slides/_rels/slide5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2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59.xml"/><Relationship Id="rId1" Type="http://schemas.openxmlformats.org/officeDocument/2006/relationships/tags" Target="../tags/tag258.xml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3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61.xml"/><Relationship Id="rId1" Type="http://schemas.openxmlformats.org/officeDocument/2006/relationships/tags" Target="../tags/tag260.xml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4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63.xml"/><Relationship Id="rId1" Type="http://schemas.openxmlformats.org/officeDocument/2006/relationships/tags" Target="../tags/tag262.xml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5.xml"/><Relationship Id="rId3" Type="http://schemas.openxmlformats.org/officeDocument/2006/relationships/slideLayout" Target="../slideLayouts/slideLayout10.xml"/><Relationship Id="rId2" Type="http://schemas.openxmlformats.org/officeDocument/2006/relationships/tags" Target="../tags/tag265.xml"/><Relationship Id="rId1" Type="http://schemas.openxmlformats.org/officeDocument/2006/relationships/tags" Target="../tags/tag264.xml"/></Relationships>
</file>

<file path=ppt/slides/_rels/slide5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6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269.xml"/><Relationship Id="rId3" Type="http://schemas.openxmlformats.org/officeDocument/2006/relationships/tags" Target="../tags/tag268.xml"/><Relationship Id="rId2" Type="http://schemas.openxmlformats.org/officeDocument/2006/relationships/tags" Target="../tags/tag267.xml"/><Relationship Id="rId1" Type="http://schemas.openxmlformats.org/officeDocument/2006/relationships/tags" Target="../tags/tag266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7.xml"/><Relationship Id="rId7" Type="http://schemas.openxmlformats.org/officeDocument/2006/relationships/slideLayout" Target="../slideLayouts/slideLayout10.xml"/><Relationship Id="rId6" Type="http://schemas.openxmlformats.org/officeDocument/2006/relationships/tags" Target="../tags/tag274.xml"/><Relationship Id="rId5" Type="http://schemas.openxmlformats.org/officeDocument/2006/relationships/tags" Target="../tags/tag273.xml"/><Relationship Id="rId4" Type="http://schemas.openxmlformats.org/officeDocument/2006/relationships/tags" Target="../tags/tag272.xml"/><Relationship Id="rId3" Type="http://schemas.openxmlformats.org/officeDocument/2006/relationships/tags" Target="../tags/tag271.xml"/><Relationship Id="rId2" Type="http://schemas.openxmlformats.org/officeDocument/2006/relationships/image" Target="../media/image3.png"/><Relationship Id="rId1" Type="http://schemas.openxmlformats.org/officeDocument/2006/relationships/tags" Target="../tags/tag270.xml"/></Relationships>
</file>

<file path=ppt/slides/_rels/slide58.xml.rels><?xml version="1.0" encoding="UTF-8" standalone="yes"?>
<Relationships xmlns="http://schemas.openxmlformats.org/package/2006/relationships"><Relationship Id="rId9" Type="http://schemas.openxmlformats.org/officeDocument/2006/relationships/tags" Target="../tags/tag281.xml"/><Relationship Id="rId8" Type="http://schemas.openxmlformats.org/officeDocument/2006/relationships/hyperlink" Target="http://stu.ityxb.com/ebookview/fe48392832e3cf7d7afa3086203d6f6b" TargetMode="External"/><Relationship Id="rId7" Type="http://schemas.openxmlformats.org/officeDocument/2006/relationships/tags" Target="../tags/tag280.xml"/><Relationship Id="rId6" Type="http://schemas.openxmlformats.org/officeDocument/2006/relationships/image" Target="../media/image4.png"/><Relationship Id="rId5" Type="http://schemas.openxmlformats.org/officeDocument/2006/relationships/tags" Target="../tags/tag279.xml"/><Relationship Id="rId4" Type="http://schemas.openxmlformats.org/officeDocument/2006/relationships/tags" Target="../tags/tag278.xml"/><Relationship Id="rId3" Type="http://schemas.openxmlformats.org/officeDocument/2006/relationships/tags" Target="../tags/tag277.xml"/><Relationship Id="rId2" Type="http://schemas.openxmlformats.org/officeDocument/2006/relationships/tags" Target="../tags/tag276.xml"/><Relationship Id="rId15" Type="http://schemas.openxmlformats.org/officeDocument/2006/relationships/notesSlide" Target="../notesSlides/notesSlide58.xml"/><Relationship Id="rId14" Type="http://schemas.openxmlformats.org/officeDocument/2006/relationships/slideLayout" Target="../slideLayouts/slideLayout10.xml"/><Relationship Id="rId13" Type="http://schemas.openxmlformats.org/officeDocument/2006/relationships/image" Target="../media/image6.svg"/><Relationship Id="rId12" Type="http://schemas.openxmlformats.org/officeDocument/2006/relationships/image" Target="../media/image5.png"/><Relationship Id="rId11" Type="http://schemas.openxmlformats.org/officeDocument/2006/relationships/tags" Target="../tags/tag283.xml"/><Relationship Id="rId10" Type="http://schemas.openxmlformats.org/officeDocument/2006/relationships/tags" Target="../tags/tag282.xml"/><Relationship Id="rId1" Type="http://schemas.openxmlformats.org/officeDocument/2006/relationships/tags" Target="../tags/tag275.xml"/></Relationships>
</file>

<file path=ppt/slides/_rels/slide59.xml.rels><?xml version="1.0" encoding="UTF-8" standalone="yes"?>
<Relationships xmlns="http://schemas.openxmlformats.org/package/2006/relationships"><Relationship Id="rId9" Type="http://schemas.openxmlformats.org/officeDocument/2006/relationships/tags" Target="../tags/tag290.xml"/><Relationship Id="rId8" Type="http://schemas.openxmlformats.org/officeDocument/2006/relationships/hyperlink" Target="http://stu.ityxb.com/ebookview/2eac31cd5e38beddb772a4a4c1ac08d0" TargetMode="External"/><Relationship Id="rId7" Type="http://schemas.openxmlformats.org/officeDocument/2006/relationships/tags" Target="../tags/tag289.xml"/><Relationship Id="rId6" Type="http://schemas.openxmlformats.org/officeDocument/2006/relationships/image" Target="../media/image4.png"/><Relationship Id="rId5" Type="http://schemas.openxmlformats.org/officeDocument/2006/relationships/tags" Target="../tags/tag288.xml"/><Relationship Id="rId4" Type="http://schemas.openxmlformats.org/officeDocument/2006/relationships/tags" Target="../tags/tag287.xml"/><Relationship Id="rId3" Type="http://schemas.openxmlformats.org/officeDocument/2006/relationships/tags" Target="../tags/tag286.xml"/><Relationship Id="rId2" Type="http://schemas.openxmlformats.org/officeDocument/2006/relationships/tags" Target="../tags/tag285.xml"/><Relationship Id="rId15" Type="http://schemas.openxmlformats.org/officeDocument/2006/relationships/notesSlide" Target="../notesSlides/notesSlide59.xml"/><Relationship Id="rId14" Type="http://schemas.openxmlformats.org/officeDocument/2006/relationships/slideLayout" Target="../slideLayouts/slideLayout10.xml"/><Relationship Id="rId13" Type="http://schemas.openxmlformats.org/officeDocument/2006/relationships/image" Target="../media/image6.svg"/><Relationship Id="rId12" Type="http://schemas.openxmlformats.org/officeDocument/2006/relationships/image" Target="../media/image5.png"/><Relationship Id="rId11" Type="http://schemas.openxmlformats.org/officeDocument/2006/relationships/tags" Target="../tags/tag292.xml"/><Relationship Id="rId10" Type="http://schemas.openxmlformats.org/officeDocument/2006/relationships/tags" Target="../tags/tag291.xml"/><Relationship Id="rId1" Type="http://schemas.openxmlformats.org/officeDocument/2006/relationships/tags" Target="../tags/tag284.xml"/></Relationships>
</file>

<file path=ppt/slides/_rels/slide6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0.xml"/><Relationship Id="rId5" Type="http://schemas.openxmlformats.org/officeDocument/2006/relationships/slideLayout" Target="../slideLayouts/slideLayout10.xml"/><Relationship Id="rId4" Type="http://schemas.openxmlformats.org/officeDocument/2006/relationships/tags" Target="../tags/tag296.xml"/><Relationship Id="rId3" Type="http://schemas.openxmlformats.org/officeDocument/2006/relationships/tags" Target="../tags/tag295.xml"/><Relationship Id="rId2" Type="http://schemas.openxmlformats.org/officeDocument/2006/relationships/tags" Target="../tags/tag294.xml"/><Relationship Id="rId1" Type="http://schemas.openxmlformats.org/officeDocument/2006/relationships/tags" Target="../tags/tag293.xml"/></Relationships>
</file>

<file path=ppt/slides/_rels/slide61.xml.rels><?xml version="1.0" encoding="UTF-8" standalone="yes"?>
<Relationships xmlns="http://schemas.openxmlformats.org/package/2006/relationships"><Relationship Id="rId9" Type="http://schemas.openxmlformats.org/officeDocument/2006/relationships/tags" Target="../tags/tag303.xml"/><Relationship Id="rId8" Type="http://schemas.openxmlformats.org/officeDocument/2006/relationships/hyperlink" Target="http://stu.ityxb.com/ebookview/18e3e530795009ae351eaa4929889a5e" TargetMode="External"/><Relationship Id="rId7" Type="http://schemas.openxmlformats.org/officeDocument/2006/relationships/tags" Target="../tags/tag302.xml"/><Relationship Id="rId6" Type="http://schemas.openxmlformats.org/officeDocument/2006/relationships/image" Target="../media/image4.png"/><Relationship Id="rId5" Type="http://schemas.openxmlformats.org/officeDocument/2006/relationships/tags" Target="../tags/tag301.xml"/><Relationship Id="rId4" Type="http://schemas.openxmlformats.org/officeDocument/2006/relationships/tags" Target="../tags/tag300.xml"/><Relationship Id="rId3" Type="http://schemas.openxmlformats.org/officeDocument/2006/relationships/tags" Target="../tags/tag299.xml"/><Relationship Id="rId2" Type="http://schemas.openxmlformats.org/officeDocument/2006/relationships/tags" Target="../tags/tag298.xml"/><Relationship Id="rId15" Type="http://schemas.openxmlformats.org/officeDocument/2006/relationships/notesSlide" Target="../notesSlides/notesSlide61.xml"/><Relationship Id="rId14" Type="http://schemas.openxmlformats.org/officeDocument/2006/relationships/slideLayout" Target="../slideLayouts/slideLayout10.xml"/><Relationship Id="rId13" Type="http://schemas.openxmlformats.org/officeDocument/2006/relationships/image" Target="../media/image6.svg"/><Relationship Id="rId12" Type="http://schemas.openxmlformats.org/officeDocument/2006/relationships/image" Target="../media/image5.png"/><Relationship Id="rId11" Type="http://schemas.openxmlformats.org/officeDocument/2006/relationships/tags" Target="../tags/tag305.xml"/><Relationship Id="rId10" Type="http://schemas.openxmlformats.org/officeDocument/2006/relationships/tags" Target="../tags/tag304.xml"/><Relationship Id="rId1" Type="http://schemas.openxmlformats.org/officeDocument/2006/relationships/tags" Target="../tags/tag297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2.xml"/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12.png"/><Relationship Id="rId5" Type="http://schemas.openxmlformats.org/officeDocument/2006/relationships/tags" Target="../tags/tag310.xml"/><Relationship Id="rId4" Type="http://schemas.openxmlformats.org/officeDocument/2006/relationships/tags" Target="../tags/tag309.xml"/><Relationship Id="rId3" Type="http://schemas.openxmlformats.org/officeDocument/2006/relationships/tags" Target="../tags/tag308.xml"/><Relationship Id="rId2" Type="http://schemas.openxmlformats.org/officeDocument/2006/relationships/tags" Target="../tags/tag307.xml"/><Relationship Id="rId1" Type="http://schemas.openxmlformats.org/officeDocument/2006/relationships/tags" Target="../tags/tag30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0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18"/>
          <p:cNvSpPr txBox="1"/>
          <p:nvPr/>
        </p:nvSpPr>
        <p:spPr>
          <a:xfrm>
            <a:off x="2251710" y="2606040"/>
            <a:ext cx="8028940" cy="783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45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思源黑体 CN Medium" panose="020B0600000000000000" pitchFamily="34" charset="-122"/>
              </a:rPr>
              <a:t>第13章 框架整合</a:t>
            </a:r>
            <a:endParaRPr sz="45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4" name="Rectangle 4"/>
          <p:cNvSpPr txBox="1">
            <a:spLocks noChangeArrowheads="1"/>
          </p:cNvSpPr>
          <p:nvPr/>
        </p:nvSpPr>
        <p:spPr>
          <a:xfrm>
            <a:off x="1003300" y="3935095"/>
            <a:ext cx="10519410" cy="430530"/>
          </a:xfrm>
          <a:prstGeom prst="rect">
            <a:avLst/>
          </a:prstGeom>
        </p:spPr>
        <p:txBody>
          <a:bodyPr vert="horz" lIns="121917" tIns="60958" rIns="121917" bIns="60958" rtlCol="0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sz="23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《Java EE企业级应用开发教程（Spring+Spring MVC+MyBatis）（第3版）》</a:t>
            </a:r>
            <a:endParaRPr sz="23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15308" y="644513"/>
            <a:ext cx="4775842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学习目标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Target</a:t>
            </a:r>
            <a:endParaRPr lang="en-GB" altLang="zh-CN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1557655" y="3713480"/>
            <a:ext cx="9014460" cy="688340"/>
            <a:chOff x="978872" y="1800500"/>
            <a:chExt cx="6427354" cy="516136"/>
          </a:xfrm>
        </p:grpSpPr>
        <p:sp>
          <p:nvSpPr>
            <p:cNvPr id="81" name="Pentagon 3"/>
            <p:cNvSpPr/>
            <p:nvPr/>
          </p:nvSpPr>
          <p:spPr bwMode="auto">
            <a:xfrm>
              <a:off x="978872" y="1800500"/>
              <a:ext cx="6427354" cy="516136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  <a:buClrTx/>
                <a:buSzTx/>
                <a:buFontTx/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能够独立实现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Spring整合Spring MVC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2" name="MH_Others_1"/>
            <p:cNvSpPr/>
            <p:nvPr/>
          </p:nvSpPr>
          <p:spPr bwMode="auto">
            <a:xfrm>
              <a:off x="985222" y="1800500"/>
              <a:ext cx="82550" cy="515937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83" name="组合 82"/>
          <p:cNvGrpSpPr/>
          <p:nvPr/>
        </p:nvGrpSpPr>
        <p:grpSpPr>
          <a:xfrm>
            <a:off x="1557655" y="2821305"/>
            <a:ext cx="9006205" cy="689610"/>
            <a:chOff x="978872" y="2570437"/>
            <a:chExt cx="5437064" cy="517208"/>
          </a:xfrm>
        </p:grpSpPr>
        <p:sp>
          <p:nvSpPr>
            <p:cNvPr id="84" name="Pentagon 5"/>
            <p:cNvSpPr/>
            <p:nvPr/>
          </p:nvSpPr>
          <p:spPr bwMode="auto">
            <a:xfrm>
              <a:off x="978872" y="257329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  <a:buClrTx/>
                <a:buSzTx/>
                <a:buFontTx/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能够独立实现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Spring整合MyBatis-Plus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85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557655" y="1930400"/>
            <a:ext cx="9006205" cy="685800"/>
            <a:chOff x="978872" y="2570437"/>
            <a:chExt cx="5437064" cy="514351"/>
          </a:xfrm>
        </p:grpSpPr>
        <p:sp>
          <p:nvSpPr>
            <p:cNvPr id="10" name="Pentagon 5"/>
            <p:cNvSpPr/>
            <p:nvPr/>
          </p:nvSpPr>
          <p:spPr bwMode="auto">
            <a:xfrm>
              <a:off x="978872" y="2570438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熟悉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SSM框架整合的思路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，能够简述SSM框架整合时每个框架的分工以及整合思路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11" name="MH_Others_1"/>
            <p:cNvSpPr/>
            <p:nvPr/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557655" y="4598670"/>
            <a:ext cx="9006205" cy="689610"/>
            <a:chOff x="978872" y="2570437"/>
            <a:chExt cx="5437064" cy="517208"/>
          </a:xfrm>
        </p:grpSpPr>
        <p:sp>
          <p:nvSpPr>
            <p:cNvPr id="3" name="Pentagon 5"/>
            <p:cNvSpPr/>
            <p:nvPr>
              <p:custDataLst>
                <p:tags r:id="rId1"/>
              </p:custDataLst>
            </p:nvPr>
          </p:nvSpPr>
          <p:spPr bwMode="auto">
            <a:xfrm>
              <a:off x="978872" y="257329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  <a:buClrTx/>
                <a:buSzTx/>
                <a:buFontTx/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掌握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Spring Boot快速入门</a:t>
              </a: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，能够简述Spring Boot的特性、Spring Boot全局配置文件的配置方式、构建Spring Boot项目的方式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4" name="MH_Others_1"/>
            <p:cNvSpPr/>
            <p:nvPr>
              <p:custDataLst>
                <p:tags r:id="rId2"/>
              </p:custDataLst>
            </p:nvPr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1568450" y="5514975"/>
            <a:ext cx="9006205" cy="689610"/>
            <a:chOff x="978872" y="2570437"/>
            <a:chExt cx="5437064" cy="517208"/>
          </a:xfrm>
        </p:grpSpPr>
        <p:sp>
          <p:nvSpPr>
            <p:cNvPr id="6" name="Pentagon 5"/>
            <p:cNvSpPr/>
            <p:nvPr>
              <p:custDataLst>
                <p:tags r:id="rId3"/>
              </p:custDataLst>
            </p:nvPr>
          </p:nvSpPr>
          <p:spPr bwMode="auto">
            <a:xfrm>
              <a:off x="978872" y="2573295"/>
              <a:ext cx="5437064" cy="514350"/>
            </a:xfrm>
            <a:prstGeom prst="homePlat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  <a:buClrTx/>
                <a:buSzTx/>
                <a:buFontTx/>
                <a:defRPr/>
              </a:pPr>
              <a:r>
                <a:rPr lang="zh-CN" altLang="en-US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能够独立实现</a:t>
              </a:r>
              <a:r>
                <a:rPr lang="zh-CN" altLang="en-US" dirty="0">
                  <a:solidFill>
                    <a:srgbClr val="1369B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字魂58号-创中黑" panose="00000500000000000000" pitchFamily="2" charset="-122"/>
                </a:rPr>
                <a:t>Spring Boot整合SSM框架</a:t>
              </a:r>
              <a:endPara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字魂58号-创中黑" panose="00000500000000000000" pitchFamily="2" charset="-122"/>
              </a:endParaRPr>
            </a:p>
          </p:txBody>
        </p:sp>
        <p:sp>
          <p:nvSpPr>
            <p:cNvPr id="7" name="MH_Others_1"/>
            <p:cNvSpPr/>
            <p:nvPr>
              <p:custDataLst>
                <p:tags r:id="rId4"/>
              </p:custDataLst>
            </p:nvPr>
          </p:nvSpPr>
          <p:spPr bwMode="auto">
            <a:xfrm>
              <a:off x="985222" y="2570437"/>
              <a:ext cx="82550" cy="514350"/>
            </a:xfrm>
            <a:custGeom>
              <a:avLst/>
              <a:gdLst>
                <a:gd name="connsiteX0" fmla="*/ 0 w 3276600"/>
                <a:gd name="connsiteY0" fmla="*/ 6311900 h 6311900"/>
                <a:gd name="connsiteX1" fmla="*/ 0 w 3276600"/>
                <a:gd name="connsiteY1" fmla="*/ 0 h 6311900"/>
                <a:gd name="connsiteX2" fmla="*/ 3276600 w 3276600"/>
                <a:gd name="connsiteY2" fmla="*/ 0 h 6311900"/>
                <a:gd name="connsiteX0-1" fmla="*/ 0 w 0"/>
                <a:gd name="connsiteY0-2" fmla="*/ 6311900 h 6311900"/>
                <a:gd name="connsiteX1-3" fmla="*/ 0 w 0"/>
                <a:gd name="connsiteY1-4" fmla="*/ 0 h 631190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</a:cxnLst>
              <a:rect l="l" t="t" r="r" b="b"/>
              <a:pathLst>
                <a:path h="6311900">
                  <a:moveTo>
                    <a:pt x="0" y="63119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1369B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defRPr/>
              </a:pPr>
              <a:endParaRPr lang="zh-CN" altLang="en-US" sz="2500">
                <a:solidFill>
                  <a:schemeClr val="bg1">
                    <a:lumMod val="50000"/>
                  </a:schemeClr>
                </a:solidFill>
                <a:latin typeface="Source Han Sans K Bold" panose="020B0800000000000000" pitchFamily="34" charset="-128"/>
                <a:ea typeface="Source Han Sans K Bold" panose="020B0800000000000000" pitchFamily="34" charset="-128"/>
                <a:sym typeface="Source Han Sans K Bold" panose="020B0800000000000000" pitchFamily="34" charset="-128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671292" y="572758"/>
            <a:ext cx="3911746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章节概述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Summary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/>
        </p:nvSpPr>
        <p:spPr bwMode="auto">
          <a:xfrm>
            <a:off x="1054735" y="2394585"/>
            <a:ext cx="1033589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在JavaEE企业级应用开发中，尽管存在众多技术框架可供选择，但基本的架构通常遵循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三层结构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表现层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业务逻辑层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数据持久层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。当前，这三层的主流框架组合是Spring MVC、Spring和MyBatis，业内通常简称为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SSM框架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，同时可以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集成MyBatis-Plus增强MyBatis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。此外，如果想要简化Spring应用程序的构建和部署，开发者可以采用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Spring Boot整合SSM框架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。本章将对SSM框架整合和Spring Boot整合SSM框架分别进行讲解。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>
            <p:custDataLst>
              <p:tags r:id="rId1"/>
            </p:custDataLst>
          </p:nvPr>
        </p:nvSpPr>
        <p:spPr>
          <a:xfrm>
            <a:off x="1031240" y="2238375"/>
            <a:ext cx="10427335" cy="276288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0" name="矩形 93"/>
          <p:cNvSpPr/>
          <p:nvPr>
            <p:custDataLst>
              <p:tags r:id="rId2"/>
            </p:custDataLst>
          </p:nvPr>
        </p:nvSpPr>
        <p:spPr>
          <a:xfrm>
            <a:off x="998855" y="2178685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1" name="矩形 93"/>
          <p:cNvSpPr/>
          <p:nvPr>
            <p:custDataLst>
              <p:tags r:id="rId3"/>
            </p:custDataLst>
          </p:nvPr>
        </p:nvSpPr>
        <p:spPr>
          <a:xfrm rot="10800000">
            <a:off x="11135360" y="4515485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4"/>
          <p:cNvSpPr txBox="1"/>
          <p:nvPr/>
        </p:nvSpPr>
        <p:spPr>
          <a:xfrm>
            <a:off x="837863" y="572758"/>
            <a:ext cx="3007988" cy="662532"/>
          </a:xfrm>
          <a:prstGeom prst="rect">
            <a:avLst/>
          </a:prstGeom>
        </p:spPr>
        <p:txBody>
          <a:bodyPr lIns="121917" tIns="60958" rIns="121917" bIns="60958"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zh-CN" altLang="en-US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目录</a:t>
            </a:r>
            <a:r>
              <a:rPr lang="en-US" altLang="zh-CN" b="1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lang="en-US" altLang="zh-CN" sz="24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Contents</a:t>
            </a:r>
            <a:endParaRPr lang="en-GB" sz="24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05" name="组合 104"/>
          <p:cNvGrpSpPr/>
          <p:nvPr/>
        </p:nvGrpSpPr>
        <p:grpSpPr>
          <a:xfrm>
            <a:off x="2999206" y="2514495"/>
            <a:ext cx="1120435" cy="612775"/>
            <a:chOff x="2215144" y="982844"/>
            <a:chExt cx="1169813" cy="842780"/>
          </a:xfrm>
        </p:grpSpPr>
        <p:sp>
          <p:nvSpPr>
            <p:cNvPr id="106" name="平行四边形 105"/>
            <p:cNvSpPr/>
            <p:nvPr>
              <p:custDataLst>
                <p:tags r:id="rId1"/>
              </p:custDataLst>
            </p:nvPr>
          </p:nvSpPr>
          <p:spPr>
            <a:xfrm>
              <a:off x="2215144" y="982844"/>
              <a:ext cx="1120898" cy="842780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07" name="文本框 9"/>
            <p:cNvSpPr txBox="1"/>
            <p:nvPr>
              <p:custDataLst>
                <p:tags r:id="rId2"/>
              </p:custDataLst>
            </p:nvPr>
          </p:nvSpPr>
          <p:spPr>
            <a:xfrm>
              <a:off x="2318158" y="1005670"/>
              <a:ext cx="1066799" cy="7178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13.1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08" name="组合 107"/>
          <p:cNvGrpSpPr/>
          <p:nvPr/>
        </p:nvGrpSpPr>
        <p:grpSpPr>
          <a:xfrm>
            <a:off x="2999206" y="3927094"/>
            <a:ext cx="1120435" cy="612775"/>
            <a:chOff x="2215144" y="2026500"/>
            <a:chExt cx="1169813" cy="850129"/>
          </a:xfrm>
        </p:grpSpPr>
        <p:sp>
          <p:nvSpPr>
            <p:cNvPr id="109" name="平行四边形 108"/>
            <p:cNvSpPr/>
            <p:nvPr>
              <p:custDataLst>
                <p:tags r:id="rId3"/>
              </p:custDataLst>
            </p:nvPr>
          </p:nvSpPr>
          <p:spPr>
            <a:xfrm>
              <a:off x="2215144" y="2033848"/>
              <a:ext cx="1120898" cy="842781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0" name="文本框 10"/>
            <p:cNvSpPr txBox="1"/>
            <p:nvPr>
              <p:custDataLst>
                <p:tags r:id="rId4"/>
              </p:custDataLst>
            </p:nvPr>
          </p:nvSpPr>
          <p:spPr>
            <a:xfrm>
              <a:off x="2318158" y="2026500"/>
              <a:ext cx="1066799" cy="7241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28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13.2</a:t>
              </a:r>
              <a:endPara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3904758" y="2505616"/>
            <a:ext cx="5496560" cy="612775"/>
            <a:chOff x="4315150" y="953426"/>
            <a:chExt cx="4122956" cy="539804"/>
          </a:xfrm>
        </p:grpSpPr>
        <p:sp>
          <p:nvSpPr>
            <p:cNvPr id="112" name="矩形 111"/>
            <p:cNvSpPr/>
            <p:nvPr>
              <p:custDataLst>
                <p:tags r:id="rId5"/>
              </p:custDataLst>
            </p:nvPr>
          </p:nvSpPr>
          <p:spPr>
            <a:xfrm>
              <a:off x="4841196" y="1036090"/>
              <a:ext cx="2827147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SSM框架整合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3" name="平行四边形 112"/>
            <p:cNvSpPr/>
            <p:nvPr>
              <p:custDataLst>
                <p:tags r:id="rId6"/>
              </p:custDataLst>
            </p:nvPr>
          </p:nvSpPr>
          <p:spPr>
            <a:xfrm>
              <a:off x="4315150" y="953426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1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14" name="组合 113"/>
          <p:cNvGrpSpPr/>
          <p:nvPr/>
        </p:nvGrpSpPr>
        <p:grpSpPr>
          <a:xfrm>
            <a:off x="3904758" y="3910268"/>
            <a:ext cx="5496560" cy="612775"/>
            <a:chOff x="4315150" y="1647579"/>
            <a:chExt cx="4122956" cy="539804"/>
          </a:xfrm>
        </p:grpSpPr>
        <p:sp>
          <p:nvSpPr>
            <p:cNvPr id="115" name="矩形 114"/>
            <p:cNvSpPr/>
            <p:nvPr>
              <p:custDataLst>
                <p:tags r:id="rId7"/>
              </p:custDataLst>
            </p:nvPr>
          </p:nvSpPr>
          <p:spPr>
            <a:xfrm>
              <a:off x="4840998" y="1730368"/>
              <a:ext cx="3238445" cy="331154"/>
            </a:xfrm>
            <a:prstGeom prst="rect">
              <a:avLst/>
            </a:prstGeom>
            <a:ln w="15875">
              <a:noFill/>
            </a:ln>
          </p:spPr>
          <p:txBody>
            <a:bodyPr wrap="square" lIns="68580" tIns="34290" rIns="68580" bIns="34290">
              <a:spAutoFit/>
            </a:bodyPr>
            <a:p>
              <a:r>
                <a:rPr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Spring Boot整合SSM框架</a:t>
              </a:r>
              <a:endParaRPr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116" name="平行四边形 115"/>
            <p:cNvSpPr/>
            <p:nvPr>
              <p:custDataLst>
                <p:tags r:id="rId8"/>
              </p:custDataLst>
            </p:nvPr>
          </p:nvSpPr>
          <p:spPr>
            <a:xfrm>
              <a:off x="4315150" y="1647579"/>
              <a:ext cx="4122956" cy="539804"/>
            </a:xfrm>
            <a:prstGeom prst="parallelogram">
              <a:avLst>
                <a:gd name="adj" fmla="val 48207"/>
              </a:avLst>
            </a:prstGeom>
            <a:noFill/>
            <a:ln w="15875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p>
              <a:endPara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5031667" y="3014256"/>
            <a:ext cx="6013520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SSM框架整合</a:t>
            </a:r>
            <a:endParaRPr sz="4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48"/>
          <p:cNvSpPr txBox="1"/>
          <p:nvPr/>
        </p:nvSpPr>
        <p:spPr>
          <a:xfrm>
            <a:off x="2134235" y="2997835"/>
            <a:ext cx="1398905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13.1</a:t>
            </a:r>
            <a:endParaRPr 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13.1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SSM框架整合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892300"/>
            <a:ext cx="1033589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SSM框架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整合通常是指在Java企业级应用开发中，将Spring、Spring MVC和MyBatis这三个框架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高效地结合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在一起，形成一个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功能全面、结构清晰的开发环境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的过程。这一整合旨在充分发挥各个框架的优势，以构建高性能、易维护的Web应用。为了能对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MyBatis进行增强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，并享受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MyBatis-Plus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带来的便利和优势，本章将MyBatis替换为MyBatis-Plus，将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Spring、Spring MVC和MyBatis-Plus进行整合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>
            <p:custDataLst>
              <p:tags r:id="rId2"/>
            </p:custDataLst>
          </p:nvPr>
        </p:nvSpPr>
        <p:spPr>
          <a:xfrm>
            <a:off x="1031240" y="1736090"/>
            <a:ext cx="10427335" cy="281622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0" name="矩形 93"/>
          <p:cNvSpPr/>
          <p:nvPr>
            <p:custDataLst>
              <p:tags r:id="rId3"/>
            </p:custDataLst>
          </p:nvPr>
        </p:nvSpPr>
        <p:spPr>
          <a:xfrm>
            <a:off x="998855" y="1676400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1" name="矩形 93"/>
          <p:cNvSpPr/>
          <p:nvPr>
            <p:custDataLst>
              <p:tags r:id="rId4"/>
            </p:custDataLst>
          </p:nvPr>
        </p:nvSpPr>
        <p:spPr>
          <a:xfrm rot="10800000">
            <a:off x="11135360" y="4084955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13.1.1 整合思路 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782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熟悉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SSM框架整合的思路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，能够简述SSM框架整合时每个框架的分工以及整合思路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13.1.1 整合思路 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3" name="直接连接符 41"/>
          <p:cNvCxnSpPr/>
          <p:nvPr>
            <p:custDataLst>
              <p:tags r:id="rId1"/>
            </p:custDataLst>
          </p:nvPr>
        </p:nvCxnSpPr>
        <p:spPr>
          <a:xfrm flipH="1">
            <a:off x="3689671" y="2067025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4" name="直接连接符 42"/>
          <p:cNvCxnSpPr/>
          <p:nvPr>
            <p:custDataLst>
              <p:tags r:id="rId2"/>
            </p:custDataLst>
          </p:nvPr>
        </p:nvCxnSpPr>
        <p:spPr>
          <a:xfrm flipH="1">
            <a:off x="3689671" y="3807803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" name="直接连接符 43"/>
          <p:cNvCxnSpPr/>
          <p:nvPr>
            <p:custDataLst>
              <p:tags r:id="rId3"/>
            </p:custDataLst>
          </p:nvPr>
        </p:nvCxnSpPr>
        <p:spPr>
          <a:xfrm flipH="1">
            <a:off x="3689671" y="5520879"/>
            <a:ext cx="1775581" cy="0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" name="直接连接符 44"/>
          <p:cNvCxnSpPr/>
          <p:nvPr>
            <p:custDataLst>
              <p:tags r:id="rId4"/>
            </p:custDataLst>
          </p:nvPr>
        </p:nvCxnSpPr>
        <p:spPr>
          <a:xfrm>
            <a:off x="3689671" y="2067024"/>
            <a:ext cx="0" cy="3434193"/>
          </a:xfrm>
          <a:prstGeom prst="line">
            <a:avLst/>
          </a:prstGeom>
          <a:noFill/>
          <a:ln w="9525">
            <a:solidFill>
              <a:schemeClr val="bg1">
                <a:lumMod val="75000"/>
              </a:schemeClr>
            </a:solidFill>
            <a:prstDash val="sysDash"/>
            <a:headEnd type="oval" w="med" len="med"/>
            <a:tailEnd type="oval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7" name="椭圆 6"/>
          <p:cNvSpPr/>
          <p:nvPr>
            <p:custDataLst>
              <p:tags r:id="rId5"/>
            </p:custDataLst>
          </p:nvPr>
        </p:nvSpPr>
        <p:spPr>
          <a:xfrm>
            <a:off x="4883204" y="1535342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/>
          <p:nvPr>
            <p:custDataLst>
              <p:tags r:id="rId6"/>
            </p:custDataLst>
          </p:nvPr>
        </p:nvSpPr>
        <p:spPr>
          <a:xfrm>
            <a:off x="4883204" y="3253930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/>
          <p:nvPr>
            <p:custDataLst>
              <p:tags r:id="rId7"/>
            </p:custDataLst>
          </p:nvPr>
        </p:nvSpPr>
        <p:spPr>
          <a:xfrm>
            <a:off x="4883204" y="4947345"/>
            <a:ext cx="1107747" cy="1107747"/>
          </a:xfrm>
          <a:prstGeom prst="ellipse">
            <a:avLst/>
          </a:prstGeom>
          <a:gradFill flip="none" rotWithShape="1">
            <a:gsLst>
              <a:gs pos="0">
                <a:schemeClr val="bg1">
                  <a:lumMod val="95000"/>
                  <a:lumOff val="5000"/>
                </a:schemeClr>
              </a:gs>
              <a:gs pos="0">
                <a:schemeClr val="bg1">
                  <a:lumMod val="75000"/>
                </a:schemeClr>
              </a:gs>
              <a:gs pos="70000">
                <a:srgbClr val="FAFAFA"/>
              </a:gs>
            </a:gsLst>
            <a:lin ang="8100000" scaled="1"/>
            <a:tileRect/>
          </a:gradFill>
          <a:ln w="25400">
            <a:solidFill>
              <a:schemeClr val="bg1"/>
            </a:solidFill>
          </a:ln>
          <a:effectLst>
            <a:outerShdw blurRad="254000" dist="190500" dir="8100000" algn="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35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/>
          <p:nvPr>
            <p:custDataLst>
              <p:tags r:id="rId8"/>
            </p:custDataLst>
          </p:nvPr>
        </p:nvSpPr>
        <p:spPr>
          <a:xfrm>
            <a:off x="4965817" y="3345904"/>
            <a:ext cx="923799" cy="92379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Freeform 176"/>
          <p:cNvSpPr>
            <a:spLocks noEditPoints="1"/>
          </p:cNvSpPr>
          <p:nvPr>
            <p:custDataLst>
              <p:tags r:id="rId9"/>
            </p:custDataLst>
          </p:nvPr>
        </p:nvSpPr>
        <p:spPr bwMode="auto">
          <a:xfrm>
            <a:off x="5160853" y="3560777"/>
            <a:ext cx="605367" cy="575733"/>
          </a:xfrm>
          <a:custGeom>
            <a:avLst/>
            <a:gdLst>
              <a:gd name="T0" fmla="*/ 93 w 121"/>
              <a:gd name="T1" fmla="*/ 56 h 115"/>
              <a:gd name="T2" fmla="*/ 90 w 121"/>
              <a:gd name="T3" fmla="*/ 60 h 115"/>
              <a:gd name="T4" fmla="*/ 86 w 121"/>
              <a:gd name="T5" fmla="*/ 40 h 115"/>
              <a:gd name="T6" fmla="*/ 82 w 121"/>
              <a:gd name="T7" fmla="*/ 82 h 115"/>
              <a:gd name="T8" fmla="*/ 75 w 121"/>
              <a:gd name="T9" fmla="*/ 89 h 115"/>
              <a:gd name="T10" fmla="*/ 69 w 121"/>
              <a:gd name="T11" fmla="*/ 44 h 115"/>
              <a:gd name="T12" fmla="*/ 59 w 121"/>
              <a:gd name="T13" fmla="*/ 28 h 115"/>
              <a:gd name="T14" fmla="*/ 82 w 121"/>
              <a:gd name="T15" fmla="*/ 13 h 115"/>
              <a:gd name="T16" fmla="*/ 59 w 121"/>
              <a:gd name="T17" fmla="*/ 10 h 115"/>
              <a:gd name="T18" fmla="*/ 116 w 121"/>
              <a:gd name="T19" fmla="*/ 0 h 115"/>
              <a:gd name="T20" fmla="*/ 113 w 121"/>
              <a:gd name="T21" fmla="*/ 21 h 115"/>
              <a:gd name="T22" fmla="*/ 121 w 121"/>
              <a:gd name="T23" fmla="*/ 23 h 115"/>
              <a:gd name="T24" fmla="*/ 121 w 121"/>
              <a:gd name="T25" fmla="*/ 28 h 115"/>
              <a:gd name="T26" fmla="*/ 110 w 121"/>
              <a:gd name="T27" fmla="*/ 39 h 115"/>
              <a:gd name="T28" fmla="*/ 93 w 121"/>
              <a:gd name="T29" fmla="*/ 42 h 115"/>
              <a:gd name="T30" fmla="*/ 5 w 121"/>
              <a:gd name="T31" fmla="*/ 40 h 115"/>
              <a:gd name="T32" fmla="*/ 56 w 121"/>
              <a:gd name="T33" fmla="*/ 37 h 115"/>
              <a:gd name="T34" fmla="*/ 5 w 121"/>
              <a:gd name="T35" fmla="*/ 40 h 115"/>
              <a:gd name="T36" fmla="*/ 7 w 121"/>
              <a:gd name="T37" fmla="*/ 49 h 115"/>
              <a:gd name="T38" fmla="*/ 29 w 121"/>
              <a:gd name="T39" fmla="*/ 64 h 115"/>
              <a:gd name="T40" fmla="*/ 52 w 121"/>
              <a:gd name="T41" fmla="*/ 108 h 115"/>
              <a:gd name="T42" fmla="*/ 58 w 121"/>
              <a:gd name="T43" fmla="*/ 46 h 115"/>
              <a:gd name="T44" fmla="*/ 42 w 121"/>
              <a:gd name="T45" fmla="*/ 98 h 115"/>
              <a:gd name="T46" fmla="*/ 44 w 121"/>
              <a:gd name="T47" fmla="*/ 107 h 115"/>
              <a:gd name="T48" fmla="*/ 42 w 121"/>
              <a:gd name="T49" fmla="*/ 98 h 115"/>
              <a:gd name="T50" fmla="*/ 51 w 121"/>
              <a:gd name="T51" fmla="*/ 11 h 115"/>
              <a:gd name="T52" fmla="*/ 39 w 121"/>
              <a:gd name="T53" fmla="*/ 7 h 115"/>
              <a:gd name="T54" fmla="*/ 36 w 121"/>
              <a:gd name="T55" fmla="*/ 8 h 115"/>
              <a:gd name="T56" fmla="*/ 16 w 121"/>
              <a:gd name="T57" fmla="*/ 25 h 115"/>
              <a:gd name="T58" fmla="*/ 12 w 121"/>
              <a:gd name="T59" fmla="*/ 12 h 115"/>
              <a:gd name="T60" fmla="*/ 12 w 121"/>
              <a:gd name="T61" fmla="*/ 26 h 115"/>
              <a:gd name="T62" fmla="*/ 7 w 121"/>
              <a:gd name="T63" fmla="*/ 13 h 115"/>
              <a:gd name="T64" fmla="*/ 4 w 121"/>
              <a:gd name="T65" fmla="*/ 36 h 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1" h="115">
                <a:moveTo>
                  <a:pt x="93" y="42"/>
                </a:moveTo>
                <a:cubicBezTo>
                  <a:pt x="93" y="56"/>
                  <a:pt x="93" y="56"/>
                  <a:pt x="93" y="56"/>
                </a:cubicBezTo>
                <a:cubicBezTo>
                  <a:pt x="93" y="58"/>
                  <a:pt x="92" y="60"/>
                  <a:pt x="90" y="60"/>
                </a:cubicBezTo>
                <a:cubicBezTo>
                  <a:pt x="90" y="60"/>
                  <a:pt x="90" y="60"/>
                  <a:pt x="90" y="60"/>
                </a:cubicBezTo>
                <a:cubicBezTo>
                  <a:pt x="88" y="60"/>
                  <a:pt x="86" y="58"/>
                  <a:pt x="86" y="56"/>
                </a:cubicBezTo>
                <a:cubicBezTo>
                  <a:pt x="86" y="40"/>
                  <a:pt x="86" y="40"/>
                  <a:pt x="86" y="40"/>
                </a:cubicBezTo>
                <a:cubicBezTo>
                  <a:pt x="85" y="42"/>
                  <a:pt x="84" y="43"/>
                  <a:pt x="82" y="44"/>
                </a:cubicBezTo>
                <a:cubicBezTo>
                  <a:pt x="82" y="82"/>
                  <a:pt x="82" y="82"/>
                  <a:pt x="82" y="82"/>
                </a:cubicBezTo>
                <a:cubicBezTo>
                  <a:pt x="82" y="86"/>
                  <a:pt x="79" y="89"/>
                  <a:pt x="75" y="89"/>
                </a:cubicBezTo>
                <a:cubicBezTo>
                  <a:pt x="75" y="89"/>
                  <a:pt x="75" y="89"/>
                  <a:pt x="75" y="89"/>
                </a:cubicBezTo>
                <a:cubicBezTo>
                  <a:pt x="72" y="89"/>
                  <a:pt x="69" y="86"/>
                  <a:pt x="69" y="82"/>
                </a:cubicBezTo>
                <a:cubicBezTo>
                  <a:pt x="69" y="44"/>
                  <a:pt x="69" y="44"/>
                  <a:pt x="69" y="44"/>
                </a:cubicBezTo>
                <a:cubicBezTo>
                  <a:pt x="63" y="42"/>
                  <a:pt x="59" y="36"/>
                  <a:pt x="59" y="29"/>
                </a:cubicBezTo>
                <a:cubicBezTo>
                  <a:pt x="59" y="29"/>
                  <a:pt x="59" y="28"/>
                  <a:pt x="59" y="28"/>
                </a:cubicBezTo>
                <a:cubicBezTo>
                  <a:pt x="59" y="16"/>
                  <a:pt x="59" y="16"/>
                  <a:pt x="59" y="16"/>
                </a:cubicBezTo>
                <a:cubicBezTo>
                  <a:pt x="82" y="13"/>
                  <a:pt x="82" y="13"/>
                  <a:pt x="82" y="13"/>
                </a:cubicBezTo>
                <a:cubicBezTo>
                  <a:pt x="84" y="10"/>
                  <a:pt x="84" y="10"/>
                  <a:pt x="84" y="10"/>
                </a:cubicBezTo>
                <a:cubicBezTo>
                  <a:pt x="59" y="10"/>
                  <a:pt x="59" y="10"/>
                  <a:pt x="59" y="10"/>
                </a:cubicBezTo>
                <a:cubicBezTo>
                  <a:pt x="59" y="6"/>
                  <a:pt x="59" y="6"/>
                  <a:pt x="59" y="6"/>
                </a:cubicBezTo>
                <a:cubicBezTo>
                  <a:pt x="116" y="0"/>
                  <a:pt x="116" y="0"/>
                  <a:pt x="116" y="0"/>
                </a:cubicBezTo>
                <a:cubicBezTo>
                  <a:pt x="121" y="16"/>
                  <a:pt x="121" y="16"/>
                  <a:pt x="121" y="16"/>
                </a:cubicBezTo>
                <a:cubicBezTo>
                  <a:pt x="113" y="21"/>
                  <a:pt x="113" y="21"/>
                  <a:pt x="113" y="21"/>
                </a:cubicBezTo>
                <a:cubicBezTo>
                  <a:pt x="112" y="24"/>
                  <a:pt x="112" y="24"/>
                  <a:pt x="112" y="24"/>
                </a:cubicBezTo>
                <a:cubicBezTo>
                  <a:pt x="121" y="23"/>
                  <a:pt x="121" y="23"/>
                  <a:pt x="121" y="23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28"/>
                  <a:pt x="121" y="28"/>
                  <a:pt x="121" y="28"/>
                </a:cubicBezTo>
                <a:cubicBezTo>
                  <a:pt x="121" y="34"/>
                  <a:pt x="116" y="39"/>
                  <a:pt x="110" y="39"/>
                </a:cubicBezTo>
                <a:cubicBezTo>
                  <a:pt x="107" y="39"/>
                  <a:pt x="105" y="38"/>
                  <a:pt x="103" y="37"/>
                </a:cubicBezTo>
                <a:cubicBezTo>
                  <a:pt x="101" y="40"/>
                  <a:pt x="97" y="42"/>
                  <a:pt x="93" y="42"/>
                </a:cubicBezTo>
                <a:cubicBezTo>
                  <a:pt x="93" y="42"/>
                  <a:pt x="93" y="42"/>
                  <a:pt x="93" y="42"/>
                </a:cubicBezTo>
                <a:close/>
                <a:moveTo>
                  <a:pt x="5" y="40"/>
                </a:moveTo>
                <a:cubicBezTo>
                  <a:pt x="54" y="30"/>
                  <a:pt x="54" y="30"/>
                  <a:pt x="54" y="30"/>
                </a:cubicBezTo>
                <a:cubicBezTo>
                  <a:pt x="56" y="37"/>
                  <a:pt x="56" y="37"/>
                  <a:pt x="56" y="37"/>
                </a:cubicBezTo>
                <a:cubicBezTo>
                  <a:pt x="6" y="47"/>
                  <a:pt x="6" y="47"/>
                  <a:pt x="6" y="47"/>
                </a:cubicBezTo>
                <a:cubicBezTo>
                  <a:pt x="5" y="40"/>
                  <a:pt x="5" y="40"/>
                  <a:pt x="5" y="40"/>
                </a:cubicBezTo>
                <a:close/>
                <a:moveTo>
                  <a:pt x="56" y="40"/>
                </a:moveTo>
                <a:cubicBezTo>
                  <a:pt x="7" y="49"/>
                  <a:pt x="7" y="49"/>
                  <a:pt x="7" y="49"/>
                </a:cubicBezTo>
                <a:cubicBezTo>
                  <a:pt x="7" y="52"/>
                  <a:pt x="7" y="54"/>
                  <a:pt x="8" y="56"/>
                </a:cubicBezTo>
                <a:cubicBezTo>
                  <a:pt x="16" y="56"/>
                  <a:pt x="23" y="59"/>
                  <a:pt x="29" y="64"/>
                </a:cubicBezTo>
                <a:cubicBezTo>
                  <a:pt x="32" y="79"/>
                  <a:pt x="28" y="104"/>
                  <a:pt x="37" y="111"/>
                </a:cubicBezTo>
                <a:cubicBezTo>
                  <a:pt x="42" y="115"/>
                  <a:pt x="49" y="114"/>
                  <a:pt x="52" y="108"/>
                </a:cubicBezTo>
                <a:cubicBezTo>
                  <a:pt x="57" y="97"/>
                  <a:pt x="44" y="76"/>
                  <a:pt x="42" y="62"/>
                </a:cubicBezTo>
                <a:cubicBezTo>
                  <a:pt x="45" y="54"/>
                  <a:pt x="51" y="49"/>
                  <a:pt x="58" y="46"/>
                </a:cubicBezTo>
                <a:cubicBezTo>
                  <a:pt x="57" y="44"/>
                  <a:pt x="57" y="42"/>
                  <a:pt x="56" y="40"/>
                </a:cubicBezTo>
                <a:close/>
                <a:moveTo>
                  <a:pt x="42" y="98"/>
                </a:moveTo>
                <a:cubicBezTo>
                  <a:pt x="45" y="98"/>
                  <a:pt x="47" y="99"/>
                  <a:pt x="48" y="102"/>
                </a:cubicBezTo>
                <a:cubicBezTo>
                  <a:pt x="48" y="104"/>
                  <a:pt x="47" y="107"/>
                  <a:pt x="44" y="107"/>
                </a:cubicBezTo>
                <a:cubicBezTo>
                  <a:pt x="42" y="108"/>
                  <a:pt x="39" y="106"/>
                  <a:pt x="39" y="104"/>
                </a:cubicBezTo>
                <a:cubicBezTo>
                  <a:pt x="38" y="101"/>
                  <a:pt x="40" y="99"/>
                  <a:pt x="42" y="98"/>
                </a:cubicBezTo>
                <a:close/>
                <a:moveTo>
                  <a:pt x="54" y="26"/>
                </a:moveTo>
                <a:cubicBezTo>
                  <a:pt x="51" y="11"/>
                  <a:pt x="51" y="11"/>
                  <a:pt x="51" y="11"/>
                </a:cubicBezTo>
                <a:cubicBezTo>
                  <a:pt x="50" y="8"/>
                  <a:pt x="46" y="6"/>
                  <a:pt x="42" y="6"/>
                </a:cubicBezTo>
                <a:cubicBezTo>
                  <a:pt x="39" y="7"/>
                  <a:pt x="39" y="7"/>
                  <a:pt x="39" y="7"/>
                </a:cubicBezTo>
                <a:cubicBezTo>
                  <a:pt x="39" y="13"/>
                  <a:pt x="39" y="13"/>
                  <a:pt x="39" y="13"/>
                </a:cubicBezTo>
                <a:cubicBezTo>
                  <a:pt x="36" y="8"/>
                  <a:pt x="36" y="8"/>
                  <a:pt x="36" y="8"/>
                </a:cubicBezTo>
                <a:cubicBezTo>
                  <a:pt x="14" y="12"/>
                  <a:pt x="14" y="12"/>
                  <a:pt x="14" y="12"/>
                </a:cubicBezTo>
                <a:cubicBezTo>
                  <a:pt x="16" y="25"/>
                  <a:pt x="16" y="25"/>
                  <a:pt x="16" y="25"/>
                </a:cubicBezTo>
                <a:cubicBezTo>
                  <a:pt x="16" y="26"/>
                  <a:pt x="16" y="26"/>
                  <a:pt x="16" y="26"/>
                </a:cubicBezTo>
                <a:cubicBezTo>
                  <a:pt x="12" y="12"/>
                  <a:pt x="12" y="12"/>
                  <a:pt x="12" y="12"/>
                </a:cubicBezTo>
                <a:cubicBezTo>
                  <a:pt x="10" y="13"/>
                  <a:pt x="10" y="13"/>
                  <a:pt x="10" y="13"/>
                </a:cubicBezTo>
                <a:cubicBezTo>
                  <a:pt x="12" y="26"/>
                  <a:pt x="12" y="26"/>
                  <a:pt x="12" y="26"/>
                </a:cubicBezTo>
                <a:cubicBezTo>
                  <a:pt x="11" y="26"/>
                  <a:pt x="11" y="26"/>
                  <a:pt x="11" y="26"/>
                </a:cubicBezTo>
                <a:cubicBezTo>
                  <a:pt x="7" y="13"/>
                  <a:pt x="7" y="13"/>
                  <a:pt x="7" y="13"/>
                </a:cubicBezTo>
                <a:cubicBezTo>
                  <a:pt x="3" y="14"/>
                  <a:pt x="0" y="18"/>
                  <a:pt x="1" y="21"/>
                </a:cubicBezTo>
                <a:cubicBezTo>
                  <a:pt x="4" y="36"/>
                  <a:pt x="4" y="36"/>
                  <a:pt x="4" y="36"/>
                </a:cubicBezTo>
                <a:lnTo>
                  <a:pt x="54" y="2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/>
          <p:nvPr>
            <p:custDataLst>
              <p:tags r:id="rId10"/>
            </p:custDataLst>
          </p:nvPr>
        </p:nvSpPr>
        <p:spPr>
          <a:xfrm>
            <a:off x="4975178" y="1627316"/>
            <a:ext cx="923799" cy="92379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椭圆 12"/>
          <p:cNvSpPr/>
          <p:nvPr>
            <p:custDataLst>
              <p:tags r:id="rId11"/>
            </p:custDataLst>
          </p:nvPr>
        </p:nvSpPr>
        <p:spPr>
          <a:xfrm>
            <a:off x="4965816" y="5058980"/>
            <a:ext cx="923799" cy="92379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Freeform 175"/>
          <p:cNvSpPr>
            <a:spLocks noEditPoints="1"/>
          </p:cNvSpPr>
          <p:nvPr>
            <p:custDataLst>
              <p:tags r:id="rId12"/>
            </p:custDataLst>
          </p:nvPr>
        </p:nvSpPr>
        <p:spPr bwMode="auto">
          <a:xfrm>
            <a:off x="5190486" y="5185835"/>
            <a:ext cx="575733" cy="630767"/>
          </a:xfrm>
          <a:custGeom>
            <a:avLst/>
            <a:gdLst>
              <a:gd name="T0" fmla="*/ 165 w 272"/>
              <a:gd name="T1" fmla="*/ 0 h 298"/>
              <a:gd name="T2" fmla="*/ 246 w 272"/>
              <a:gd name="T3" fmla="*/ 47 h 298"/>
              <a:gd name="T4" fmla="*/ 153 w 272"/>
              <a:gd name="T5" fmla="*/ 201 h 298"/>
              <a:gd name="T6" fmla="*/ 108 w 272"/>
              <a:gd name="T7" fmla="*/ 229 h 298"/>
              <a:gd name="T8" fmla="*/ 66 w 272"/>
              <a:gd name="T9" fmla="*/ 232 h 298"/>
              <a:gd name="T10" fmla="*/ 71 w 272"/>
              <a:gd name="T11" fmla="*/ 153 h 298"/>
              <a:gd name="T12" fmla="*/ 165 w 272"/>
              <a:gd name="T13" fmla="*/ 0 h 298"/>
              <a:gd name="T14" fmla="*/ 165 w 272"/>
              <a:gd name="T15" fmla="*/ 0 h 298"/>
              <a:gd name="T16" fmla="*/ 243 w 272"/>
              <a:gd name="T17" fmla="*/ 293 h 298"/>
              <a:gd name="T18" fmla="*/ 248 w 272"/>
              <a:gd name="T19" fmla="*/ 262 h 298"/>
              <a:gd name="T20" fmla="*/ 158 w 272"/>
              <a:gd name="T21" fmla="*/ 260 h 298"/>
              <a:gd name="T22" fmla="*/ 272 w 272"/>
              <a:gd name="T23" fmla="*/ 253 h 298"/>
              <a:gd name="T24" fmla="*/ 272 w 272"/>
              <a:gd name="T25" fmla="*/ 241 h 298"/>
              <a:gd name="T26" fmla="*/ 239 w 272"/>
              <a:gd name="T27" fmla="*/ 239 h 298"/>
              <a:gd name="T28" fmla="*/ 269 w 272"/>
              <a:gd name="T29" fmla="*/ 234 h 298"/>
              <a:gd name="T30" fmla="*/ 257 w 272"/>
              <a:gd name="T31" fmla="*/ 210 h 298"/>
              <a:gd name="T32" fmla="*/ 175 w 272"/>
              <a:gd name="T33" fmla="*/ 201 h 298"/>
              <a:gd name="T34" fmla="*/ 172 w 272"/>
              <a:gd name="T35" fmla="*/ 224 h 298"/>
              <a:gd name="T36" fmla="*/ 208 w 272"/>
              <a:gd name="T37" fmla="*/ 232 h 298"/>
              <a:gd name="T38" fmla="*/ 0 w 272"/>
              <a:gd name="T39" fmla="*/ 243 h 298"/>
              <a:gd name="T40" fmla="*/ 2 w 272"/>
              <a:gd name="T41" fmla="*/ 265 h 298"/>
              <a:gd name="T42" fmla="*/ 137 w 272"/>
              <a:gd name="T43" fmla="*/ 279 h 298"/>
              <a:gd name="T44" fmla="*/ 85 w 272"/>
              <a:gd name="T45" fmla="*/ 281 h 298"/>
              <a:gd name="T46" fmla="*/ 87 w 272"/>
              <a:gd name="T47" fmla="*/ 298 h 298"/>
              <a:gd name="T48" fmla="*/ 243 w 272"/>
              <a:gd name="T49" fmla="*/ 293 h 298"/>
              <a:gd name="T50" fmla="*/ 243 w 272"/>
              <a:gd name="T51" fmla="*/ 293 h 298"/>
              <a:gd name="T52" fmla="*/ 106 w 272"/>
              <a:gd name="T53" fmla="*/ 213 h 298"/>
              <a:gd name="T54" fmla="*/ 137 w 272"/>
              <a:gd name="T55" fmla="*/ 191 h 298"/>
              <a:gd name="T56" fmla="*/ 87 w 272"/>
              <a:gd name="T57" fmla="*/ 163 h 298"/>
              <a:gd name="T58" fmla="*/ 85 w 272"/>
              <a:gd name="T59" fmla="*/ 198 h 298"/>
              <a:gd name="T60" fmla="*/ 106 w 272"/>
              <a:gd name="T61" fmla="*/ 213 h 298"/>
              <a:gd name="T62" fmla="*/ 106 w 272"/>
              <a:gd name="T63" fmla="*/ 213 h 298"/>
              <a:gd name="T64" fmla="*/ 217 w 272"/>
              <a:gd name="T65" fmla="*/ 47 h 298"/>
              <a:gd name="T66" fmla="*/ 142 w 272"/>
              <a:gd name="T67" fmla="*/ 172 h 298"/>
              <a:gd name="T68" fmla="*/ 151 w 272"/>
              <a:gd name="T69" fmla="*/ 177 h 298"/>
              <a:gd name="T70" fmla="*/ 224 w 272"/>
              <a:gd name="T71" fmla="*/ 52 h 298"/>
              <a:gd name="T72" fmla="*/ 217 w 272"/>
              <a:gd name="T73" fmla="*/ 47 h 298"/>
              <a:gd name="T74" fmla="*/ 217 w 272"/>
              <a:gd name="T75" fmla="*/ 47 h 298"/>
              <a:gd name="T76" fmla="*/ 170 w 272"/>
              <a:gd name="T77" fmla="*/ 19 h 298"/>
              <a:gd name="T78" fmla="*/ 97 w 272"/>
              <a:gd name="T79" fmla="*/ 144 h 298"/>
              <a:gd name="T80" fmla="*/ 111 w 272"/>
              <a:gd name="T81" fmla="*/ 153 h 298"/>
              <a:gd name="T82" fmla="*/ 186 w 272"/>
              <a:gd name="T83" fmla="*/ 28 h 298"/>
              <a:gd name="T84" fmla="*/ 170 w 272"/>
              <a:gd name="T85" fmla="*/ 1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272" h="298">
                <a:moveTo>
                  <a:pt x="165" y="0"/>
                </a:moveTo>
                <a:lnTo>
                  <a:pt x="246" y="47"/>
                </a:lnTo>
                <a:lnTo>
                  <a:pt x="153" y="201"/>
                </a:lnTo>
                <a:lnTo>
                  <a:pt x="108" y="229"/>
                </a:lnTo>
                <a:lnTo>
                  <a:pt x="66" y="232"/>
                </a:lnTo>
                <a:lnTo>
                  <a:pt x="71" y="153"/>
                </a:lnTo>
                <a:lnTo>
                  <a:pt x="165" y="0"/>
                </a:lnTo>
                <a:lnTo>
                  <a:pt x="165" y="0"/>
                </a:lnTo>
                <a:close/>
                <a:moveTo>
                  <a:pt x="243" y="293"/>
                </a:moveTo>
                <a:lnTo>
                  <a:pt x="248" y="262"/>
                </a:lnTo>
                <a:lnTo>
                  <a:pt x="158" y="260"/>
                </a:lnTo>
                <a:lnTo>
                  <a:pt x="272" y="253"/>
                </a:lnTo>
                <a:lnTo>
                  <a:pt x="272" y="241"/>
                </a:lnTo>
                <a:lnTo>
                  <a:pt x="239" y="239"/>
                </a:lnTo>
                <a:lnTo>
                  <a:pt x="269" y="234"/>
                </a:lnTo>
                <a:lnTo>
                  <a:pt x="257" y="210"/>
                </a:lnTo>
                <a:lnTo>
                  <a:pt x="175" y="201"/>
                </a:lnTo>
                <a:lnTo>
                  <a:pt x="172" y="224"/>
                </a:lnTo>
                <a:lnTo>
                  <a:pt x="208" y="232"/>
                </a:lnTo>
                <a:lnTo>
                  <a:pt x="0" y="243"/>
                </a:lnTo>
                <a:lnTo>
                  <a:pt x="2" y="265"/>
                </a:lnTo>
                <a:lnTo>
                  <a:pt x="137" y="279"/>
                </a:lnTo>
                <a:lnTo>
                  <a:pt x="85" y="281"/>
                </a:lnTo>
                <a:lnTo>
                  <a:pt x="87" y="298"/>
                </a:lnTo>
                <a:lnTo>
                  <a:pt x="243" y="293"/>
                </a:lnTo>
                <a:lnTo>
                  <a:pt x="243" y="293"/>
                </a:lnTo>
                <a:close/>
                <a:moveTo>
                  <a:pt x="106" y="213"/>
                </a:moveTo>
                <a:lnTo>
                  <a:pt x="137" y="191"/>
                </a:lnTo>
                <a:lnTo>
                  <a:pt x="87" y="163"/>
                </a:lnTo>
                <a:lnTo>
                  <a:pt x="85" y="198"/>
                </a:lnTo>
                <a:lnTo>
                  <a:pt x="106" y="213"/>
                </a:lnTo>
                <a:lnTo>
                  <a:pt x="106" y="213"/>
                </a:lnTo>
                <a:close/>
                <a:moveTo>
                  <a:pt x="217" y="47"/>
                </a:moveTo>
                <a:lnTo>
                  <a:pt x="142" y="172"/>
                </a:lnTo>
                <a:lnTo>
                  <a:pt x="151" y="177"/>
                </a:lnTo>
                <a:lnTo>
                  <a:pt x="224" y="52"/>
                </a:lnTo>
                <a:lnTo>
                  <a:pt x="217" y="47"/>
                </a:lnTo>
                <a:lnTo>
                  <a:pt x="217" y="47"/>
                </a:lnTo>
                <a:close/>
                <a:moveTo>
                  <a:pt x="170" y="19"/>
                </a:moveTo>
                <a:lnTo>
                  <a:pt x="97" y="144"/>
                </a:lnTo>
                <a:lnTo>
                  <a:pt x="111" y="153"/>
                </a:lnTo>
                <a:lnTo>
                  <a:pt x="186" y="28"/>
                </a:lnTo>
                <a:lnTo>
                  <a:pt x="170" y="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Freeform 168"/>
          <p:cNvSpPr>
            <a:spLocks noEditPoints="1"/>
          </p:cNvSpPr>
          <p:nvPr>
            <p:custDataLst>
              <p:tags r:id="rId13"/>
            </p:custDataLst>
          </p:nvPr>
        </p:nvSpPr>
        <p:spPr bwMode="auto">
          <a:xfrm>
            <a:off x="5160852" y="1759049"/>
            <a:ext cx="552451" cy="615951"/>
          </a:xfrm>
          <a:custGeom>
            <a:avLst/>
            <a:gdLst>
              <a:gd name="T0" fmla="*/ 55 w 110"/>
              <a:gd name="T1" fmla="*/ 41 h 123"/>
              <a:gd name="T2" fmla="*/ 75 w 110"/>
              <a:gd name="T3" fmla="*/ 31 h 123"/>
              <a:gd name="T4" fmla="*/ 99 w 110"/>
              <a:gd name="T5" fmla="*/ 86 h 123"/>
              <a:gd name="T6" fmla="*/ 97 w 110"/>
              <a:gd name="T7" fmla="*/ 88 h 123"/>
              <a:gd name="T8" fmla="*/ 101 w 110"/>
              <a:gd name="T9" fmla="*/ 96 h 123"/>
              <a:gd name="T10" fmla="*/ 94 w 110"/>
              <a:gd name="T11" fmla="*/ 99 h 123"/>
              <a:gd name="T12" fmla="*/ 90 w 110"/>
              <a:gd name="T13" fmla="*/ 91 h 123"/>
              <a:gd name="T14" fmla="*/ 87 w 110"/>
              <a:gd name="T15" fmla="*/ 93 h 123"/>
              <a:gd name="T16" fmla="*/ 55 w 110"/>
              <a:gd name="T17" fmla="*/ 41 h 123"/>
              <a:gd name="T18" fmla="*/ 0 w 110"/>
              <a:gd name="T19" fmla="*/ 108 h 123"/>
              <a:gd name="T20" fmla="*/ 3 w 110"/>
              <a:gd name="T21" fmla="*/ 115 h 123"/>
              <a:gd name="T22" fmla="*/ 31 w 110"/>
              <a:gd name="T23" fmla="*/ 105 h 123"/>
              <a:gd name="T24" fmla="*/ 30 w 110"/>
              <a:gd name="T25" fmla="*/ 121 h 123"/>
              <a:gd name="T26" fmla="*/ 110 w 110"/>
              <a:gd name="T27" fmla="*/ 105 h 123"/>
              <a:gd name="T28" fmla="*/ 108 w 110"/>
              <a:gd name="T29" fmla="*/ 98 h 123"/>
              <a:gd name="T30" fmla="*/ 36 w 110"/>
              <a:gd name="T31" fmla="*/ 113 h 123"/>
              <a:gd name="T32" fmla="*/ 55 w 110"/>
              <a:gd name="T33" fmla="*/ 96 h 123"/>
              <a:gd name="T34" fmla="*/ 52 w 110"/>
              <a:gd name="T35" fmla="*/ 89 h 123"/>
              <a:gd name="T36" fmla="*/ 0 w 110"/>
              <a:gd name="T37" fmla="*/ 108 h 123"/>
              <a:gd name="T38" fmla="*/ 60 w 110"/>
              <a:gd name="T39" fmla="*/ 9 h 123"/>
              <a:gd name="T40" fmla="*/ 53 w 110"/>
              <a:gd name="T41" fmla="*/ 36 h 123"/>
              <a:gd name="T42" fmla="*/ 72 w 110"/>
              <a:gd name="T43" fmla="*/ 26 h 123"/>
              <a:gd name="T44" fmla="*/ 66 w 110"/>
              <a:gd name="T45" fmla="*/ 15 h 123"/>
              <a:gd name="T46" fmla="*/ 71 w 110"/>
              <a:gd name="T47" fmla="*/ 12 h 123"/>
              <a:gd name="T48" fmla="*/ 86 w 110"/>
              <a:gd name="T49" fmla="*/ 51 h 123"/>
              <a:gd name="T50" fmla="*/ 93 w 110"/>
              <a:gd name="T51" fmla="*/ 48 h 123"/>
              <a:gd name="T52" fmla="*/ 77 w 110"/>
              <a:gd name="T53" fmla="*/ 5 h 123"/>
              <a:gd name="T54" fmla="*/ 75 w 110"/>
              <a:gd name="T55" fmla="*/ 2 h 123"/>
              <a:gd name="T56" fmla="*/ 72 w 110"/>
              <a:gd name="T57" fmla="*/ 3 h 123"/>
              <a:gd name="T58" fmla="*/ 60 w 110"/>
              <a:gd name="T59" fmla="*/ 9 h 1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10" h="123">
                <a:moveTo>
                  <a:pt x="55" y="41"/>
                </a:moveTo>
                <a:cubicBezTo>
                  <a:pt x="75" y="31"/>
                  <a:pt x="75" y="31"/>
                  <a:pt x="75" y="31"/>
                </a:cubicBezTo>
                <a:cubicBezTo>
                  <a:pt x="99" y="86"/>
                  <a:pt x="99" y="86"/>
                  <a:pt x="99" y="86"/>
                </a:cubicBezTo>
                <a:cubicBezTo>
                  <a:pt x="97" y="88"/>
                  <a:pt x="97" y="88"/>
                  <a:pt x="97" y="88"/>
                </a:cubicBezTo>
                <a:cubicBezTo>
                  <a:pt x="101" y="96"/>
                  <a:pt x="101" y="96"/>
                  <a:pt x="101" y="96"/>
                </a:cubicBezTo>
                <a:cubicBezTo>
                  <a:pt x="94" y="99"/>
                  <a:pt x="94" y="99"/>
                  <a:pt x="94" y="99"/>
                </a:cubicBezTo>
                <a:cubicBezTo>
                  <a:pt x="90" y="91"/>
                  <a:pt x="90" y="91"/>
                  <a:pt x="90" y="91"/>
                </a:cubicBezTo>
                <a:cubicBezTo>
                  <a:pt x="87" y="93"/>
                  <a:pt x="87" y="93"/>
                  <a:pt x="87" y="93"/>
                </a:cubicBezTo>
                <a:cubicBezTo>
                  <a:pt x="55" y="41"/>
                  <a:pt x="55" y="41"/>
                  <a:pt x="55" y="41"/>
                </a:cubicBezTo>
                <a:close/>
                <a:moveTo>
                  <a:pt x="0" y="108"/>
                </a:moveTo>
                <a:cubicBezTo>
                  <a:pt x="3" y="115"/>
                  <a:pt x="3" y="115"/>
                  <a:pt x="3" y="115"/>
                </a:cubicBezTo>
                <a:cubicBezTo>
                  <a:pt x="31" y="105"/>
                  <a:pt x="31" y="105"/>
                  <a:pt x="31" y="105"/>
                </a:cubicBezTo>
                <a:cubicBezTo>
                  <a:pt x="23" y="112"/>
                  <a:pt x="19" y="119"/>
                  <a:pt x="30" y="121"/>
                </a:cubicBezTo>
                <a:cubicBezTo>
                  <a:pt x="44" y="123"/>
                  <a:pt x="110" y="105"/>
                  <a:pt x="110" y="105"/>
                </a:cubicBezTo>
                <a:cubicBezTo>
                  <a:pt x="108" y="98"/>
                  <a:pt x="108" y="98"/>
                  <a:pt x="108" y="98"/>
                </a:cubicBezTo>
                <a:cubicBezTo>
                  <a:pt x="108" y="98"/>
                  <a:pt x="49" y="115"/>
                  <a:pt x="36" y="113"/>
                </a:cubicBezTo>
                <a:cubicBezTo>
                  <a:pt x="33" y="112"/>
                  <a:pt x="55" y="96"/>
                  <a:pt x="55" y="96"/>
                </a:cubicBezTo>
                <a:cubicBezTo>
                  <a:pt x="52" y="89"/>
                  <a:pt x="52" y="89"/>
                  <a:pt x="52" y="89"/>
                </a:cubicBezTo>
                <a:cubicBezTo>
                  <a:pt x="0" y="108"/>
                  <a:pt x="0" y="108"/>
                  <a:pt x="0" y="108"/>
                </a:cubicBezTo>
                <a:close/>
                <a:moveTo>
                  <a:pt x="60" y="9"/>
                </a:moveTo>
                <a:cubicBezTo>
                  <a:pt x="48" y="0"/>
                  <a:pt x="40" y="12"/>
                  <a:pt x="53" y="36"/>
                </a:cubicBezTo>
                <a:cubicBezTo>
                  <a:pt x="72" y="26"/>
                  <a:pt x="72" y="26"/>
                  <a:pt x="72" y="26"/>
                </a:cubicBezTo>
                <a:cubicBezTo>
                  <a:pt x="70" y="21"/>
                  <a:pt x="68" y="18"/>
                  <a:pt x="66" y="15"/>
                </a:cubicBezTo>
                <a:cubicBezTo>
                  <a:pt x="71" y="12"/>
                  <a:pt x="71" y="12"/>
                  <a:pt x="71" y="12"/>
                </a:cubicBezTo>
                <a:cubicBezTo>
                  <a:pt x="86" y="51"/>
                  <a:pt x="86" y="51"/>
                  <a:pt x="86" y="51"/>
                </a:cubicBezTo>
                <a:cubicBezTo>
                  <a:pt x="93" y="48"/>
                  <a:pt x="93" y="48"/>
                  <a:pt x="93" y="48"/>
                </a:cubicBezTo>
                <a:cubicBezTo>
                  <a:pt x="77" y="5"/>
                  <a:pt x="77" y="5"/>
                  <a:pt x="77" y="5"/>
                </a:cubicBezTo>
                <a:cubicBezTo>
                  <a:pt x="75" y="2"/>
                  <a:pt x="75" y="2"/>
                  <a:pt x="75" y="2"/>
                </a:cubicBezTo>
                <a:cubicBezTo>
                  <a:pt x="72" y="3"/>
                  <a:pt x="72" y="3"/>
                  <a:pt x="72" y="3"/>
                </a:cubicBezTo>
                <a:lnTo>
                  <a:pt x="60" y="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zh-CN" altLang="en-US" sz="2400">
              <a:solidFill>
                <a:srgbClr val="E93F3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33"/>
          <p:cNvSpPr txBox="1"/>
          <p:nvPr>
            <p:custDataLst>
              <p:tags r:id="rId14"/>
            </p:custDataLst>
          </p:nvPr>
        </p:nvSpPr>
        <p:spPr>
          <a:xfrm>
            <a:off x="6290996" y="1978313"/>
            <a:ext cx="4076056" cy="4152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8565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09600" defTabSz="1218565">
              <a:defRPr sz="2400"/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algn="just" defTabSz="1219200">
              <a:lnSpc>
                <a:spcPct val="150000"/>
              </a:lnSpc>
              <a:buClrTx/>
              <a:buSzTx/>
              <a:buFontTx/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负责与数据库进行交互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9"/>
          <p:cNvSpPr txBox="1"/>
          <p:nvPr>
            <p:custDataLst>
              <p:tags r:id="rId15"/>
            </p:custDataLst>
          </p:nvPr>
        </p:nvSpPr>
        <p:spPr>
          <a:xfrm>
            <a:off x="6302445" y="1627316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MyBatis-Plus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Box 33"/>
          <p:cNvSpPr txBox="1"/>
          <p:nvPr>
            <p:custDataLst>
              <p:tags r:id="rId16"/>
            </p:custDataLst>
          </p:nvPr>
        </p:nvSpPr>
        <p:spPr>
          <a:xfrm>
            <a:off x="6302375" y="3719830"/>
            <a:ext cx="5239385" cy="830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8565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09600" defTabSz="1218565">
              <a:defRPr sz="2400"/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0" algn="just" defTabSz="1219200">
              <a:lnSpc>
                <a:spcPct val="150000"/>
              </a:lnSpc>
              <a:buClrTx/>
              <a:buSzTx/>
              <a:buFontTx/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负责Bean和事务的管理，对数据持久层的Mapper对象和业务逻辑层的Service对象进行管理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9"/>
          <p:cNvSpPr txBox="1"/>
          <p:nvPr>
            <p:custDataLst>
              <p:tags r:id="rId17"/>
            </p:custDataLst>
          </p:nvPr>
        </p:nvSpPr>
        <p:spPr>
          <a:xfrm>
            <a:off x="6313894" y="3368679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Spring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TextBox 33"/>
          <p:cNvSpPr txBox="1"/>
          <p:nvPr>
            <p:custDataLst>
              <p:tags r:id="rId18"/>
            </p:custDataLst>
          </p:nvPr>
        </p:nvSpPr>
        <p:spPr>
          <a:xfrm>
            <a:off x="6313805" y="5417820"/>
            <a:ext cx="5302885" cy="12465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just" defTabSz="1218565">
              <a:lnSpc>
                <a:spcPts val="1600"/>
              </a:lnSpc>
              <a:defRPr sz="1255">
                <a:solidFill>
                  <a:schemeClr val="tx1">
                    <a:lumMod val="65000"/>
                    <a:lumOff val="3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609600" defTabSz="1218565">
              <a:defRPr sz="2400"/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0" algn="just" defTabSz="1219200">
              <a:lnSpc>
                <a:spcPct val="150000"/>
              </a:lnSpc>
              <a:buClrTx/>
              <a:buSzTx/>
              <a:buFontTx/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负责接收请求，分发给合适的控制器进行处理，并将处理结果返回给客户端。Controller可以直接注入并调用Service对象来执行业务逻辑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1" name="文本框 9"/>
          <p:cNvSpPr txBox="1"/>
          <p:nvPr>
            <p:custDataLst>
              <p:tags r:id="rId19"/>
            </p:custDataLst>
          </p:nvPr>
        </p:nvSpPr>
        <p:spPr>
          <a:xfrm>
            <a:off x="6325343" y="5066990"/>
            <a:ext cx="1981477" cy="3282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Spring MVC</a:t>
            </a:r>
            <a:endParaRPr lang="zh-CN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9"/>
          <p:cNvSpPr txBox="1"/>
          <p:nvPr>
            <p:custDataLst>
              <p:tags r:id="rId20"/>
            </p:custDataLst>
          </p:nvPr>
        </p:nvSpPr>
        <p:spPr>
          <a:xfrm>
            <a:off x="1031875" y="3160395"/>
            <a:ext cx="2356485" cy="130365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>
            <a:noAutofit/>
          </a:bodyPr>
          <a:lstStyle>
            <a:defPPr>
              <a:defRPr lang="zh-CN"/>
            </a:defPPr>
            <a:lvl1pPr defTabSz="1218565">
              <a:spcBef>
                <a:spcPct val="0"/>
              </a:spcBef>
              <a:defRPr cap="all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marL="0" lvl="1" defTabSz="1218565">
              <a:defRPr sz="205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219200" defTabSz="1218565">
              <a:defRPr sz="2400"/>
            </a:lvl3pPr>
            <a:lvl4pPr marL="1828800" defTabSz="1218565">
              <a:defRPr sz="2400"/>
            </a:lvl4pPr>
            <a:lvl5pPr marL="2438400" defTabSz="1218565">
              <a:defRPr sz="2400"/>
            </a:lvl5pPr>
            <a:lvl6pPr marL="3048000" defTabSz="1218565">
              <a:defRPr sz="2400"/>
            </a:lvl6pPr>
            <a:lvl7pPr marL="3657600" defTabSz="1218565">
              <a:defRPr sz="2400"/>
            </a:lvl7pPr>
            <a:lvl8pPr marL="4267200" defTabSz="1218565">
              <a:defRPr sz="2400"/>
            </a:lvl8pPr>
            <a:lvl9pPr marL="4876800" defTabSz="1218565">
              <a:defRPr sz="2400"/>
            </a:lvl9pPr>
          </a:lstStyle>
          <a:p>
            <a:pPr lvl="1"/>
            <a:r>
              <a:rPr lang="zh-CN" altLang="en-US" sz="2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SSM框架整合时，3个框架的分工</a:t>
            </a:r>
            <a:endParaRPr lang="zh-CN" altLang="en-US" sz="2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13.1.1 整合思路 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246505"/>
            <a:ext cx="10335895" cy="4275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在SSM框架整合中，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Spring MVC和MyBatis-Plus没有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交集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，它们通过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Spring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框架作为“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粘合剂”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间接关联起来。对此，整合SSM框架时，可以将Spring分别与MyBatis-Plus及Spring MVC进行整合，以实现SSM框架的整合，整合思路如下。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　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Spring与MyBatis-Plus整合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Spring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负责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管理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MyBatis-Plus的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MybatisSqlSessionFactoryBean、事务管理器、Mapper接口的实例化和注入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。可以通过Spring的配置，将MyBatis-Plus的MybatisSqlSessionFactoryBean交由Spring容器管理，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Mapper接口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则可以通过Spring的扫描机制自动发现并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注入Spring容器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　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Spring与Spring MVC整合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。Spring MVC 作为 Spring 框架的一个模块，它</a:t>
            </a:r>
            <a:r>
              <a:rPr lang="zh-CN" altLang="en-US" sz="18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与 Spring 框架本身紧密集</a:t>
            </a:r>
            <a:r>
              <a:rPr lang="zh-CN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成，使得开发者能够在一个统一的环境中构建整个Web应用程序。对此，只需引入两者的依赖，并分别设置两者对应的配置即可实现Spring与Spring MVC的整合。</a:t>
            </a:r>
            <a:endParaRPr lang="zh-CN" altLang="zh-CN" sz="18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13.1.2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Spring整合MyBatis-Pluss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能够独立实现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Spring整合MyBatis-Plus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13.1.2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Spring整合MyBatis-Pluss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1.引入整合所需的依赖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基于Archetype创建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名称为chapter13-SSM的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Web Maven项目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，在项目的pom.xml中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引入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Spring的依赖、MyBatis-Plus的依赖、Spring和MyBatis整合的依赖等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整合所需的依赖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，具体如文件13-1所示。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7962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8849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文件13-1 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8"/>
                  </a:rPr>
                  <a:t>pom.xml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13.1.2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Spring整合MyBatis-Pluss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2.设置Spring的配置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在项目的src\main\resources目录下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创建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配置文件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application-service.xml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，用于设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置Spring的相关配置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，此处指定Spring扫描的Service包路径，具体代码如文件13-2所示。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7962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8849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文件13-2 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8"/>
                  </a:rPr>
                  <a:t>application-service.xml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13.1.2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Spring整合MyBatis-Pluss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4677410" cy="546735"/>
            <a:chOff x="901662" y="1797999"/>
            <a:chExt cx="1939049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939049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3.Spring和MyBatis</a:t>
              </a:r>
              <a:r>
                <a:rPr lang="en-US"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-Plus</a:t>
              </a:r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整合的配置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34150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Spring和MyBatis的整合包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中提供了一个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SqlSessionFactoryBean类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，该类负责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创建并配置SqlSessionFactory实例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，使得MyBatis能够与Spring框架无缝集成。SqlSessionFactoryBean类允许开发者通过Spring的配置方式来设置数据源、事务管理器、配置文件位置以及其他MyBatis相关设置。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MyBatis-Plus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为了可以更好地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与Spring集成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，提供了一个对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SqlSessionFactoryBean的封装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，即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MybatisSqlSessionFactoryBean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。MybatisSqlSessionFactoryBean在SqlSessionFactoryBean的基础之上，添加了对MyBatis-Plus特性的支持。同时，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Spring和MyBatis的整合包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中还提供了对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Mapper扫描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的Bean，用于将扫描到的Mapper交由Spring管理。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13.1.2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Spring整合MyBatis-Pluss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524635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在项目的src\main\resources目录下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创建配置文件db.properties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，用于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设置数据库连接信息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，具体如文件13-3所示。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7962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8849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文件13-3 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6"/>
                  </a:rPr>
                  <a:t>db.properties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7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13.1.2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Spring整合MyBatis-Pluss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668145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在src\main\resources目录下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创建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配置文件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application-dao.xml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，用于配置S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pring和MyBatis-Plus整合信息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，具体如文件13-4所示。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7962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8849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文件13-4 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6"/>
                  </a:rPr>
                  <a:t>application-dao.xml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7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13.1.2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Spring整合MyBatis-Pluss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34823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4.整合测试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21685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为了能快速测试其整合效果，在此将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12.2.1节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代码生成器生成的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除Controller之外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的其他基础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代码复制到chapter13-SSM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中。为了读者能更好地体验Spring整合MyBatis-Plus后，在Service层注入Mapper对象，并执行Mapper对应的方法，在此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修改BookService接口和BookServiceImpl类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BookService接口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自定义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查询所有图书信息的方法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findAllBooks()方法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BookServiceImpl类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注入BookMapper对象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，重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写findAllBooks()方法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，具体如文件13-5和文件13-6所示。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405366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416253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490018" y="4173967"/>
                <a:ext cx="395097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文件13-5 </a:t>
                </a:r>
                <a:r>
                  <a:rPr lang="en-US" sz="1800">
                    <a:sym typeface="+mn-ea"/>
                  </a:rPr>
                  <a:t>   </a:t>
                </a:r>
                <a:r>
                  <a:rPr sz="1800">
                    <a:sym typeface="+mn-ea"/>
                    <a:hlinkClick r:id="rId8"/>
                  </a:rPr>
                  <a:t>BookService.java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</a:rPr>
                  <a:t>文件13-6 </a:t>
                </a:r>
                <a:r>
                  <a:rPr lang="en-US" sz="1800">
                    <a:sym typeface="+mn-ea"/>
                  </a:rPr>
                  <a:t>    </a:t>
                </a:r>
                <a:r>
                  <a:rPr sz="1800">
                    <a:sym typeface="+mn-ea"/>
                    <a:hlinkClick r:id="rId9"/>
                  </a:rPr>
                  <a:t>BookServiceImpl.java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10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13.1.2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Spring整合MyBatis-Pluss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309370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在项目的src\main\test目录下的java文件夹中，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创建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名称为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BookServiceTest的测试类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，在该测试类中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加载application-service.xml和application-dao.xml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注入BookService对象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调用其findAllBooks()方法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，将查询到的图书信息输出在控制台，如文件13-7所示。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7962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8849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490018" y="4173967"/>
                <a:ext cx="395097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文件13-7 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6"/>
                  </a:rPr>
                  <a:t>BookServiceTest 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7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13.1.2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Spring整合MyBatis-Pluss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309370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运行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文件13-7中的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findAllBooks()方法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，效果如下图所示。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143318" y="2277745"/>
            <a:ext cx="9036607" cy="3024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13.1.3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Spring整合Spring MVC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6743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能够独立实现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Spring整合Spring MVC</a:t>
            </a:r>
            <a:endParaRPr lang="zh-CN" altLang="en-US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13.1.3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Spring整合Spring MVC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823720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1.引入依赖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2385695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在chapter13-SSM项目的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pom.xml</a:t>
            </a:r>
            <a:r>
              <a:rPr lang="zh-CN" altLang="it-IT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文件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中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引入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Spring MVC的依赖和Jackson的依赖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，具体如下所示。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7962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8849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389232"/>
                <a:ext cx="3421380" cy="5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lang="zh-CN" sz="1800">
                    <a:sym typeface="+mn-ea"/>
                    <a:hlinkClick r:id="rId8"/>
                  </a:rPr>
                  <a:t>引入的依赖</a:t>
                </a:r>
                <a:endParaRPr lang="zh-CN"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  <p:sp>
        <p:nvSpPr>
          <p:cNvPr id="100" name="文本框 99"/>
          <p:cNvSpPr txBox="1"/>
          <p:nvPr/>
        </p:nvSpPr>
        <p:spPr>
          <a:xfrm>
            <a:off x="1054735" y="909320"/>
            <a:ext cx="10235565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Spring和Spring MVC的整合比较简单，具体实现如下。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13.1.3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Spring整合Spring MVC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2.Spring的配置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web.xml文件中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配置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Spring的监听器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来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加载Spring容器及Spring的配置文件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，具体配置如下所示。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7962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8849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245722"/>
                <a:ext cx="3421380" cy="5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lang="zh-CN" sz="1800">
                    <a:sym typeface="+mn-ea"/>
                    <a:hlinkClick r:id="rId8"/>
                  </a:rPr>
                  <a:t>配置信息</a:t>
                </a:r>
                <a:endParaRPr lang="zh-CN"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13.1.3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Spring整合Spring MVC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269494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3.Spring MVC的配置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在项目的src\main\resources目录下创建Spring MVC的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配置文件spring-mvc.xml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，在该配置文件中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配置包扫描和注解驱动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，具体如文件13-8所示。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7962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8849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245722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lang="zh-CN" sz="1800">
                    <a:sym typeface="+mn-ea"/>
                  </a:rPr>
                  <a:t>文件13-8 </a:t>
                </a:r>
                <a:endParaRPr lang="zh-CN" sz="1800">
                  <a:sym typeface="+mn-ea"/>
                </a:endParaRPr>
              </a:p>
              <a:p>
                <a:pPr algn="ctr"/>
                <a:r>
                  <a:rPr lang="zh-CN" sz="1800">
                    <a:sym typeface="+mn-ea"/>
                    <a:hlinkClick r:id="rId8"/>
                  </a:rPr>
                  <a:t>spring-mvc.xml</a:t>
                </a:r>
                <a:endParaRPr lang="zh-CN"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13.1.3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Spring整合Spring MVC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381125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web.xml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配置Spring MVC的前端控制器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，并在初始化前端控制器时加载Spring MVC的配置文件，具体如下所示。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33611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44498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5827203" y="4389232"/>
                <a:ext cx="3421380" cy="506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lang="zh-CN" altLang="en-US" sz="1800">
                    <a:sym typeface="+mn-ea"/>
                    <a:hlinkClick r:id="rId6"/>
                  </a:rPr>
                  <a:t>前端控制器配置信息</a:t>
                </a:r>
                <a:endParaRPr lang="zh-CN" altLang="en-US"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7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13.1.3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Spring整合Spring MVC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2980055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4.SSM框架整合测试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在项目chapter13-SSM中创建com.itheima.controller包，在该包中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创建BookController类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，并在BookController类中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注入BookService对象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定义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处理查询所有图书请求的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方法findAllBooks()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。在findAllBooks()中通过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BookService对象调用其findAllBooks()方法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查询所有图书，并将查询结果响应回去。具体如文件13-9所示。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7962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8849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文件13-9 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8"/>
                  </a:rPr>
                  <a:t>BookController.java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13.1.3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Spring整合Spring MVC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452880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在IDEA中将项目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部署到本地Tomcat中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启动项目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，在浏览器中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访问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地址http://localhost:8080/chapter13_SSM_war/book/findAllBooks查询所有图书信息，效果如下图所示。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2" name="图片 -2147482618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486218" y="2854325"/>
            <a:ext cx="7985989" cy="3276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48"/>
          <p:cNvSpPr txBox="1"/>
          <p:nvPr/>
        </p:nvSpPr>
        <p:spPr>
          <a:xfrm>
            <a:off x="5031740" y="3014345"/>
            <a:ext cx="6908800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sz="4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 Boot整合SSM框架</a:t>
            </a:r>
            <a:endParaRPr sz="4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TextBox 48"/>
          <p:cNvSpPr txBox="1"/>
          <p:nvPr/>
        </p:nvSpPr>
        <p:spPr>
          <a:xfrm>
            <a:off x="2134235" y="2997835"/>
            <a:ext cx="1398905" cy="768350"/>
          </a:xfrm>
          <a:prstGeom prst="rect">
            <a:avLst/>
          </a:prstGeom>
          <a:noFill/>
        </p:spPr>
        <p:txBody>
          <a:bodyPr wrap="square" lIns="91443" tIns="45720" rIns="91443" bIns="45720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Source Han Sans K Bold" panose="020B0800000000000000" pitchFamily="34" charset="-128"/>
              </a:rPr>
              <a:t>13.2</a:t>
            </a:r>
            <a:endParaRPr lang="en-US" sz="4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13.2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Spring Boot整合SSM框架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054735" y="1892300"/>
            <a:ext cx="10335895" cy="289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在Java企业级应用开发中，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Spring Boot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凭借其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简洁的配置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强大的自动配置能力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以及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快速的部署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特性，已成为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快速构建微服务和Web应用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的首选框架。与此同时，传统的SSM（Spring、Spring MVC、MyBatis）框架组合凭借其稳健的分层架构设计和广泛的应用经验，在Java企业级应用开发中占据着举足轻重的地位。为了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融合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这两者的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优点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，开发者可以在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Spring Boot项目中集成SSM框架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，打造出既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高效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又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稳定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应用架构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。下面将对Spring Boot整合SSM框架进行讲解。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>
            <p:custDataLst>
              <p:tags r:id="rId2"/>
            </p:custDataLst>
          </p:nvPr>
        </p:nvSpPr>
        <p:spPr>
          <a:xfrm>
            <a:off x="1031240" y="1736090"/>
            <a:ext cx="10427335" cy="3141345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0" name="矩形 93"/>
          <p:cNvSpPr/>
          <p:nvPr>
            <p:custDataLst>
              <p:tags r:id="rId3"/>
            </p:custDataLst>
          </p:nvPr>
        </p:nvSpPr>
        <p:spPr>
          <a:xfrm>
            <a:off x="998855" y="1676400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  <p:sp>
        <p:nvSpPr>
          <p:cNvPr id="41" name="矩形 93"/>
          <p:cNvSpPr/>
          <p:nvPr>
            <p:custDataLst>
              <p:tags r:id="rId4"/>
            </p:custDataLst>
          </p:nvPr>
        </p:nvSpPr>
        <p:spPr>
          <a:xfrm rot="10800000">
            <a:off x="11135360" y="4443730"/>
            <a:ext cx="408305" cy="52451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40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13.2.1 Spring Boot快速入门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640965"/>
            <a:ext cx="5445760" cy="2336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掌握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Spring Boot快速入门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，能够简述Spring Boot的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特性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、Spring Boot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全局配置文件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的配置方式、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构建Spring Boot项目</a:t>
            </a: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的方式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13.2.1 Spring Boot快速入门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054735" y="1461770"/>
            <a:ext cx="10335895" cy="2890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Spring Boot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基于Spring框架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构建的一个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全新框架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，但Spring Boot本身并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不直接提供Spring框架的核心功能或扩展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，而是旨在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简化Spring应用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开发过程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。Spring Boot通过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自动配置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约定优于配置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的原则，与Spring框架紧密结合，并极大地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减少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了开发者在构建Spring应用时所需的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手动配置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工作。Spring Boot涉及的内容较广，下面重点讲解Spring Boot的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快速入门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，包含Spring Boot的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特性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、Spring Boot的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全局配置文件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、Spring Boot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项目的构建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13.2.1 Spring Boot快速入门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Freeform 7"/>
          <p:cNvSpPr>
            <a:spLocks noChangeArrowheads="1"/>
          </p:cNvSpPr>
          <p:nvPr/>
        </p:nvSpPr>
        <p:spPr bwMode="auto">
          <a:xfrm>
            <a:off x="5287434" y="1881917"/>
            <a:ext cx="1384300" cy="1221316"/>
          </a:xfrm>
          <a:custGeom>
            <a:avLst/>
            <a:gdLst>
              <a:gd name="T0" fmla="*/ 2684 w 2684"/>
              <a:gd name="T1" fmla="*/ 2365 h 2365"/>
              <a:gd name="T2" fmla="*/ 1342 w 2684"/>
              <a:gd name="T3" fmla="*/ 0 h 2365"/>
              <a:gd name="T4" fmla="*/ 0 w 2684"/>
              <a:gd name="T5" fmla="*/ 2365 h 2365"/>
              <a:gd name="T6" fmla="*/ 2684 w 2684"/>
              <a:gd name="T7" fmla="*/ 2365 h 2365"/>
              <a:gd name="T8" fmla="*/ 0 60000 65536"/>
              <a:gd name="T9" fmla="*/ 0 60000 65536"/>
              <a:gd name="T10" fmla="*/ 0 60000 65536"/>
              <a:gd name="T11" fmla="*/ 0 60000 65536"/>
              <a:gd name="T12" fmla="*/ 0 w 2684"/>
              <a:gd name="T13" fmla="*/ 0 h 2365"/>
              <a:gd name="T14" fmla="*/ 2684 w 2684"/>
              <a:gd name="T15" fmla="*/ 2365 h 236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84" h="2365">
                <a:moveTo>
                  <a:pt x="2684" y="2365"/>
                </a:moveTo>
                <a:lnTo>
                  <a:pt x="1342" y="0"/>
                </a:lnTo>
                <a:lnTo>
                  <a:pt x="0" y="2365"/>
                </a:lnTo>
                <a:lnTo>
                  <a:pt x="2684" y="2365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p>
            <a:endParaRPr lang="zh-CN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Freeform 8"/>
          <p:cNvSpPr>
            <a:spLocks noChangeArrowheads="1"/>
          </p:cNvSpPr>
          <p:nvPr/>
        </p:nvSpPr>
        <p:spPr bwMode="auto">
          <a:xfrm>
            <a:off x="3915833" y="3103232"/>
            <a:ext cx="1371600" cy="1320800"/>
          </a:xfrm>
          <a:custGeom>
            <a:avLst/>
            <a:gdLst>
              <a:gd name="T0" fmla="*/ 2664 w 2664"/>
              <a:gd name="T1" fmla="*/ 0 h 2553"/>
              <a:gd name="T2" fmla="*/ 0 w 2664"/>
              <a:gd name="T3" fmla="*/ 546 h 2553"/>
              <a:gd name="T4" fmla="*/ 1835 w 2664"/>
              <a:gd name="T5" fmla="*/ 2553 h 2553"/>
              <a:gd name="T6" fmla="*/ 2664 w 2664"/>
              <a:gd name="T7" fmla="*/ 0 h 2553"/>
              <a:gd name="T8" fmla="*/ 0 60000 65536"/>
              <a:gd name="T9" fmla="*/ 0 60000 65536"/>
              <a:gd name="T10" fmla="*/ 0 60000 65536"/>
              <a:gd name="T11" fmla="*/ 0 60000 65536"/>
              <a:gd name="T12" fmla="*/ 0 w 2664"/>
              <a:gd name="T13" fmla="*/ 0 h 2553"/>
              <a:gd name="T14" fmla="*/ 2664 w 2664"/>
              <a:gd name="T15" fmla="*/ 2553 h 255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64" h="2553">
                <a:moveTo>
                  <a:pt x="2664" y="0"/>
                </a:moveTo>
                <a:lnTo>
                  <a:pt x="0" y="546"/>
                </a:lnTo>
                <a:lnTo>
                  <a:pt x="1835" y="2553"/>
                </a:lnTo>
                <a:lnTo>
                  <a:pt x="2664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p>
            <a:endParaRPr lang="zh-CN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Freeform 9"/>
          <p:cNvSpPr>
            <a:spLocks noChangeArrowheads="1"/>
          </p:cNvSpPr>
          <p:nvPr/>
        </p:nvSpPr>
        <p:spPr bwMode="auto">
          <a:xfrm>
            <a:off x="4703234" y="4424033"/>
            <a:ext cx="1274233" cy="1392767"/>
          </a:xfrm>
          <a:custGeom>
            <a:avLst/>
            <a:gdLst>
              <a:gd name="T0" fmla="*/ 305 w 2476"/>
              <a:gd name="T1" fmla="*/ 0 h 2702"/>
              <a:gd name="T2" fmla="*/ 0 w 2476"/>
              <a:gd name="T3" fmla="*/ 2702 h 2702"/>
              <a:gd name="T4" fmla="*/ 2476 w 2476"/>
              <a:gd name="T5" fmla="*/ 1578 h 2702"/>
              <a:gd name="T6" fmla="*/ 305 w 2476"/>
              <a:gd name="T7" fmla="*/ 0 h 2702"/>
              <a:gd name="T8" fmla="*/ 0 60000 65536"/>
              <a:gd name="T9" fmla="*/ 0 60000 65536"/>
              <a:gd name="T10" fmla="*/ 0 60000 65536"/>
              <a:gd name="T11" fmla="*/ 0 60000 65536"/>
              <a:gd name="T12" fmla="*/ 0 w 2476"/>
              <a:gd name="T13" fmla="*/ 0 h 2702"/>
              <a:gd name="T14" fmla="*/ 2476 w 2476"/>
              <a:gd name="T15" fmla="*/ 2702 h 270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76" h="2702">
                <a:moveTo>
                  <a:pt x="305" y="0"/>
                </a:moveTo>
                <a:lnTo>
                  <a:pt x="0" y="2702"/>
                </a:lnTo>
                <a:lnTo>
                  <a:pt x="2476" y="1578"/>
                </a:lnTo>
                <a:lnTo>
                  <a:pt x="305" y="0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p>
            <a:endParaRPr lang="zh-CN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Freeform 10"/>
          <p:cNvSpPr>
            <a:spLocks noChangeArrowheads="1"/>
          </p:cNvSpPr>
          <p:nvPr/>
        </p:nvSpPr>
        <p:spPr bwMode="auto">
          <a:xfrm>
            <a:off x="5977467" y="4424033"/>
            <a:ext cx="1278467" cy="1392767"/>
          </a:xfrm>
          <a:custGeom>
            <a:avLst/>
            <a:gdLst>
              <a:gd name="T0" fmla="*/ 0 w 2476"/>
              <a:gd name="T1" fmla="*/ 1578 h 2702"/>
              <a:gd name="T2" fmla="*/ 2476 w 2476"/>
              <a:gd name="T3" fmla="*/ 2702 h 2702"/>
              <a:gd name="T4" fmla="*/ 2172 w 2476"/>
              <a:gd name="T5" fmla="*/ 0 h 2702"/>
              <a:gd name="T6" fmla="*/ 0 w 2476"/>
              <a:gd name="T7" fmla="*/ 1578 h 2702"/>
              <a:gd name="T8" fmla="*/ 0 60000 65536"/>
              <a:gd name="T9" fmla="*/ 0 60000 65536"/>
              <a:gd name="T10" fmla="*/ 0 60000 65536"/>
              <a:gd name="T11" fmla="*/ 0 60000 65536"/>
              <a:gd name="T12" fmla="*/ 0 w 2476"/>
              <a:gd name="T13" fmla="*/ 0 h 2702"/>
              <a:gd name="T14" fmla="*/ 2476 w 2476"/>
              <a:gd name="T15" fmla="*/ 2702 h 270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476" h="2702">
                <a:moveTo>
                  <a:pt x="0" y="1578"/>
                </a:moveTo>
                <a:lnTo>
                  <a:pt x="2476" y="2702"/>
                </a:lnTo>
                <a:lnTo>
                  <a:pt x="2172" y="0"/>
                </a:lnTo>
                <a:lnTo>
                  <a:pt x="0" y="1578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p>
            <a:endParaRPr lang="zh-CN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Freeform 11"/>
          <p:cNvSpPr>
            <a:spLocks noChangeArrowheads="1"/>
          </p:cNvSpPr>
          <p:nvPr/>
        </p:nvSpPr>
        <p:spPr bwMode="auto">
          <a:xfrm>
            <a:off x="6671733" y="3103232"/>
            <a:ext cx="1371600" cy="1320800"/>
          </a:xfrm>
          <a:custGeom>
            <a:avLst/>
            <a:gdLst>
              <a:gd name="T0" fmla="*/ 830 w 2664"/>
              <a:gd name="T1" fmla="*/ 2553 h 2553"/>
              <a:gd name="T2" fmla="*/ 2664 w 2664"/>
              <a:gd name="T3" fmla="*/ 546 h 2553"/>
              <a:gd name="T4" fmla="*/ 0 w 2664"/>
              <a:gd name="T5" fmla="*/ 0 h 2553"/>
              <a:gd name="T6" fmla="*/ 830 w 2664"/>
              <a:gd name="T7" fmla="*/ 2553 h 2553"/>
              <a:gd name="T8" fmla="*/ 0 60000 65536"/>
              <a:gd name="T9" fmla="*/ 0 60000 65536"/>
              <a:gd name="T10" fmla="*/ 0 60000 65536"/>
              <a:gd name="T11" fmla="*/ 0 60000 65536"/>
              <a:gd name="T12" fmla="*/ 0 w 2664"/>
              <a:gd name="T13" fmla="*/ 0 h 2553"/>
              <a:gd name="T14" fmla="*/ 2664 w 2664"/>
              <a:gd name="T15" fmla="*/ 2553 h 255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64" h="2553">
                <a:moveTo>
                  <a:pt x="830" y="2553"/>
                </a:moveTo>
                <a:lnTo>
                  <a:pt x="2664" y="546"/>
                </a:lnTo>
                <a:lnTo>
                  <a:pt x="0" y="0"/>
                </a:lnTo>
                <a:lnTo>
                  <a:pt x="830" y="2553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txBody>
          <a:bodyPr/>
          <a:p>
            <a:endParaRPr lang="zh-CN" altLang="zh-CN" sz="24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5615947" y="2440717"/>
            <a:ext cx="723899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pPr algn="ctr"/>
            <a:r>
              <a:rPr lang="en-US" altLang="zh-CN" sz="37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01</a:t>
            </a:r>
            <a:endParaRPr lang="zh-CN" altLang="en-US" sz="373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6817783" y="3311225"/>
            <a:ext cx="876300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pPr algn="ctr"/>
            <a:r>
              <a:rPr lang="en-US" altLang="zh-CN" sz="37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02</a:t>
            </a:r>
            <a:endParaRPr lang="zh-CN" altLang="en-US" sz="373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6462183" y="4867929"/>
            <a:ext cx="711200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pPr algn="ctr"/>
            <a:r>
              <a:rPr lang="en-US" altLang="zh-CN" sz="37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03</a:t>
            </a:r>
            <a:endParaRPr lang="zh-CN" altLang="en-US" sz="373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矩形 10"/>
          <p:cNvSpPr>
            <a:spLocks noChangeArrowheads="1"/>
          </p:cNvSpPr>
          <p:nvPr/>
        </p:nvSpPr>
        <p:spPr bwMode="auto">
          <a:xfrm>
            <a:off x="4861984" y="4891816"/>
            <a:ext cx="657952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pPr algn="ctr"/>
            <a:r>
              <a:rPr lang="en-US" altLang="zh-CN" sz="37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04</a:t>
            </a:r>
            <a:endParaRPr lang="zh-CN" altLang="en-US" sz="373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矩形 11"/>
          <p:cNvSpPr>
            <a:spLocks noChangeArrowheads="1"/>
          </p:cNvSpPr>
          <p:nvPr/>
        </p:nvSpPr>
        <p:spPr bwMode="auto">
          <a:xfrm>
            <a:off x="4464051" y="3365699"/>
            <a:ext cx="622564" cy="5744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pPr algn="ctr"/>
            <a:r>
              <a:rPr lang="en-US" altLang="zh-CN" sz="3735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05</a:t>
            </a:r>
            <a:endParaRPr lang="zh-CN" altLang="en-US" sz="3735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TextBox 12"/>
          <p:cNvSpPr>
            <a:spLocks noChangeArrowheads="1"/>
          </p:cNvSpPr>
          <p:nvPr/>
        </p:nvSpPr>
        <p:spPr bwMode="auto">
          <a:xfrm>
            <a:off x="6506634" y="1790013"/>
            <a:ext cx="3429000" cy="959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p>
            <a:pPr algn="l">
              <a:lnSpc>
                <a:spcPct val="130000"/>
              </a:lnSpc>
            </a:pP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开发者通过选择Spring Boot提供的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场景依赖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，即可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快速搭建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一个完整的Spring应用程序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TextBox 13"/>
          <p:cNvSpPr>
            <a:spLocks noChangeArrowheads="1"/>
          </p:cNvSpPr>
          <p:nvPr/>
        </p:nvSpPr>
        <p:spPr bwMode="auto">
          <a:xfrm>
            <a:off x="8185152" y="3312783"/>
            <a:ext cx="2813049" cy="127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内嵌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了Tomcat、Jetty或Undertow等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Web容器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，无需再将应用程序打包为WAR文件并部署到外部容器中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TextBox 14"/>
          <p:cNvSpPr>
            <a:spLocks noChangeArrowheads="1"/>
          </p:cNvSpPr>
          <p:nvPr/>
        </p:nvSpPr>
        <p:spPr bwMode="auto">
          <a:xfrm>
            <a:off x="7497445" y="5241290"/>
            <a:ext cx="3377565" cy="959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开发者只需在项目中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引入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相应的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“starter”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，即可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快速集成所需功能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，无需手动处理库之间的依赖关系</a:t>
            </a:r>
            <a:endParaRPr lang="en-US" altLang="zh-CN" sz="16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TextBox 15"/>
          <p:cNvSpPr>
            <a:spLocks noChangeArrowheads="1"/>
          </p:cNvSpPr>
          <p:nvPr/>
        </p:nvSpPr>
        <p:spPr bwMode="auto">
          <a:xfrm>
            <a:off x="1515534" y="4838899"/>
            <a:ext cx="2810933" cy="959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Spring Boot会根据引入的依赖和项目中的配置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自动配置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应用程序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7" name="TextBox 16"/>
          <p:cNvSpPr>
            <a:spLocks noChangeArrowheads="1"/>
          </p:cNvSpPr>
          <p:nvPr/>
        </p:nvSpPr>
        <p:spPr bwMode="auto">
          <a:xfrm>
            <a:off x="1515534" y="2508450"/>
            <a:ext cx="2810933" cy="9594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Spring Boot提供了多种</a:t>
            </a:r>
            <a:r>
              <a:rPr lang="zh-CN" altLang="en-US" sz="1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生产就绪的特性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，如指标监控、健康检查和外部化配置等</a:t>
            </a:r>
            <a:endParaRPr lang="en-US" altLang="zh-CN" sz="16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TextBox 17"/>
          <p:cNvSpPr>
            <a:spLocks noChangeArrowheads="1"/>
          </p:cNvSpPr>
          <p:nvPr/>
        </p:nvSpPr>
        <p:spPr bwMode="auto">
          <a:xfrm>
            <a:off x="6506845" y="1412240"/>
            <a:ext cx="3626485" cy="276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pPr algn="l"/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快速构建独立的Spring应用</a:t>
            </a: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8" name="TextBox 18"/>
          <p:cNvSpPr>
            <a:spLocks noChangeArrowheads="1"/>
          </p:cNvSpPr>
          <p:nvPr/>
        </p:nvSpPr>
        <p:spPr bwMode="auto">
          <a:xfrm>
            <a:off x="8185150" y="2926080"/>
            <a:ext cx="3020060" cy="276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内嵌Web容器</a:t>
            </a:r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标题内容</a:t>
            </a: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9" name="TextBox 19"/>
          <p:cNvSpPr>
            <a:spLocks noChangeArrowheads="1"/>
          </p:cNvSpPr>
          <p:nvPr/>
        </p:nvSpPr>
        <p:spPr bwMode="auto">
          <a:xfrm>
            <a:off x="7497445" y="4857750"/>
            <a:ext cx="3190240" cy="276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简化的“starter”依赖</a:t>
            </a: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0" name="TextBox 20"/>
          <p:cNvSpPr>
            <a:spLocks noChangeArrowheads="1"/>
          </p:cNvSpPr>
          <p:nvPr/>
        </p:nvSpPr>
        <p:spPr bwMode="auto">
          <a:xfrm>
            <a:off x="1515533" y="4464732"/>
            <a:ext cx="1604136" cy="276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自动配置</a:t>
            </a: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1" name="TextBox 21"/>
          <p:cNvSpPr>
            <a:spLocks noChangeArrowheads="1"/>
          </p:cNvSpPr>
          <p:nvPr/>
        </p:nvSpPr>
        <p:spPr bwMode="auto">
          <a:xfrm>
            <a:off x="1515745" y="2162810"/>
            <a:ext cx="2601595" cy="276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pPr algn="l"/>
            <a:r>
              <a:rPr lang="zh-CN" alt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生产就绪特性</a:t>
            </a: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2" name="TextBox 22"/>
          <p:cNvSpPr>
            <a:spLocks noChangeArrowheads="1"/>
          </p:cNvSpPr>
          <p:nvPr/>
        </p:nvSpPr>
        <p:spPr bwMode="auto">
          <a:xfrm>
            <a:off x="4882515" y="3291840"/>
            <a:ext cx="2094865" cy="1477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p>
            <a:pPr algn="ctr">
              <a:buClrTx/>
              <a:buSzTx/>
              <a:buFontTx/>
            </a:pP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Spring </a:t>
            </a:r>
            <a:endParaRPr lang="zh-CN" altLang="en-US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  <a:p>
            <a:pPr algn="ctr">
              <a:buClrTx/>
              <a:buSzTx/>
              <a:buFontTx/>
            </a:pP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Boot</a:t>
            </a:r>
            <a:endParaRPr lang="zh-CN" altLang="en-US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algn="ctr">
              <a:buClrTx/>
              <a:buSzTx/>
              <a:buFontTx/>
            </a:pPr>
            <a:r>
              <a:rPr lang="zh-CN" altLang="en-US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的特性</a:t>
            </a:r>
            <a:endParaRPr lang="zh-CN" altLang="en-US" b="1">
              <a:latin typeface="Times New Roman" panose="02020603050405020304" charset="0"/>
              <a:ea typeface="宋体" panose="02010600030101010101" pitchFamily="2" charset="-122"/>
            </a:endParaRPr>
          </a:p>
          <a:p>
            <a:pPr algn="ctr"/>
            <a:endParaRPr lang="zh-CN" altLang="en-US" sz="2400" b="1" dirty="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13.2.1 Spring Boot快速入门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054735" y="1533525"/>
            <a:ext cx="10335895" cy="42754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Spring Boot应用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引入启动器依赖后，应用会根据这些依赖提供对应的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自动配置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选项。当应用启动时，这些自动配置选项会根据当前环境决定是否应用，并作为应用的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默认配置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。如果开发者想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修改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这些默认配置的值，可以在Spring Boot的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全局配置文件中设置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全局配置文件在Spring Boot应用中扮演着至关重要的角色，它们允许开发者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对应用的默认配置值进行修改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，以及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自定义配置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。如果全局配置文件中存在与Spring Boot默认自动配置相同的配置项，那么应用将使用全局配置文件中的值来覆盖默认的配置信息。Spring Boot默认支持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application.properties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application.yaml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application.yml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，其中，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application.yaml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application.yml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这两个文件内容和语法完全相同，只是文件扩展名不同。下面对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application.properties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application.yml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这两种全局配置文件进行讲解。</a:t>
            </a:r>
            <a:endParaRPr lang="zh-CN" altLang="en-US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143952" y="105283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 defTabSz="914400">
              <a:buClrTx/>
              <a:buSzTx/>
              <a:buFontTx/>
            </a:pPr>
            <a:r>
              <a:rPr lang="en-US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．Spring Boot的全局配置文件</a:t>
            </a:r>
            <a:endParaRPr sz="1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13.2.1 Spring Boot快速入门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原创设计师QQ598969553          _3"/>
          <p:cNvSpPr/>
          <p:nvPr>
            <p:custDataLst>
              <p:tags r:id="rId2"/>
            </p:custDataLst>
          </p:nvPr>
        </p:nvSpPr>
        <p:spPr>
          <a:xfrm>
            <a:off x="1002665" y="2451100"/>
            <a:ext cx="10163810" cy="3293110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原创设计师QQ598969553          _4"/>
          <p:cNvSpPr/>
          <p:nvPr>
            <p:custDataLst>
              <p:tags r:id="rId3"/>
            </p:custDataLst>
          </p:nvPr>
        </p:nvSpPr>
        <p:spPr>
          <a:xfrm>
            <a:off x="1336040" y="2842260"/>
            <a:ext cx="9486265" cy="2539365"/>
          </a:xfrm>
          <a:prstGeom prst="rect">
            <a:avLst/>
          </a:prstGeom>
        </p:spPr>
        <p:txBody>
          <a:bodyPr wrap="square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application.properties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文件中可以定义Spring Boot项目的相关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属性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，属性通过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键值对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格式进行设置，表示形式为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“Key=Value”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，这些相关属性可以是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系统属性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、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环境变量、命令参数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等信息，也可以是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自定义的属性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。application.properties文件中的属性支持多种类型，常见的有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字面量、数组和集合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，下面分别为这几种类型的属性的写法进行讲解。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1" name="原创设计师QQ598969553          _6"/>
          <p:cNvSpPr/>
          <p:nvPr>
            <p:custDataLst>
              <p:tags r:id="rId4"/>
            </p:custDataLst>
          </p:nvPr>
        </p:nvSpPr>
        <p:spPr>
          <a:xfrm>
            <a:off x="3984625" y="2115185"/>
            <a:ext cx="4335780" cy="708025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原创设计师QQ598969553          _7"/>
          <p:cNvSpPr txBox="1"/>
          <p:nvPr>
            <p:custDataLst>
              <p:tags r:id="rId5"/>
            </p:custDataLst>
          </p:nvPr>
        </p:nvSpPr>
        <p:spPr>
          <a:xfrm>
            <a:off x="3984625" y="2092960"/>
            <a:ext cx="4098925" cy="748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 defTabSz="1216660"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（1）application.properties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 defTabSz="1216660"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全局配置文件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13.2.1 Spring Boot快速入门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343535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字面量类型属性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字面量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是指单个的，不可拆分的值，例如，数字、字符串、布尔值等。在application.properties文件中配置字面量的属性时，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直接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将字面量作为Value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直接写在键值对中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即可，且默认情况下字符串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不需要使用单引号或双引号进行修饰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。示例代码如下。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951230" y="3322320"/>
            <a:ext cx="10191750" cy="10725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6"/>
            </p:custDataLst>
          </p:nvPr>
        </p:nvSpPr>
        <p:spPr>
          <a:xfrm>
            <a:off x="1473200" y="3354705"/>
            <a:ext cx="9897745" cy="69151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address=beijing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age=13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13.2.1 Spring Boot快速入门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309370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如果需要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配置的属性为对象的属性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，可以通过“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对象名.属性名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”的方式指定属性的键。对象中可能包含多个属性，在application.properties文件中为对象的属性赋值时，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一个属性对应一对键值对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，示例代码如下。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951230" y="2891790"/>
            <a:ext cx="10191750" cy="10725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1473200" y="2924175"/>
            <a:ext cx="9897745" cy="69151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user.username=lisi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user.age=18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13.2.1 Spring Boot快速入门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343535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数组类型属性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在application.properties文件中配置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数组类型属性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时，可以将数组元素的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值写在一行内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，元素值之间使用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逗号（,）间隔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，也可以在多行分别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根据索引赋值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，示例代码如下。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951230" y="3107055"/>
            <a:ext cx="10191750" cy="26092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6"/>
            </p:custDataLst>
          </p:nvPr>
        </p:nvSpPr>
        <p:spPr>
          <a:xfrm>
            <a:off x="1473200" y="3139440"/>
            <a:ext cx="9897745" cy="69151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# 方式一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user.hobby=swim,travel,cook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# 方式二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user.hobby[0]=swim2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user.hobby[1]=travel2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user.hobby[2]=cook2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13.2.1 Spring Boot快速入门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02235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在application.properties文件中也可以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配置集合类型的属性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，下面分别演示配置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List、Set、Map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的集合类型属性，示例代码如下。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951230" y="2102485"/>
            <a:ext cx="10191750" cy="441515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1473200" y="2134870"/>
            <a:ext cx="9897745" cy="691515"/>
          </a:xfrm>
          <a:prstGeom prst="rect">
            <a:avLst/>
          </a:prstGeom>
        </p:spPr>
        <p:txBody>
          <a:bodyPr wrap="square">
            <a:noAutofit/>
          </a:bodyPr>
          <a:p>
            <a:pPr indent="0" algn="l" fontAlgn="auto">
              <a:lnSpc>
                <a:spcPct val="11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# 配置List:方式一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indent="0" algn="l" fontAlgn="auto">
              <a:lnSpc>
                <a:spcPct val="11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user.subject=Chinese,English,Math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indent="0" algn="l" fontAlgn="auto">
              <a:lnSpc>
                <a:spcPct val="11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# 配置List:方式二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indent="0" algn="l" fontAlgn="auto">
              <a:lnSpc>
                <a:spcPct val="11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user.subject[0]=Chinese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indent="0" algn="l" fontAlgn="auto">
              <a:lnSpc>
                <a:spcPct val="11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user.subject[1]=English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indent="0" algn="l" fontAlgn="auto">
              <a:lnSpc>
                <a:spcPct val="11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user.subject[2]=Math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indent="0" algn="l" fontAlgn="auto">
              <a:lnSpc>
                <a:spcPct val="11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# 配置Set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indent="0" algn="l" fontAlgn="auto">
              <a:lnSpc>
                <a:spcPct val="11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user.salary=120,230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indent="0" algn="l" fontAlgn="auto">
              <a:lnSpc>
                <a:spcPct val="11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# 配置Map：方式一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indent="0" algn="l" fontAlgn="auto">
              <a:lnSpc>
                <a:spcPct val="11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user.order.1001=cookie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indent="0" algn="l" fontAlgn="auto">
              <a:lnSpc>
                <a:spcPct val="11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user.order.1002=cake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indent="0" algn="l" fontAlgn="auto">
              <a:lnSpc>
                <a:spcPct val="11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# 配置Map：方式二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indent="0" algn="l" fontAlgn="auto">
              <a:lnSpc>
                <a:spcPct val="11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user.order[1001]=cookie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indent="0" algn="l" fontAlgn="auto">
              <a:lnSpc>
                <a:spcPct val="11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user.order[1002]=cake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13.2.1 Spring Boot快速入门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原创设计师QQ598969553          _3"/>
          <p:cNvSpPr/>
          <p:nvPr>
            <p:custDataLst>
              <p:tags r:id="rId2"/>
            </p:custDataLst>
          </p:nvPr>
        </p:nvSpPr>
        <p:spPr>
          <a:xfrm>
            <a:off x="1002665" y="2451100"/>
            <a:ext cx="10163810" cy="3293110"/>
          </a:xfrm>
          <a:prstGeom prst="roundRect">
            <a:avLst>
              <a:gd name="adj" fmla="val 9083"/>
            </a:avLst>
          </a:prstGeom>
          <a:noFill/>
          <a:ln>
            <a:solidFill>
              <a:srgbClr val="ADBAC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原创设计师QQ598969553          _4"/>
          <p:cNvSpPr/>
          <p:nvPr>
            <p:custDataLst>
              <p:tags r:id="rId3"/>
            </p:custDataLst>
          </p:nvPr>
        </p:nvSpPr>
        <p:spPr>
          <a:xfrm>
            <a:off x="1336040" y="2914015"/>
            <a:ext cx="9486265" cy="2539365"/>
          </a:xfrm>
          <a:prstGeom prst="rect">
            <a:avLst/>
          </a:prstGeom>
        </p:spPr>
        <p:txBody>
          <a:bodyPr wrap="square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application.yml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配置文件是使用 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YAML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编写的文件，YAML是YAML Ain't Markup Language的递归缩写。YAML通常用于表示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数据结构和配置信息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，它使用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缩进和外观依赖的方式表示层级关系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，使得配置文件和数据结构的表达相对简洁和易于阅读。YAML支持的数据包括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列表、键值对和字符串、数字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等。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1" name="原创设计师QQ598969553          _6"/>
          <p:cNvSpPr/>
          <p:nvPr>
            <p:custDataLst>
              <p:tags r:id="rId4"/>
            </p:custDataLst>
          </p:nvPr>
        </p:nvSpPr>
        <p:spPr>
          <a:xfrm>
            <a:off x="3984625" y="2115185"/>
            <a:ext cx="4335780" cy="708025"/>
          </a:xfrm>
          <a:prstGeom prst="roundRect">
            <a:avLst/>
          </a:prstGeom>
          <a:solidFill>
            <a:srgbClr val="0070C0"/>
          </a:solidFill>
          <a:ln>
            <a:noFill/>
          </a:ln>
          <a:effectLst>
            <a:outerShdw blurRad="101600" dist="762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rIns="182880" rtlCol="0" anchor="ctr"/>
          <a:p>
            <a:pPr algn="ctr" defTabSz="1450340">
              <a:lnSpc>
                <a:spcPct val="200000"/>
              </a:lnSpc>
            </a:pPr>
            <a:endParaRPr lang="zh-CN" altLang="en-US" sz="120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2" name="原创设计师QQ598969553          _7"/>
          <p:cNvSpPr txBox="1"/>
          <p:nvPr>
            <p:custDataLst>
              <p:tags r:id="rId5"/>
            </p:custDataLst>
          </p:nvPr>
        </p:nvSpPr>
        <p:spPr>
          <a:xfrm>
            <a:off x="3984625" y="2092960"/>
            <a:ext cx="4098925" cy="748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 defTabSz="1216660"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（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）application.yml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 defTabSz="1216660">
              <a:spcBef>
                <a:spcPct val="20000"/>
              </a:spcBef>
              <a:defRPr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全局配置文件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13.2.1 Spring Boot快速入门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原创设计师QQ598969553          _4"/>
          <p:cNvSpPr/>
          <p:nvPr>
            <p:custDataLst>
              <p:tags r:id="rId2"/>
            </p:custDataLst>
          </p:nvPr>
        </p:nvSpPr>
        <p:spPr>
          <a:xfrm>
            <a:off x="995045" y="1550670"/>
            <a:ext cx="10212705" cy="2539365"/>
          </a:xfrm>
          <a:prstGeom prst="rect">
            <a:avLst/>
          </a:prstGeom>
        </p:spPr>
        <p:txBody>
          <a:bodyPr wrap="square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application.yml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配置文件是使用 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YAML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编写的文件，YAML是YAML Ain't Markup 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YAML文件的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后缀名为.yml或.yaml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，编写时需要遵循如下规则。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marL="457200" indent="-457200" algn="just">
              <a:lnSpc>
                <a:spcPct val="150000"/>
              </a:lnSpc>
              <a:buClrTx/>
              <a:buSzTx/>
              <a:buFont typeface="+mj-ea"/>
              <a:buAutoNum type="circleNumDbPlain"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使用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缩进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表示层级关系。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marL="457200" indent="-457200" algn="just">
              <a:lnSpc>
                <a:spcPct val="150000"/>
              </a:lnSpc>
              <a:buClrTx/>
              <a:buSzTx/>
              <a:buFont typeface="+mj-ea"/>
              <a:buAutoNum type="circleNumDbPlain"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缩进时不允许使用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制表符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，只允许使用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空格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marL="457200" indent="-457200" algn="just">
              <a:lnSpc>
                <a:spcPct val="150000"/>
              </a:lnSpc>
              <a:buClrTx/>
              <a:buSzTx/>
              <a:buFont typeface="+mj-ea"/>
              <a:buAutoNum type="circleNumDbPlain"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缩进的空格数不重要，但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同级元素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必须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左侧对齐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marL="457200" indent="-457200" algn="just">
              <a:lnSpc>
                <a:spcPct val="150000"/>
              </a:lnSpc>
              <a:buClrTx/>
              <a:buSzTx/>
              <a:buFont typeface="+mj-ea"/>
              <a:buAutoNum type="circleNumDbPlain"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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大小写敏感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13.2.1 Spring Boot快速入门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2038985"/>
            <a:ext cx="343535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字面量类型属性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2600960"/>
            <a:ext cx="10295890" cy="1337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YAML中，使用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“Key: Value”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的形式表示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一对键值对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，其中Value之前包含一个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英文空格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，并且该空格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不能省略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。在配置字面量类型的属性时，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直接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将字面量作为Value直接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写在键值对中即可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，且默认情况下字符串是不需要使用单引号或双引号的。示例代码如下。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951230" y="4111625"/>
            <a:ext cx="10191750" cy="10725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6"/>
            </p:custDataLst>
          </p:nvPr>
        </p:nvSpPr>
        <p:spPr>
          <a:xfrm>
            <a:off x="1473200" y="4144010"/>
            <a:ext cx="9897745" cy="69151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address: beijing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age: 13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143952" y="1196975"/>
            <a:ext cx="5080000" cy="506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application.yml中常见数据类型的属性如下。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13.2.1 Spring Boot快速入门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452880"/>
            <a:ext cx="10295890" cy="5067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如果需要配置的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属性为对象的属性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，配置的方式有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缩进式和行内式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两种，示例代码如下。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>
            <p:custDataLst>
              <p:tags r:id="rId3"/>
            </p:custDataLst>
          </p:nvPr>
        </p:nvSpPr>
        <p:spPr>
          <a:xfrm>
            <a:off x="951230" y="2317750"/>
            <a:ext cx="10191750" cy="27266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4"/>
            </p:custDataLst>
          </p:nvPr>
        </p:nvSpPr>
        <p:spPr>
          <a:xfrm>
            <a:off x="1473200" y="2350135"/>
            <a:ext cx="9897745" cy="69151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# 缩进式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consumer: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  username: lisi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  age: 18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# 行内式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consumer: {username: lisi,age: 18}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13.2.1 Spring Boot快速入门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106170"/>
            <a:ext cx="343535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数组类型和单列集合属性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668145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当YAML配置文件中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配置的属性为数组类型或单列集合时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，也可以使用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缩进式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写法和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行内式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写法。其中，缩进式写法示例如下。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951230" y="2748280"/>
            <a:ext cx="10191750" cy="227520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6"/>
            </p:custDataLst>
          </p:nvPr>
        </p:nvSpPr>
        <p:spPr>
          <a:xfrm>
            <a:off x="1473200" y="2780665"/>
            <a:ext cx="9897745" cy="2242820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consumer: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  hobby: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    - play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    - read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    - sleep 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4092" y="5070475"/>
            <a:ext cx="5080000" cy="506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行内式写法，示例代码如下。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>
            <p:custDataLst>
              <p:tags r:id="rId7"/>
            </p:custDataLst>
          </p:nvPr>
        </p:nvSpPr>
        <p:spPr>
          <a:xfrm>
            <a:off x="934720" y="5601970"/>
            <a:ext cx="10191750" cy="9632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10" name="矩形 9"/>
          <p:cNvSpPr/>
          <p:nvPr>
            <p:custDataLst>
              <p:tags r:id="rId8"/>
            </p:custDataLst>
          </p:nvPr>
        </p:nvSpPr>
        <p:spPr>
          <a:xfrm>
            <a:off x="1456690" y="5634355"/>
            <a:ext cx="9897745" cy="751840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consumer: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  hobby: [play,read,sleep]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13.2.1 Spring Boot快速入门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106170"/>
            <a:ext cx="343535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Map集合属性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668145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当YAML配置文件中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配置Map集合的属性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时，可以使用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缩进式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写法和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行内式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写法，其中，缩进式写法的示例代码如下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>
            <p:custDataLst>
              <p:tags r:id="rId5"/>
            </p:custDataLst>
          </p:nvPr>
        </p:nvSpPr>
        <p:spPr>
          <a:xfrm>
            <a:off x="951230" y="2748280"/>
            <a:ext cx="10191750" cy="17938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5" name="矩形 4"/>
          <p:cNvSpPr/>
          <p:nvPr>
            <p:custDataLst>
              <p:tags r:id="rId6"/>
            </p:custDataLst>
          </p:nvPr>
        </p:nvSpPr>
        <p:spPr>
          <a:xfrm>
            <a:off x="1473200" y="2780665"/>
            <a:ext cx="9897745" cy="1866900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consumer: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  order: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    1001: cookie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    1002: cake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4092" y="4639945"/>
            <a:ext cx="5080000" cy="506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行内式写法，示例代码如下。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>
            <p:custDataLst>
              <p:tags r:id="rId7"/>
            </p:custDataLst>
          </p:nvPr>
        </p:nvSpPr>
        <p:spPr>
          <a:xfrm>
            <a:off x="934720" y="5171440"/>
            <a:ext cx="10191750" cy="9632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10" name="矩形 9"/>
          <p:cNvSpPr/>
          <p:nvPr>
            <p:custDataLst>
              <p:tags r:id="rId8"/>
            </p:custDataLst>
          </p:nvPr>
        </p:nvSpPr>
        <p:spPr>
          <a:xfrm>
            <a:off x="1456690" y="5203825"/>
            <a:ext cx="9897745" cy="751840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consumer: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  order: {1001: cookie,1002: cake}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13.2.1 Spring Boot快速入门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原创设计师QQ598969553          _4"/>
          <p:cNvSpPr/>
          <p:nvPr>
            <p:custDataLst>
              <p:tags r:id="rId2"/>
            </p:custDataLst>
          </p:nvPr>
        </p:nvSpPr>
        <p:spPr>
          <a:xfrm>
            <a:off x="995045" y="1550670"/>
            <a:ext cx="10212705" cy="3394710"/>
          </a:xfrm>
          <a:prstGeom prst="rect">
            <a:avLst/>
          </a:prstGeom>
        </p:spPr>
        <p:txBody>
          <a:bodyPr wrap="square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Spring Boot项目中</a:t>
            </a:r>
            <a:r>
              <a:rPr lang="it-IT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lt"/>
              </a:rPr>
              <a:t>可以存在多个application.properties或apllication.yml</a:t>
            </a:r>
            <a:r>
              <a:rPr lang="zh-CN" altLang="it-IT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lt"/>
              </a:rPr>
              <a:t>文件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，Spring Boot 启动时会扫描以下5个位置的application.properties和apllication.yml文件。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①　file:./config/*/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②　file:./config/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③　file:./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④　classpath:/config/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⑤　classpath:/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13.2.1 Spring Boot快速入门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原创设计师QQ598969553          _4"/>
          <p:cNvSpPr/>
          <p:nvPr>
            <p:custDataLst>
              <p:tags r:id="rId2"/>
            </p:custDataLst>
          </p:nvPr>
        </p:nvSpPr>
        <p:spPr>
          <a:xfrm>
            <a:off x="995045" y="1550670"/>
            <a:ext cx="10212705" cy="3394710"/>
          </a:xfrm>
          <a:prstGeom prst="rect">
            <a:avLst/>
          </a:prstGeom>
        </p:spPr>
        <p:txBody>
          <a:bodyPr wrap="square">
            <a:noAutofit/>
          </a:bodyPr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加载多个application.properties或apllication.yml文件时，文件中的配置则会根据文件的位置划分</a:t>
            </a:r>
            <a:r>
              <a:rPr lang="it-IT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lt"/>
              </a:rPr>
              <a:t>优先级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，优先级规则如下。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①　上述1~5位置</a:t>
            </a:r>
            <a:r>
              <a:rPr lang="zh-CN" altLang="en-US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</a:t>
            </a:r>
            <a:r>
              <a:rPr lang="it-IT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lt"/>
              </a:rPr>
              <a:t>文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lt"/>
              </a:rPr>
              <a:t>件配置的</a:t>
            </a:r>
            <a:r>
              <a:rPr lang="it-IT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lt"/>
              </a:rPr>
              <a:t>优先级依次降低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，序号越小优先级越高。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②　位于相同位置的</a:t>
            </a:r>
            <a:r>
              <a:rPr lang="it-IT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lt"/>
              </a:rPr>
              <a:t>application.properties的优先级高于application.yml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</a:t>
            </a:r>
            <a:r>
              <a:rPr lang="it-IT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lt"/>
              </a:rPr>
              <a:t>application.yml高于application.yaml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  <a:p>
            <a:pPr algn="just">
              <a:lnSpc>
                <a:spcPct val="150000"/>
              </a:lnSpc>
              <a:buClrTx/>
              <a:buSzTx/>
              <a:buFontTx/>
            </a:pP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加载多个文件中的配置时，如果存在相同的配置内容，</a:t>
            </a:r>
            <a:r>
              <a:rPr lang="it-IT" altLang="zh-CN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+mn-lt"/>
              </a:rPr>
              <a:t>高优先级的内容会覆盖低优先级的内容</a:t>
            </a:r>
            <a:r>
              <a:rPr lang="en-US" altLang="zh-CN" sz="2000" dirty="0" err="1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。存在不同的配置内容时，对配置内容取并集。</a:t>
            </a:r>
            <a:endParaRPr lang="en-US" altLang="zh-CN" sz="2000" dirty="0" err="1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13.2.1 Spring Boot快速入门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054735" y="1533525"/>
            <a:ext cx="10335895" cy="15055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Spring Boot项目可以通过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多种方式构建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，其中最常见的两种方式是通过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Spring Initializr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自动生成项目结构和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手动创建Maven项目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并添加必要的依赖的方式，下面对这两种方式进行说明。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143952" y="1052830"/>
            <a:ext cx="5080000" cy="3683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l" defTabSz="914400">
              <a:buClrTx/>
              <a:buSzTx/>
              <a:buFontTx/>
            </a:pPr>
            <a:r>
              <a:rPr lang="en-US"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3. </a:t>
            </a:r>
            <a:r>
              <a:rPr sz="18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Spring Boot项目的构建</a:t>
            </a:r>
            <a:endParaRPr sz="18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3258820"/>
            <a:ext cx="499618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3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4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(1)基于Spring Initializr构建Spring Boot项目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5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1109980" y="3813175"/>
            <a:ext cx="10335895" cy="1967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Spring Initializr 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是一个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在线的 Spring Boot 项目生成器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，它可以帮助开发者快速生成一个新的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Spring Boot项目的基础结构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，读者可以在项目初始化之前对项目所需要的依赖进行选择。使用Spring Initializr方式构建Spring Boot项目时，需要确保所在主机处于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联网状态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下，否则将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构建失败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。在IDEA中基于Spring Initializr构建Spring Boot项目的操作如下。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13.2.1 Spring Boot快速入门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054735" y="1318260"/>
            <a:ext cx="5088255" cy="2531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启动IDEA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后，在IDEA欢迎页面依次选择“Project”→“New Project”创建项目，在弹出的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对话框中选择左侧“Spring Initializr”选项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，具体如图所示。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-214748261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167120" y="1269048"/>
            <a:ext cx="5448652" cy="5004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13.2.1 Spring Boot快速入门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054735" y="1318260"/>
            <a:ext cx="5088255" cy="2531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Type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Maven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的项目构建工具，并填写好创建项目的其他信息后，单击“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Next”按钮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，进入Spring Boot项目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场景依赖选择界面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，具体如图所示。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-214748261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167120" y="1317943"/>
            <a:ext cx="5370254" cy="4932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13.2.1 Spring Boot快速入门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0" name="TextBox 35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1054735" y="1318260"/>
            <a:ext cx="5088255" cy="25317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 anchor="t">
            <a:no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在Spring Boot项目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场景依赖选择界面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可以选择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项目需要使用的技术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集，勾选对应的依赖即可。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例如，项目中想要添加</a:t>
            </a:r>
            <a:r>
              <a:rPr lang="zh-CN" altLang="en-US" sz="20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Spring MVC</a:t>
            </a:r>
            <a:r>
              <a:rPr lang="zh-CN" altLang="zh-CN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，可以勾选Web类别下的Spring Web，创建项目时就会添加Spring Web的依赖，具体如图所示。</a:t>
            </a:r>
            <a:endParaRPr lang="zh-CN" altLang="zh-CN" sz="200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-214748261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239193" y="1197610"/>
            <a:ext cx="5388332" cy="4680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13.2.1 Spring Boot快速入门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309370"/>
            <a:ext cx="1029589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使用Spring Initializr方式构建的Spring Boot项目中会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默认生成一些文件和文件夹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，如项目的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启动类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application.properties全局配置文件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pom.xml文件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static为静态资源文件夹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templates模板页面文件夹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。其中，pom.xml文件中会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自动引入依赖选择界面中勾选的依赖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项目的启动类中可以定义启动项目的方法，示例如下。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967740" y="3195320"/>
            <a:ext cx="10191750" cy="26981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1489710" y="3227705"/>
            <a:ext cx="9897745" cy="184848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@SpringBootApplication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public class Chapter13Application {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    public static void main(String[] args) {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        SpringApplication.run(Chapter13Application.class, args);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    }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50000"/>
              </a:lnSpc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}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13.2.1 Spring Boot快速入门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5016500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(2)手动创建Maven项目构建Spring Boot项目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42462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基于Spring Initializr方式构建Spring Boot项目非常便捷，但是如果当前主机不能联网，这种方式就无法正常使用。如果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构建项目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所需要使用的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组件和依赖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本地Maven仓库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中已经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存在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，则可以使用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手动创建Maven项目构建Spring Boot项目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，这种方式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无需联网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也可以构建Spring Boot项目。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手动创建Maven项目构建Spring Boot项目时，只需创建Maven项目后，在项目的pom.xml文件中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引入Spring Boot对应的依赖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编写项目启动类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即可。为了简化依赖配置，让开发者能够快速引入一组相互依赖的库来实现特定功能，而无需手动添加和管理每一个单独的依赖，Spring Boot将用于实现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特定功能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一系列依赖及其配置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封装到一个特色的组件中，这种特色的组件称为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启动器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13.2.1 Spring Boot快速入门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309370"/>
            <a:ext cx="10295890" cy="1476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Spring Boot官方提供了大量的启动器，其名称基本都是通过“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spring-boot-starter-技术名称”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这样的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格式命名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，通过启动器的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名称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通常可以知道它所提供的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功能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zh-CN" altLang="en-US" sz="20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常见的Spring Boot应用程序启动器如下。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3"/>
            </p:custDataLst>
          </p:nvPr>
        </p:nvGraphicFramePr>
        <p:xfrm>
          <a:off x="1014730" y="2812415"/>
          <a:ext cx="10365740" cy="3047365"/>
        </p:xfrm>
        <a:graphic>
          <a:graphicData uri="http://schemas.openxmlformats.org/drawingml/2006/table">
            <a:tbl>
              <a:tblPr/>
              <a:tblGrid>
                <a:gridCol w="4034155"/>
                <a:gridCol w="6331585"/>
              </a:tblGrid>
              <a:tr h="47752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名称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66103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spring-boot-starter-thymeleaf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使用Thymeleaf模板引擎构造MVC Web应用程序的启动器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95440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spring-boot-starter-web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构建</a:t>
                      </a:r>
                      <a:r>
                        <a:rPr lang="en-US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Web</a:t>
                      </a: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应用的启动器，该启动器默认情况下会自动嵌入</a:t>
                      </a:r>
                      <a:r>
                        <a:rPr lang="en-US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Tomcat</a:t>
                      </a: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作为</a:t>
                      </a:r>
                      <a:r>
                        <a:rPr lang="en-US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Servlet</a:t>
                      </a: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容器，并配置</a:t>
                      </a:r>
                      <a:r>
                        <a:rPr lang="en-US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Spring MVC</a:t>
                      </a:r>
                      <a:endParaRPr lang="en-US" altLang="zh-CN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95440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spring-boot-starter-test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包含常用测试库的启动器，包括Junit、Hamcrest、Mockito以及spring-test模块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13.2.1 Spring Boot快速入门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1014730" y="1592580"/>
          <a:ext cx="10365740" cy="3504565"/>
        </p:xfrm>
        <a:graphic>
          <a:graphicData uri="http://schemas.openxmlformats.org/drawingml/2006/table">
            <a:tbl>
              <a:tblPr/>
              <a:tblGrid>
                <a:gridCol w="3695700"/>
                <a:gridCol w="6670040"/>
              </a:tblGrid>
              <a:tr h="52133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名称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89852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spring-boot-starter-jdbc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结合JDBC和HikariCP连接池的启动器，对数据源自动装配，并提供JdbcTemplate简化数据库操作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04267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spring-boot-starter-data-jpa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提供JPA（Java Persistence API，Java持久层API）支持的启动器，通常与数据库操作相关，使用Hibernate作为默认实现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042035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spring-boot-starter-data-redis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提供Redis支持的启动器，用于构建基于Redis的缓存和消息代理应用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13.2.1 Spring Boot快速入门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1014730" y="1449070"/>
          <a:ext cx="10365740" cy="3651885"/>
        </p:xfrm>
        <a:graphic>
          <a:graphicData uri="http://schemas.openxmlformats.org/drawingml/2006/table">
            <a:tbl>
              <a:tblPr/>
              <a:tblGrid>
                <a:gridCol w="3599815"/>
                <a:gridCol w="6765925"/>
              </a:tblGrid>
              <a:tr h="52006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名称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说明</a:t>
                      </a:r>
                      <a:endParaRPr lang="en-US" altLang="en-US" sz="1800" b="1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03886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spring-boot-starter-activemq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用于集成</a:t>
                      </a:r>
                      <a:r>
                        <a:rPr lang="en-US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Apache ActiveMQ</a:t>
                      </a: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消息中间件的启动器</a:t>
                      </a: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，ActiveMQ 是一个流行的开源消息代理，用于在应用程序之间发送和接收消息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03886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spring-boot-starter-security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用于集成</a:t>
                      </a:r>
                      <a:r>
                        <a:rPr lang="en-US" altLang="zh-CN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Spring Security</a:t>
                      </a: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的启动器</a:t>
                      </a: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，Spring Security 是一个强大的安全框架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105410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spring-boot-starter-dubbo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zh-CN" altLang="en-US" sz="1800" b="0" dirty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提供了Dubbo自动配置和依赖项的启动器，Dubbo是一个用于构建高效、可靠和可扩展的分布式系统</a:t>
                      </a:r>
                      <a:endParaRPr lang="zh-CN" altLang="en-US" sz="1800" b="0" dirty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vert="horz" anchor="ctr" anchorCtr="0">
                    <a:lnL w="12700">
                      <a:solidFill>
                        <a:schemeClr val="bg1"/>
                      </a:solidFill>
                      <a:prstDash val="solid"/>
                    </a:lnL>
                    <a:lnR w="12700">
                      <a:solidFill>
                        <a:schemeClr val="bg1"/>
                      </a:solidFill>
                      <a:prstDash val="solid"/>
                    </a:lnR>
                    <a:lnT w="12700">
                      <a:solidFill>
                        <a:schemeClr val="bg1"/>
                      </a:solidFill>
                      <a:prstDash val="solid"/>
                    </a:lnT>
                    <a:lnB w="12700">
                      <a:solidFill>
                        <a:schemeClr val="bg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13.2.1 Spring Boot快速入门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309370"/>
            <a:ext cx="10295890" cy="28613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需要说明的是，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Spring Boot官方并不是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针对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所有场景开发的技术都提供了启动器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，例如，MyBatis、MyBatis-Plus、Druid等，Spring Boot官方就没有提供对应的启动器。为了充分利用Spring Boot框架的优势，一些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技术厂商主动</a:t>
            </a:r>
            <a:r>
              <a:rPr lang="zh-CN" altLang="it-IT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将自家的框架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与Spring Boot框架进行了整合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，实现了各自的依赖启动器，例如，MyBatis提供的启动器mybatis-spring-boot-starter、MyBatis-Plus提供的启动器mybatis-plus-boot-starter。不过在项目pom.xml文件中引入这些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第三方的启动器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时，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需要自行配置对应的依赖版本号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13.2.1 Spring Boot快速入门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309370"/>
            <a:ext cx="10295890" cy="42462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为了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快速构建和配置Spring Boot应用程序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，Spring Boot不仅提供了大量的启动器，还提供了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spring-boot-starter-parent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，spring-boot-starter-parent是一个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Maven的父pom.xml文件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，它为Spring Boot应用提供了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多种技术默认的配置、依赖管理和最佳实践指导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，通过继承spring-boot-starter-parent，开发者可以在Spring Boot项目中继承到这些默认配置和依赖管理，从而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简化项目的构建和配置过程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虽然spring-boot-starter-parent名字里带有starter，但实际上它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和启动器的功能却不相同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，spring-boot-starter-parent中定义了很多个常见组件或框架的依赖版本号，组合成一套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最优搭配的技术版本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，可以更方便统一管理依赖的版本，也减少了依赖的冲突。而普通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starter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通过一个单一的依赖来自动包含一组相关的依赖，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减少依赖配置的书写量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13.2.1 Spring Boot快速入门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993775" y="1309370"/>
            <a:ext cx="10295890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在Maven项目的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pom.xml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继承spring-boot-starter-parent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</a:t>
            </a:r>
            <a:r>
              <a:rPr lang="it-IT" altLang="zh-CN" sz="20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引入启动器</a:t>
            </a:r>
            <a:r>
              <a:rPr lang="zh-CN" altLang="en-US" sz="20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的示例如下。</a:t>
            </a:r>
            <a:endParaRPr lang="zh-CN" altLang="en-US" sz="20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967740" y="2047240"/>
            <a:ext cx="10191750" cy="45345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endParaRPr lang="zh-CN" altLang="en-US" sz="32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4"/>
            </p:custDataLst>
          </p:nvPr>
        </p:nvSpPr>
        <p:spPr>
          <a:xfrm>
            <a:off x="1489710" y="2079625"/>
            <a:ext cx="9897745" cy="4502150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&lt;parent&gt;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	&lt;groupId&gt;org.springframework.boot&lt;/groupId&gt;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	&lt;artifactId&gt;spring-boot-starter-parent&lt;/artifactId&gt;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	&lt;version&gt;3.2.5&lt;/version&gt;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	&lt;relativePath/&gt;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&lt;/parent&gt;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&lt;dependencies&gt;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	&lt;dependency&gt;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		&lt;groupId&gt;org.springframework.boot&lt;/groupId&gt;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		&lt;artifactId&gt;spring-boot-starter-web&lt;/artifactId&gt;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	&lt;/dependency&gt;</a:t>
            </a:r>
            <a:endParaRPr sz="1800">
              <a:latin typeface="Courier New" panose="02070309020205020404" pitchFamily="49" charset="0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sz="1800">
                <a:latin typeface="Courier New" panose="02070309020205020404" pitchFamily="49" charset="0"/>
                <a:sym typeface="+mn-ea"/>
              </a:rPr>
              <a:t>&lt;/dependencies&gt;</a:t>
            </a:r>
            <a:endParaRPr sz="1800">
              <a:latin typeface="Courier New" panose="02070309020205020404" pitchFamily="49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13.2.2 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整合实现</a:t>
            </a:r>
            <a:endParaRPr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44855" y="2215827"/>
            <a:ext cx="2797737" cy="3896754"/>
          </a:xfrm>
          <a:prstGeom prst="rect">
            <a:avLst/>
          </a:prstGeom>
        </p:spPr>
      </p:pic>
      <p:sp>
        <p:nvSpPr>
          <p:cNvPr id="7" name="TextBox 35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47306" y="1638836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形标注 7"/>
          <p:cNvSpPr/>
          <p:nvPr>
            <p:custDataLst>
              <p:tags r:id="rId4"/>
            </p:custDataLst>
          </p:nvPr>
        </p:nvSpPr>
        <p:spPr>
          <a:xfrm>
            <a:off x="2968547" y="1560761"/>
            <a:ext cx="2071316" cy="1492941"/>
          </a:xfrm>
          <a:prstGeom prst="wedgeEllipseCallout">
            <a:avLst/>
          </a:prstGeom>
          <a:solidFill>
            <a:schemeClr val="bg1">
              <a:lumMod val="85000"/>
            </a:schemeClr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9" name="TextBox 35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14803" y="1698161"/>
            <a:ext cx="1606508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20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先定一个</a:t>
            </a:r>
            <a:r>
              <a:rPr lang="zh-CN" altLang="en-US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小目标！</a:t>
            </a:r>
            <a:endParaRPr lang="zh-CN" altLang="en-US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35"/>
          <p:cNvSpPr txBox="1"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5815965" y="2927985"/>
            <a:ext cx="5445760" cy="1228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7" tIns="60948" rIns="121897" bIns="6094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能够独立实现</a:t>
            </a:r>
            <a:r>
              <a:rPr lang="zh-CN" altLang="en-US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Spring Boot整合SSM框架</a:t>
            </a:r>
            <a:endParaRPr lang="zh-CN" altLang="en-US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13.2.2 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整合实现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3612515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1.创建项目和引入依赖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在IDEA中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创建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一个名称为chapter13-springboot的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Maven项目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，在项目的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pom.xml文件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引入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Spring Boot的和集成SSM框架的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依赖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，具体如文件13-10所示。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7962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8849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文件13-10 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8"/>
                  </a:rPr>
                  <a:t>pom.xml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13.2.2 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整合实现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3612515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2.设置配置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在项目的resources目录下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创建application.yml文件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，在该文件中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指定数据库连接信息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，具体如文件13-11所示。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7962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8849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文件13-11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8"/>
                  </a:rPr>
                  <a:t>application.yml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13.2.2 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整合实现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3612515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3.导入业务代码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为了可以快速测试整合后的效果，在此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将chapter13-SSM项目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中src/main/java目录下的所有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包和类复制到chapter13-springboot项目的src/main/java目录下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13.2.2 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整合实现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3612515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4.创建项目启动类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在src/main/java目录的com.itheima包下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创建项目启动类Chapter13Application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，并在启动类上方使用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@MapperScan注解指定扫描对应路径的Mapper交由Spring管理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，具体如文件13-12所示。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2" name="图片 11" descr="图片包含 形状&#10;&#10;描述已自动生成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980" y="3479623"/>
            <a:ext cx="2232248" cy="2232248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5388978" y="3588497"/>
            <a:ext cx="4098250" cy="2542123"/>
            <a:chOff x="5478588" y="3498327"/>
            <a:chExt cx="4098250" cy="2542123"/>
          </a:xfrm>
        </p:grpSpPr>
        <p:grpSp>
          <p:nvGrpSpPr>
            <p:cNvPr id="14" name="组合 13"/>
            <p:cNvGrpSpPr/>
            <p:nvPr/>
          </p:nvGrpSpPr>
          <p:grpSpPr>
            <a:xfrm>
              <a:off x="5478588" y="3498327"/>
              <a:ext cx="4073003" cy="2163715"/>
              <a:chOff x="5478588" y="3498327"/>
              <a:chExt cx="4073003" cy="2163715"/>
            </a:xfrm>
          </p:grpSpPr>
          <p:sp>
            <p:nvSpPr>
              <p:cNvPr id="16" name="文本框 1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5827203" y="4173967"/>
                <a:ext cx="3421380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20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ea"/>
                    <a:cs typeface="+mn-ea"/>
                  </a:defRPr>
                </a:lvl1pPr>
              </a:lstStyle>
              <a:p>
                <a:pPr algn="ctr"/>
                <a:r>
                  <a:rPr sz="1800">
                    <a:sym typeface="+mn-ea"/>
                  </a:rPr>
                  <a:t>文件13-12</a:t>
                </a:r>
                <a:endParaRPr sz="1800">
                  <a:sym typeface="+mn-ea"/>
                </a:endParaRPr>
              </a:p>
              <a:p>
                <a:pPr algn="ctr"/>
                <a:r>
                  <a:rPr sz="1800">
                    <a:sym typeface="+mn-ea"/>
                    <a:hlinkClick r:id="rId8"/>
                  </a:rPr>
                  <a:t>Chapter13Application.java</a:t>
                </a:r>
                <a:endParaRPr sz="1800">
                  <a:sym typeface="+mn-ea"/>
                </a:endParaRPr>
              </a:p>
            </p:txBody>
          </p:sp>
          <p:sp>
            <p:nvSpPr>
              <p:cNvPr id="17" name="圆角矩形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5478589" y="3504286"/>
                <a:ext cx="4073002" cy="2157756"/>
              </a:xfrm>
              <a:prstGeom prst="roundRect">
                <a:avLst>
                  <a:gd name="adj" fmla="val 3179"/>
                </a:avLst>
              </a:prstGeom>
              <a:noFill/>
              <a:ln>
                <a:solidFill>
                  <a:srgbClr val="36373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5478588" y="3498327"/>
                <a:ext cx="4073002" cy="369332"/>
              </a:xfrm>
              <a:prstGeom prst="rect">
                <a:avLst/>
              </a:prstGeom>
              <a:solidFill>
                <a:srgbClr val="363736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zh-CN" altLang="en-US" sz="1800" dirty="0">
                    <a:solidFill>
                      <a:srgbClr val="FACA4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 代 码</a:t>
                </a:r>
                <a:endParaRPr kumimoji="1" lang="zh-CN" altLang="en-US" sz="1800" dirty="0">
                  <a:solidFill>
                    <a:srgbClr val="FACA4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pic>
          <p:nvPicPr>
            <p:cNvPr id="15" name="图形 14" descr="触控屏 纯色填充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662438" y="5126050"/>
              <a:ext cx="914400" cy="91440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>
            <p:custDataLst>
              <p:tags r:id="rId1"/>
            </p:custDataLst>
          </p:nvPr>
        </p:nvSpPr>
        <p:spPr>
          <a:xfrm>
            <a:off x="1143635" y="266700"/>
            <a:ext cx="6576695" cy="506095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13.2.2 </a:t>
            </a:r>
            <a:r>
              <a:rPr 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</a:t>
            </a:r>
            <a:r>
              <a:rPr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整合实现</a:t>
            </a:r>
            <a:endParaRPr lang="zh-CN" altLang="en-US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38530" y="1321435"/>
            <a:ext cx="3612515" cy="546735"/>
            <a:chOff x="901662" y="1797999"/>
            <a:chExt cx="1721506" cy="546735"/>
          </a:xfrm>
        </p:grpSpPr>
        <p:sp>
          <p:nvSpPr>
            <p:cNvPr id="3" name="矩形: 圆角 6"/>
            <p:cNvSpPr/>
            <p:nvPr>
              <p:custDataLst>
                <p:tags r:id="rId2"/>
              </p:custDataLst>
            </p:nvPr>
          </p:nvSpPr>
          <p:spPr>
            <a:xfrm>
              <a:off x="979455" y="1813239"/>
              <a:ext cx="1536200" cy="461645"/>
            </a:xfrm>
            <a:prstGeom prst="roundRect">
              <a:avLst>
                <a:gd name="adj" fmla="val 50000"/>
              </a:avLst>
            </a:prstGeom>
            <a:solidFill>
              <a:srgbClr val="005DA2"/>
            </a:solidFill>
            <a:ln>
              <a:noFill/>
            </a:ln>
            <a:effectLst>
              <a:outerShdw blurRad="190500" dist="38100" dir="5400000" algn="t" rotWithShape="0">
                <a:prstClr val="black">
                  <a:alpha val="1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>
                <a:solidFill>
                  <a:schemeClr val="lt1"/>
                </a:solidFill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文本框 3"/>
            <p:cNvSpPr txBox="1"/>
            <p:nvPr>
              <p:custDataLst>
                <p:tags r:id="rId3"/>
              </p:custDataLst>
            </p:nvPr>
          </p:nvSpPr>
          <p:spPr>
            <a:xfrm>
              <a:off x="901662" y="1797999"/>
              <a:ext cx="1721506" cy="54673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algn="ctr">
                <a:lnSpc>
                  <a:spcPct val="135000"/>
                </a:lnSpc>
                <a:defRPr sz="20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defRPr>
              </a:lvl1pPr>
            </a:lstStyle>
            <a:p>
              <a:r>
                <a:rPr sz="1700" dirty="0">
                  <a:latin typeface="Arial" panose="020B0604020202020204" pitchFamily="34" charset="0"/>
                  <a:ea typeface="思源黑体 CN Normal" panose="020B0400000000000000" pitchFamily="34" charset="-122"/>
                  <a:sym typeface="Arial" panose="020B0604020202020204" pitchFamily="34" charset="0"/>
                </a:rPr>
                <a:t>5.测试效果</a:t>
              </a:r>
              <a:endParaRPr sz="1700" dirty="0">
                <a:latin typeface="Arial" panose="020B0604020202020204" pitchFamily="34" charset="0"/>
                <a:ea typeface="思源黑体 CN Normal" panose="020B0400000000000000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993775" y="1883410"/>
            <a:ext cx="10295890" cy="922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50000"/>
              </a:lnSpc>
              <a:buClrTx/>
              <a:buSzTx/>
              <a:buFontTx/>
            </a:pP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运行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文件13-12中的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main()方法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启动Spring Boot应用程序，启动成功后在浏览器中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访问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http://localhost:8080/book/findAllBooks，</a:t>
            </a:r>
            <a:r>
              <a:rPr lang="it-IT" altLang="zh-CN" sz="1800" b="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测试查询所有图书信息</a:t>
            </a:r>
            <a:r>
              <a:rPr lang="zh-CN" altLang="en-US" sz="1800" b="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，效果如下图所示。</a:t>
            </a:r>
            <a:endParaRPr lang="zh-CN" altLang="en-US" sz="1800" b="0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5" name="图片 -21474826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206625" y="2925128"/>
            <a:ext cx="7005471" cy="3564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/>
          <p:cNvSpPr txBox="1"/>
          <p:nvPr/>
        </p:nvSpPr>
        <p:spPr>
          <a:xfrm>
            <a:off x="1143690" y="266995"/>
            <a:ext cx="5671595" cy="506086"/>
          </a:xfrm>
          <a:prstGeom prst="rect">
            <a:avLst/>
          </a:prstGeom>
        </p:spPr>
        <p:txBody>
          <a:bodyPr lIns="0" tIns="60958" rIns="0" bIns="60958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Open Sans Light" panose="020B0306030504020204" pitchFamily="34" charset="0"/>
              </a:defRPr>
            </a:lvl1pPr>
          </a:lstStyle>
          <a:p>
            <a:pPr algn="l">
              <a:buNone/>
            </a:pPr>
            <a:r>
              <a:rPr lang="zh-CN" altLang="en-US" sz="2400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本章小结</a:t>
            </a:r>
            <a:endParaRPr lang="en-GB" altLang="zh-CN" sz="2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TextBox 35"/>
          <p:cNvSpPr txBox="1">
            <a:spLocks noChangeArrowheads="1"/>
          </p:cNvSpPr>
          <p:nvPr/>
        </p:nvSpPr>
        <p:spPr bwMode="auto">
          <a:xfrm>
            <a:off x="1126245" y="2908355"/>
            <a:ext cx="9793605" cy="1782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917" tIns="60958" rIns="121917" bIns="60958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indent="0" algn="just" fontAlgn="auto">
              <a:lnSpc>
                <a:spcPct val="150000"/>
              </a:lnSpc>
            </a:pP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本章主要讲解了</a:t>
            </a:r>
            <a:r>
              <a:rPr lang="zh-CN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框架整合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的知识。首先对</a:t>
            </a:r>
            <a:r>
              <a:rPr lang="zh-CN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SSM框架整合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进行了讲解；然后讲解</a:t>
            </a:r>
            <a:r>
              <a:rPr lang="zh-CN" sz="18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SpringBoot整合SSM框架</a:t>
            </a:r>
            <a:r>
              <a:rPr sz="18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。通过本章的学习，读者将能够了解SSM框架的整合思路，掌握SSM框架的整合，以及Spring Boot整合SSM框架。SSM框架的整合和Spring Boot整合SSM框架是使用SSM框架开发的基础，读者一定要多加练习，并熟练掌握。</a:t>
            </a:r>
            <a:endParaRPr sz="18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839470" y="2396490"/>
            <a:ext cx="10511790" cy="2861310"/>
          </a:xfrm>
          <a:prstGeom prst="roundRect">
            <a:avLst>
              <a:gd name="adj" fmla="val 0"/>
            </a:avLst>
          </a:prstGeom>
          <a:noFill/>
          <a:ln w="3175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>
              <a:cs typeface="+mn-ea"/>
              <a:sym typeface="+mn-lt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434771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/>
              <a:t>本</a:t>
            </a:r>
            <a:endParaRPr lang="zh-CN" altLang="en-US" sz="2800" b="1"/>
          </a:p>
        </p:txBody>
      </p:sp>
      <p:sp>
        <p:nvSpPr>
          <p:cNvPr id="9" name="椭圆 8"/>
          <p:cNvSpPr/>
          <p:nvPr/>
        </p:nvSpPr>
        <p:spPr>
          <a:xfrm>
            <a:off x="506653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sym typeface="+mn-ea"/>
              </a:rPr>
              <a:t>章</a:t>
            </a:r>
            <a:endParaRPr lang="zh-CN" altLang="en-US" sz="2800" b="1" dirty="0">
              <a:sym typeface="+mn-ea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78535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 dirty="0">
                <a:sym typeface="+mn-ea"/>
              </a:rPr>
              <a:t>小</a:t>
            </a:r>
            <a:endParaRPr lang="zh-CN" altLang="en-US" sz="2800" b="1" dirty="0">
              <a:sym typeface="+mn-ea"/>
            </a:endParaRPr>
          </a:p>
        </p:txBody>
      </p:sp>
      <p:sp>
        <p:nvSpPr>
          <p:cNvPr id="11" name="椭圆 10"/>
          <p:cNvSpPr/>
          <p:nvPr/>
        </p:nvSpPr>
        <p:spPr>
          <a:xfrm>
            <a:off x="6504170" y="1987834"/>
            <a:ext cx="718820" cy="71882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/>
            <a:r>
              <a:rPr lang="zh-CN" altLang="en-US" sz="2800" b="1">
                <a:sym typeface="+mn-ea"/>
              </a:rPr>
              <a:t>结</a:t>
            </a:r>
            <a:endParaRPr lang="zh-CN" altLang="en-US" sz="2800" b="1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UNIT_TABLE_BEAUTIFY" val="smartTable{df986fe4-91e6-4aa1-86dd-fe5e28289b7e}"/>
  <p:tag name="TABLE_ENDDRAG_ORIGIN_RECT" val="816*232"/>
  <p:tag name="TABLE_ENDDRAG_RECT" val="79*221*816*232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UNIT_TABLE_BEAUTIFY" val="smartTable{0e9a0ca1-4efb-4b1f-b4a2-4da4625643b1}"/>
  <p:tag name="TABLE_ENDDRAG_ORIGIN_RECT" val="816*275"/>
  <p:tag name="TABLE_ENDDRAG_RECT" val="79*125*816*275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UNIT_TABLE_BEAUTIFY" val="smartTable{7678c699-d649-4ca7-b750-5073021fa6c7}"/>
  <p:tag name="TABLE_ENDDRAG_ORIGIN_RECT" val="816*287"/>
  <p:tag name="TABLE_ENDDRAG_RECT" val="79*114*816*287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ISPRING_RESOURCE_PATHS_HASH_PRESENTER" val="3f15e6573a385e41c33bb97e7105a62faa5c484"/>
  <p:tag name="COMMONDATA" val="eyJoZGlkIjoiNTQwODNlZjBiNzRkNjZmNWIwNWFhMDg5ODM5YzE3ZjIifQ=="/>
  <p:tag name="KSO_WPP_MARK_KEY" val="982352ae-fb85-4723-8ca9-7b0b57b9b06c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13090</Words>
  <Application>WPS 演示</Application>
  <PresentationFormat>自定义</PresentationFormat>
  <Paragraphs>616</Paragraphs>
  <Slides>64</Slides>
  <Notes>73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64</vt:i4>
      </vt:variant>
    </vt:vector>
  </HeadingPairs>
  <TitlesOfParts>
    <vt:vector size="86" baseType="lpstr">
      <vt:lpstr>Arial</vt:lpstr>
      <vt:lpstr>宋体</vt:lpstr>
      <vt:lpstr>Wingdings</vt:lpstr>
      <vt:lpstr>微软雅黑</vt:lpstr>
      <vt:lpstr>思源黑体 CN Medium</vt:lpstr>
      <vt:lpstr>黑体</vt:lpstr>
      <vt:lpstr>字魂58号-创中黑</vt:lpstr>
      <vt:lpstr>Source Han Sans K Bold</vt:lpstr>
      <vt:lpstr>Calibri</vt:lpstr>
      <vt:lpstr>MS UI Gothic</vt:lpstr>
      <vt:lpstr>U.S. 101</vt:lpstr>
      <vt:lpstr>Segoe Print</vt:lpstr>
      <vt:lpstr>Roboto</vt:lpstr>
      <vt:lpstr>Open Sans Light</vt:lpstr>
      <vt:lpstr>Open Sans</vt:lpstr>
      <vt:lpstr>微软雅黑 Light</vt:lpstr>
      <vt:lpstr>Arial Unicode MS</vt:lpstr>
      <vt:lpstr>思源黑体 CN Normal</vt:lpstr>
      <vt:lpstr>Courier New</vt:lpstr>
      <vt:lpstr>Times New Roman</vt:lpstr>
      <vt:lpstr>webwppDefTheme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tk</cp:lastModifiedBy>
  <cp:revision>1795</cp:revision>
  <dcterms:created xsi:type="dcterms:W3CDTF">2020-11-11T09:29:00Z</dcterms:created>
  <dcterms:modified xsi:type="dcterms:W3CDTF">2025-08-18T07:17:59Z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69DB4B6826B6494390E926BE37E6C64D</vt:lpwstr>
  </property>
</Properties>
</file>