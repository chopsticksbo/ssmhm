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7"/>
  </p:handoutMasterIdLst>
  <p:sldIdLst>
    <p:sldId id="583" r:id="rId4"/>
    <p:sldId id="1124" r:id="rId6"/>
    <p:sldId id="586" r:id="rId7"/>
    <p:sldId id="587" r:id="rId8"/>
    <p:sldId id="309" r:id="rId9"/>
    <p:sldId id="1986" r:id="rId10"/>
    <p:sldId id="1323" r:id="rId11"/>
    <p:sldId id="899" r:id="rId12"/>
    <p:sldId id="1987" r:id="rId13"/>
    <p:sldId id="1988" r:id="rId14"/>
    <p:sldId id="1989" r:id="rId15"/>
    <p:sldId id="1990" r:id="rId16"/>
    <p:sldId id="1991" r:id="rId17"/>
    <p:sldId id="1992" r:id="rId18"/>
    <p:sldId id="1993" r:id="rId19"/>
    <p:sldId id="1994" r:id="rId20"/>
    <p:sldId id="1995" r:id="rId21"/>
    <p:sldId id="1996" r:id="rId22"/>
    <p:sldId id="1796" r:id="rId23"/>
    <p:sldId id="1997" r:id="rId24"/>
    <p:sldId id="1998" r:id="rId25"/>
    <p:sldId id="1999" r:id="rId26"/>
    <p:sldId id="2000" r:id="rId27"/>
    <p:sldId id="2001" r:id="rId28"/>
    <p:sldId id="2002" r:id="rId29"/>
    <p:sldId id="2003" r:id="rId30"/>
    <p:sldId id="2004" r:id="rId31"/>
    <p:sldId id="1797" r:id="rId32"/>
    <p:sldId id="1798" r:id="rId33"/>
    <p:sldId id="1800" r:id="rId34"/>
    <p:sldId id="1801" r:id="rId35"/>
    <p:sldId id="2005" r:id="rId36"/>
    <p:sldId id="2006" r:id="rId37"/>
    <p:sldId id="1802" r:id="rId38"/>
    <p:sldId id="2007" r:id="rId39"/>
    <p:sldId id="2008" r:id="rId40"/>
    <p:sldId id="2009" r:id="rId41"/>
    <p:sldId id="1804" r:id="rId42"/>
    <p:sldId id="1805" r:id="rId43"/>
    <p:sldId id="2010" r:id="rId44"/>
    <p:sldId id="2011" r:id="rId45"/>
    <p:sldId id="2012" r:id="rId46"/>
    <p:sldId id="2013" r:id="rId47"/>
    <p:sldId id="2014" r:id="rId48"/>
    <p:sldId id="2016" r:id="rId49"/>
    <p:sldId id="2017" r:id="rId50"/>
    <p:sldId id="2018" r:id="rId51"/>
    <p:sldId id="2020" r:id="rId52"/>
    <p:sldId id="2019" r:id="rId53"/>
    <p:sldId id="2021" r:id="rId54"/>
    <p:sldId id="1806" r:id="rId55"/>
    <p:sldId id="2022" r:id="rId56"/>
    <p:sldId id="2023" r:id="rId57"/>
    <p:sldId id="2024" r:id="rId58"/>
    <p:sldId id="2025" r:id="rId59"/>
    <p:sldId id="2026" r:id="rId60"/>
    <p:sldId id="2027" r:id="rId61"/>
    <p:sldId id="2029" r:id="rId62"/>
    <p:sldId id="2030" r:id="rId63"/>
    <p:sldId id="2031" r:id="rId64"/>
    <p:sldId id="889" r:id="rId65"/>
    <p:sldId id="617" r:id="rId66"/>
  </p:sldIdLst>
  <p:sldSz cx="12190095" cy="6859270"/>
  <p:notesSz cx="6858000" cy="9144000"/>
  <p:custDataLst>
    <p:tags r:id="rId7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4" userDrawn="1">
          <p15:clr>
            <a:srgbClr val="A4A3A4"/>
          </p15:clr>
        </p15:guide>
        <p15:guide id="2" pos="1890" userDrawn="1">
          <p15:clr>
            <a:srgbClr val="A4A3A4"/>
          </p15:clr>
        </p15:guide>
        <p15:guide id="3" pos="70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1004"/>
        <p:guide pos="1890"/>
        <p:guide pos="70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22"/>
        <p:guide pos="22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2" Type="http://schemas.openxmlformats.org/officeDocument/2006/relationships/tags" Target="tags/tag345.xml"/><Relationship Id="rId71" Type="http://schemas.openxmlformats.org/officeDocument/2006/relationships/commentAuthors" Target="commentAuthors.xml"/><Relationship Id="rId70" Type="http://schemas.openxmlformats.org/officeDocument/2006/relationships/tableStyles" Target="tableStyles.xml"/><Relationship Id="rId7" Type="http://schemas.openxmlformats.org/officeDocument/2006/relationships/slide" Target="slides/slide3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9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image" Target="../media/image3.png"/><Relationship Id="rId1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hyperlink" Target="http://stu.ityxb.com/ebookview/c36a9ea4c5023dc6e778ae632d5802f7" TargetMode="External"/><Relationship Id="rId7" Type="http://schemas.openxmlformats.org/officeDocument/2006/relationships/tags" Target="../tags/tag39.xml"/><Relationship Id="rId6" Type="http://schemas.openxmlformats.org/officeDocument/2006/relationships/image" Target="../media/image4.png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43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hyperlink" Target="http://stu.ityxb.com/ebookview/fef397b0c562f64155d95e1ab894248e" TargetMode="External"/><Relationship Id="rId7" Type="http://schemas.openxmlformats.org/officeDocument/2006/relationships/tags" Target="../tags/tag49.xml"/><Relationship Id="rId6" Type="http://schemas.openxmlformats.org/officeDocument/2006/relationships/image" Target="../media/image4.png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hyperlink" Target="http://stu.ityxb.com/ebookview/f666cbd93bc026b1667b0a7747d3e64d" TargetMode="External"/><Relationship Id="rId7" Type="http://schemas.openxmlformats.org/officeDocument/2006/relationships/tags" Target="../tags/tag58.xml"/><Relationship Id="rId6" Type="http://schemas.openxmlformats.org/officeDocument/2006/relationships/image" Target="../media/image4.png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hyperlink" Target="http://stu.ityxb.com/ebookview/a1b56d8401635ec1c394fd4f909230f9" TargetMode="External"/><Relationship Id="rId7" Type="http://schemas.openxmlformats.org/officeDocument/2006/relationships/tags" Target="../tags/tag67.xml"/><Relationship Id="rId6" Type="http://schemas.openxmlformats.org/officeDocument/2006/relationships/image" Target="../media/image4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hyperlink" Target="http://stu.ityxb.com/ebookview/767cda1debee0de69cb7d1c245af548a" TargetMode="External"/><Relationship Id="rId7" Type="http://schemas.openxmlformats.org/officeDocument/2006/relationships/tags" Target="../tags/tag76.xml"/><Relationship Id="rId6" Type="http://schemas.openxmlformats.org/officeDocument/2006/relationships/image" Target="../media/image4.png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7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hyperlink" Target="http://stu.ityxb.com/ebookview/726ca26e4dbc7ce883e084a5408140bd" TargetMode="External"/><Relationship Id="rId7" Type="http://schemas.openxmlformats.org/officeDocument/2006/relationships/tags" Target="../tags/tag85.xml"/><Relationship Id="rId6" Type="http://schemas.openxmlformats.org/officeDocument/2006/relationships/image" Target="../media/image4.png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tags" Target="../tags/tag8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hyperlink" Target="http://stu.ityxb.com/ebookview/b4dc9e56f633315142797bcd4c443cef" TargetMode="External"/><Relationship Id="rId7" Type="http://schemas.openxmlformats.org/officeDocument/2006/relationships/tags" Target="../tags/tag94.xml"/><Relationship Id="rId6" Type="http://schemas.openxmlformats.org/officeDocument/2006/relationships/image" Target="../media/image4.png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image" Target="../media/image3.png"/><Relationship Id="rId1" Type="http://schemas.openxmlformats.org/officeDocument/2006/relationships/tags" Target="../tags/tag10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notesSlide" Target="../notesSlides/notesSlide21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12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hyperlink" Target="http://stu.ityxb.com/ebookview/112afca3585d99ecfc25bc6310dcb537" TargetMode="External"/><Relationship Id="rId7" Type="http://schemas.openxmlformats.org/officeDocument/2006/relationships/tags" Target="../tags/tag141.xml"/><Relationship Id="rId6" Type="http://schemas.openxmlformats.org/officeDocument/2006/relationships/image" Target="../media/image4.png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4" Type="http://schemas.openxmlformats.org/officeDocument/2006/relationships/notesSlide" Target="../notesSlides/notesSlide23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hyperlink" Target="http://stu.ityxb.com/ebookview/bd3012a6369cbcaf45aa8d6389f957f9" TargetMode="External"/><Relationship Id="rId7" Type="http://schemas.openxmlformats.org/officeDocument/2006/relationships/tags" Target="../tags/tag150.xml"/><Relationship Id="rId6" Type="http://schemas.openxmlformats.org/officeDocument/2006/relationships/image" Target="../media/image4.png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4" Type="http://schemas.openxmlformats.org/officeDocument/2006/relationships/notesSlide" Target="../notesSlides/notesSlide24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tags" Target="../tags/tag14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image" Target="../media/image3.png"/><Relationship Id="rId1" Type="http://schemas.openxmlformats.org/officeDocument/2006/relationships/tags" Target="../tags/tag169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0" Type="http://schemas.openxmlformats.org/officeDocument/2006/relationships/notesSlide" Target="../notesSlides/notesSlide33.xml"/><Relationship Id="rId1" Type="http://schemas.openxmlformats.org/officeDocument/2006/relationships/tags" Target="../tags/tag18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hyperlink" Target="http://stu.ityxb.com/ebookview/a369e3cc60f2e21e9f4ffb880836bece" TargetMode="External"/><Relationship Id="rId7" Type="http://schemas.openxmlformats.org/officeDocument/2006/relationships/tags" Target="../tags/tag200.xml"/><Relationship Id="rId6" Type="http://schemas.openxmlformats.org/officeDocument/2006/relationships/image" Target="../media/image4.png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4" Type="http://schemas.openxmlformats.org/officeDocument/2006/relationships/notesSlide" Target="../notesSlides/notesSlide35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0" Type="http://schemas.openxmlformats.org/officeDocument/2006/relationships/notesSlide" Target="../notesSlides/notesSlide37.xml"/><Relationship Id="rId1" Type="http://schemas.openxmlformats.org/officeDocument/2006/relationships/tags" Target="../tags/tag20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hyperlink" Target="http://stu.ityxb.com/ebookview/f3fe428320633502005d55302a6f1488" TargetMode="External"/><Relationship Id="rId7" Type="http://schemas.openxmlformats.org/officeDocument/2006/relationships/tags" Target="../tags/tag228.xml"/><Relationship Id="rId6" Type="http://schemas.openxmlformats.org/officeDocument/2006/relationships/image" Target="../media/image4.png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4" Type="http://schemas.openxmlformats.org/officeDocument/2006/relationships/notesSlide" Target="../notesSlides/notesSlide39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tags" Target="../tags/tag22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0" Type="http://schemas.openxmlformats.org/officeDocument/2006/relationships/notesSlide" Target="../notesSlides/notesSlide41.xml"/><Relationship Id="rId1" Type="http://schemas.openxmlformats.org/officeDocument/2006/relationships/tags" Target="../tags/tag23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" Type="http://schemas.openxmlformats.org/officeDocument/2006/relationships/tags" Target="../tags/tag245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hyperlink" Target="http://stu.ityxb.com/ebookview/ee95664b00bc580cf6db5314d6e7e262" TargetMode="External"/><Relationship Id="rId7" Type="http://schemas.openxmlformats.org/officeDocument/2006/relationships/tags" Target="../tags/tag256.xml"/><Relationship Id="rId6" Type="http://schemas.openxmlformats.org/officeDocument/2006/relationships/image" Target="../media/image4.png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4" Type="http://schemas.openxmlformats.org/officeDocument/2006/relationships/notesSlide" Target="../notesSlides/notesSlide43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51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image" Target="../media/image3.png"/><Relationship Id="rId1" Type="http://schemas.openxmlformats.org/officeDocument/2006/relationships/tags" Target="../tags/tag264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70.xml"/><Relationship Id="rId1" Type="http://schemas.openxmlformats.org/officeDocument/2006/relationships/tags" Target="../tags/tag269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hyperlink" Target="http://stu.ityxb.com/ebookview/26b0f931c15388d50a2fe7559fcd0ee9" TargetMode="External"/><Relationship Id="rId8" Type="http://schemas.openxmlformats.org/officeDocument/2006/relationships/tags" Target="../tags/tag280.xml"/><Relationship Id="rId7" Type="http://schemas.openxmlformats.org/officeDocument/2006/relationships/image" Target="../media/image4.png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5" Type="http://schemas.openxmlformats.org/officeDocument/2006/relationships/notesSlide" Target="../notesSlides/notesSlide49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tags" Target="../tags/tag27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hyperlink" Target="http://stu.ityxb.com/ebookview/0ec959e61c81e34f51e46b7426ba16d0" TargetMode="External"/><Relationship Id="rId8" Type="http://schemas.openxmlformats.org/officeDocument/2006/relationships/tags" Target="../tags/tag299.xml"/><Relationship Id="rId7" Type="http://schemas.openxmlformats.org/officeDocument/2006/relationships/image" Target="../media/image4.png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5" Type="http://schemas.openxmlformats.org/officeDocument/2006/relationships/notesSlide" Target="../notesSlides/notesSlide5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tags" Target="../tags/tag29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5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image" Target="../media/image3.png"/><Relationship Id="rId1" Type="http://schemas.openxmlformats.org/officeDocument/2006/relationships/tags" Target="../tags/tag308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14.xml"/><Relationship Id="rId1" Type="http://schemas.openxmlformats.org/officeDocument/2006/relationships/tags" Target="../tags/tag313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7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tags" Target="../tags/tag315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hyperlink" Target="http://stu.ityxb.com/ebookview/628697da5f7d3d90fd371ab58d1ce968" TargetMode="External"/><Relationship Id="rId7" Type="http://schemas.openxmlformats.org/officeDocument/2006/relationships/tags" Target="../tags/tag327.xml"/><Relationship Id="rId6" Type="http://schemas.openxmlformats.org/officeDocument/2006/relationships/image" Target="../media/image4.png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4" Type="http://schemas.openxmlformats.org/officeDocument/2006/relationships/notesSlide" Target="../notesSlides/notesSlide58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2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hyperlink" Target="http://stu.ityxb.com/ebookview/d6ec664c22a06c9e3072ef590ed45866" TargetMode="External"/><Relationship Id="rId7" Type="http://schemas.openxmlformats.org/officeDocument/2006/relationships/tags" Target="../tags/tag336.xml"/><Relationship Id="rId6" Type="http://schemas.openxmlformats.org/officeDocument/2006/relationships/image" Target="../media/image4.png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4" Type="http://schemas.openxmlformats.org/officeDocument/2006/relationships/notesSlide" Target="../notesSlides/notesSlide59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339.xml"/><Relationship Id="rId10" Type="http://schemas.openxmlformats.org/officeDocument/2006/relationships/tags" Target="../tags/tag338.xml"/><Relationship Id="rId1" Type="http://schemas.openxmlformats.org/officeDocument/2006/relationships/tags" Target="../tags/tag33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51710" y="2606040"/>
            <a:ext cx="80289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第9章 MyBatis的动态SQL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644513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3641725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 &lt;foreach&gt; 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的使用，能够使用 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&lt;foreach&gt;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 标签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遍历数组、List和Map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749550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&lt;choose&gt;标签、&lt;when&gt;标签和&lt;otherwise&gt;标签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的使用，能够使用&lt;choose&gt;标签、&lt;when&gt;标签和&lt;otherwise&gt;标签动态地构建SQL语句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1858645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&lt;if&gt;标签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的使用，能够使用&lt;if&gt;标签动态地构建SQL语句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57655" y="4526915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条件拼接和修剪标签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的使用，能够使用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&lt;where&gt;标签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&lt;trim&gt;标签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动态地拼接和修剪SQL语句的片段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568450" y="5439410"/>
            <a:ext cx="9006205" cy="689610"/>
            <a:chOff x="978872" y="2570437"/>
            <a:chExt cx="5437064" cy="517208"/>
          </a:xfrm>
        </p:grpSpPr>
        <p:sp>
          <p:nvSpPr>
            <p:cNvPr id="7" name="Pentagon 5"/>
            <p:cNvSpPr/>
            <p:nvPr>
              <p:custDataLst>
                <p:tags r:id="rId3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更新操作标签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的使用，能够使用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&lt;set&gt;标签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根据条件动态地生成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SET子句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" name="MH_Others_1"/>
            <p:cNvSpPr/>
            <p:nvPr>
              <p:custDataLst>
                <p:tags r:id="rId4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在程序中操作数据库时，经常需要根据业务需求对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SQL语句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拼接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手动拼接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，不仅要求开发人员处理空格、标点符号等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琐碎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细节，而且容易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增加代码的复杂性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，并提高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出错的可能性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。为解决这一问题，MyBatis提供了强大的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动态SQL功能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，动态SQL指运行时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动态组装 SQL语句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的技术。MyBatis的动态SQL功能允许开发人员利用简洁的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，根据实际需求动态生成SQL语句，轻松实现复杂的SQL操作。根据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功能来划分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，实现动态SQL的标签可以分为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条件判断标签、循环遍历标签、条件拼接和修剪标签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更新操作标签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。下面将对MyBatis的动态SQL进行讲解。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36125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537654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155720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20954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146841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条件判断标签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19271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循环遍历标签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269359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252533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条件拼接和修剪标签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956661" y="5351399"/>
            <a:ext cx="1192190" cy="612775"/>
            <a:chOff x="2215144" y="2026500"/>
            <a:chExt cx="1244730" cy="850129"/>
          </a:xfrm>
        </p:grpSpPr>
        <p:sp>
          <p:nvSpPr>
            <p:cNvPr id="3" name="平行四边形 2"/>
            <p:cNvSpPr/>
            <p:nvPr>
              <p:custDataLst>
                <p:tags r:id="rId1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文本框 10"/>
            <p:cNvSpPr txBox="1"/>
            <p:nvPr>
              <p:custDataLst>
                <p:tags r:id="rId1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862213" y="5334573"/>
            <a:ext cx="5496560" cy="612775"/>
            <a:chOff x="4315150" y="1647579"/>
            <a:chExt cx="4122956" cy="539804"/>
          </a:xfrm>
        </p:grpSpPr>
        <p:sp>
          <p:nvSpPr>
            <p:cNvPr id="6" name="矩形 5"/>
            <p:cNvSpPr/>
            <p:nvPr>
              <p:custDataLst>
                <p:tags r:id="rId15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更新操作标签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平行四边形 6"/>
            <p:cNvSpPr/>
            <p:nvPr>
              <p:custDataLst>
                <p:tags r:id="rId16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条件判断标签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9.1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条件判断标签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10756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实现动态SQL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条件判断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可以进一步细分为根据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单个条件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的真假进行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和根据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多个条件分支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，其中前者可以通过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&lt;if&gt;标签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实现，后者则可以通过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&lt;choose&gt;标签、&lt;when&gt;标签和&lt;otherwise&gt;标签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实现，下面分别对这两类条件判断标签进行讲解。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241236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372618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&lt;if&gt;标签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的使用，能够使用&lt;if&gt;标签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构建SQL语句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&lt;if&gt;标签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可以根据指定的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条件表达式的结果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动态生成SQL语句，它提供了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test属性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指定条件表达式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，该表达式的值为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true或false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。如果条件表达式的值为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&lt;if&gt;标签内部的SQL语句；如果条件表达式的值为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不包含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test属性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OGNL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（Object Graph Navigation Language，对象导航图语言）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表达式、比较运算符、逻辑运算符等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进行构建。例如，test="name !=null"表示当name不为null时条件成立，test="name != null and name !=''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表示当name不为null并且name的值不为空字符串时条件成立。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96723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1.数据库数据准备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52920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的数据库中，创建存储图书信息的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数据表book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，并插入几条测试数据，具体代码如下文件9-1所示。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文件9-1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book.sql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977265" y="100584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假设有一个需要根据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图书id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名称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查询图书信息的需求，图书id和名称都是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可选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的查询条件，这个时候可以使用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&lt;if&gt;标签动态地构建SQL语句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进行查询。下面通过案例演示这个查询的实现。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2.创建项目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在IDEA中创建一个名称为chapter0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的Maven项目，并在项目的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pom.xml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引入MyBatis、MySQL连接、单元测试的相关依赖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，具体如文件9-2所示。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文件9-2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pom.xml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3.创建实体类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在项目的src/main/java目录下创建包com.itheima.entity，并在该包中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与数据表book对应的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实体类Book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，用于存储图书信息，具体如文件9-3所示。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文件9-3</a:t>
                </a:r>
                <a:endParaRPr sz="1800">
                  <a:sym typeface="+mn-ea"/>
                </a:endParaRPr>
              </a:p>
              <a:p>
                <a:pPr algn="ctr"/>
                <a:r>
                  <a:rPr lang="en-US" sz="1800">
                    <a:sym typeface="+mn-ea"/>
                    <a:hlinkClick r:id="rId8"/>
                  </a:rPr>
                  <a:t>B</a:t>
                </a:r>
                <a:r>
                  <a:rPr sz="1800">
                    <a:sym typeface="+mn-ea"/>
                    <a:hlinkClick r:id="rId8"/>
                  </a:rPr>
                  <a:t>ook.java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4.创建Mapper接口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在项目的src/main/java目录下创建包com.itheima.mapper，并在该包中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操作Book对象和数据库数据映射的Mapper接口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，并在该接口中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定义方法queryByIdAndName()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，该方法接收Book类型的参数，具体如文件9-4所示。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文件9-4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5.创建核心配置文件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在项目的src/main/resources目录下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mybatis-config.xml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的文件作为MyBatis的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核心配置文件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，在mybatis-config.xml配置文件中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配置数据库连接信息和映射器相关信息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，具体如9-5所示。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文件9-5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mybatis-config.xml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6.创建映射文件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在src/main/resources目录下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多级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文件夹com/itheima/mapper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，在该文件夹下创建一个名称为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的文件，在该文件中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定义查询语句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，用于根据传入Book对象的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id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名称查询对应的图书信息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，如果图书id和名称不为null时，则根据对应的id和名称进行查询，具体如文件9-6所示。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文件9-6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BookMapper.xml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7.定义测试方法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在项目的src/test/java目录下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创建BookTest类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，为了减少冗余代码，在此将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创建SqlSession对象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的代码抽取成独立的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方法createSqlSession()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测试方法ifTest()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，在测试方法中通过SqlSession对象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，并通过BookMapper对象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调用其queryByIdAndName()方法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查询图书信息，具体如文件9-7所示。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2313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73200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文件9-7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8.测试效果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9197" y="2781300"/>
            <a:ext cx="9190244" cy="25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&lt;if&gt;标签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8.测试效果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将文件9-7中第35行代码修改为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b.setName("西游记");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8880" y="3213418"/>
            <a:ext cx="8900622" cy="23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&lt;if&gt;标签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的使用，能够使用&lt;if&gt;标签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构建SQL语句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在MyBatis中，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&lt;choose&gt;标签、&lt;when&gt;标签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&lt;otherwise&gt;标签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多条件选择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复杂的条件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逻辑下的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SQL语句编写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，基于这三个标签程序会从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多个备选项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中选择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一个满足条件的选项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创建动态SQL语句。下面对这三个标签分别进行说明。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2"/>
            </p:custDataLst>
          </p:nvPr>
        </p:nvSpPr>
        <p:spPr>
          <a:xfrm>
            <a:off x="1002665" y="1590040"/>
            <a:ext cx="10163810" cy="436372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原创设计师QQ598969553          _4"/>
          <p:cNvSpPr/>
          <p:nvPr>
            <p:custDataLst>
              <p:tags r:id="rId3"/>
            </p:custDataLst>
          </p:nvPr>
        </p:nvSpPr>
        <p:spPr>
          <a:xfrm>
            <a:off x="1336040" y="1981200"/>
            <a:ext cx="9486265" cy="342519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&lt;choose&gt;标签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类似于Java中的switch语句，用于从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多个备选项中选择一个满足条件的选项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，它可以包含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零个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多个&lt;when&gt;标签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零个或一个&lt;otherwise&gt;标签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。&lt;choose&gt;标签会依次检查每个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&lt;when&gt;标签的条件表达式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，如果条件表达式的值为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true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，则该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&lt;when&gt;标签内部的SQL片段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会被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包含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到最终生成的SQL语句中；如果所有&lt;when&gt;子标签的条件表达式都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不为true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，并且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存在&lt;otherwise&gt;标签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&lt;otherwise&gt;标签内部的SQL片段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会被包含到最终生成的SQL语句中。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4"/>
            </p:custDataLst>
          </p:nvPr>
        </p:nvSpPr>
        <p:spPr>
          <a:xfrm>
            <a:off x="3984625" y="1356360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5"/>
            </p:custDataLst>
          </p:nvPr>
        </p:nvSpPr>
        <p:spPr>
          <a:xfrm>
            <a:off x="3984625" y="1405890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（1）&lt;choose&gt;标签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2"/>
            </p:custDataLst>
          </p:nvPr>
        </p:nvSpPr>
        <p:spPr>
          <a:xfrm>
            <a:off x="1002665" y="1590040"/>
            <a:ext cx="10163810" cy="165163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原创设计师QQ598969553          _4"/>
          <p:cNvSpPr/>
          <p:nvPr>
            <p:custDataLst>
              <p:tags r:id="rId3"/>
            </p:custDataLst>
          </p:nvPr>
        </p:nvSpPr>
        <p:spPr>
          <a:xfrm>
            <a:off x="1336040" y="1981200"/>
            <a:ext cx="9486265" cy="125984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&lt;when&gt;标签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用于定义&lt;choose&gt;标签中的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备选条件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，它包含一个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test属性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条件表达式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4"/>
            </p:custDataLst>
          </p:nvPr>
        </p:nvSpPr>
        <p:spPr>
          <a:xfrm>
            <a:off x="3984625" y="1356360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5"/>
            </p:custDataLst>
          </p:nvPr>
        </p:nvSpPr>
        <p:spPr>
          <a:xfrm>
            <a:off x="3984625" y="1405890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（2）&lt;when&gt;标签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原创设计师QQ598969553          _3"/>
          <p:cNvSpPr/>
          <p:nvPr>
            <p:custDataLst>
              <p:tags r:id="rId6"/>
            </p:custDataLst>
          </p:nvPr>
        </p:nvSpPr>
        <p:spPr>
          <a:xfrm>
            <a:off x="986155" y="3869690"/>
            <a:ext cx="10163810" cy="165163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原创设计师QQ598969553          _6"/>
          <p:cNvSpPr/>
          <p:nvPr>
            <p:custDataLst>
              <p:tags r:id="rId7"/>
            </p:custDataLst>
          </p:nvPr>
        </p:nvSpPr>
        <p:spPr>
          <a:xfrm>
            <a:off x="3968115" y="3636010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原创设计师QQ598969553          _7"/>
          <p:cNvSpPr txBox="1"/>
          <p:nvPr>
            <p:custDataLst>
              <p:tags r:id="rId8"/>
            </p:custDataLst>
          </p:nvPr>
        </p:nvSpPr>
        <p:spPr>
          <a:xfrm>
            <a:off x="3968115" y="3685540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（3）&lt;otherwise&gt;标签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原创设计师QQ598969553          _4"/>
          <p:cNvSpPr/>
          <p:nvPr>
            <p:custDataLst>
              <p:tags r:id="rId9"/>
            </p:custDataLst>
          </p:nvPr>
        </p:nvSpPr>
        <p:spPr>
          <a:xfrm>
            <a:off x="1391285" y="4189095"/>
            <a:ext cx="9486265" cy="125984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&lt;otherwise&gt;标签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是可选的标签，用于指定当所有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&lt;when&gt;标签的条件都不满足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时，默认包含到最终生成的SQL语句中的SQL片段。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38530" y="2469515"/>
            <a:ext cx="2694940" cy="546735"/>
            <a:chOff x="901662" y="1797999"/>
            <a:chExt cx="1721506" cy="54673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1.定义查询方法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93775" y="303149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在文件9-4中的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接口中定义查询图书并排序的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方法findBooksWithSort()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，该方法的参数为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排序的字段名称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977265" y="100584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假设有一个需要查询图书信息时根据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图书名称或价格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对图书信息进行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升序排序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的需求，如果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没有指定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图书名称或价格排序时，则默认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根据图书id排序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，这个时候可以使用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&lt;choose&gt;标签、&lt;when&gt;标签和&lt;otherwise&gt;标签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动态地构建SQL语句进行查询。下面通过案例演示这个查询的实现。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967740" y="4056380"/>
            <a:ext cx="10191750" cy="687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1489710" y="4088765"/>
            <a:ext cx="9897745" cy="18484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List&lt;Book&gt; findBooksWithSort(String sortType);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2.编写映射信息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在文件9-6中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根据传入的参数排序的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图书查询语句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，依次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判断传入的排序参数是否为name或者price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，如果是，根据传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入的参数升序排序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，否则根据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id升序排序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图书查询语句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3.定义测试方法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在文件9-7的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BookTest类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测试方法chooseTest()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，并使用BookMapper对象调用其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findBooksWithSort()方法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查询图书信息并进行排序，具体代码如下所示。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8"/>
                  </a:rPr>
                  <a:t>测试方法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chooseTest()方法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59242" y="2565400"/>
            <a:ext cx="8266183" cy="30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chooseTest</a:t>
            </a:r>
            <a:r>
              <a:rPr lang="en-US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方法中传入findBooksWithSort</a:t>
            </a:r>
            <a:r>
              <a:rPr lang="en-US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的参数修改为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price后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，运行chooseTest()方法，运行效果如下图所示。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59242" y="2997835"/>
            <a:ext cx="8475729" cy="30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805434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3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9.1.2&lt;choose&gt;标签、&lt;when&gt;标签和&lt;otherwise&gt;标签</a:t>
            </a:r>
            <a:endParaRPr sz="23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chooseTest</a:t>
            </a:r>
            <a:r>
              <a:rPr lang="en-US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方法中传入findBooksWithSort</a:t>
            </a:r>
            <a:r>
              <a:rPr lang="en-US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的参数修改为name和price之外的其他值，例如修改为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空字符串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，运行chooseTest()方法，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74825" y="2997518"/>
            <a:ext cx="8116217" cy="30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9.2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 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&lt;foreach&gt; 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的使用，能够使用 &lt;foreach&gt; 标签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遍历数组、List和Map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452880"/>
            <a:ext cx="1029589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在实际开发中，开发者常常会遇到需要进行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批量操作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的任务，这些任务往往具有一定的规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律性和重复性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，例如，批量更新用户信息、批量插入订单等。如果采用硬编码的方式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逐一编写SQL语句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，不仅工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作量大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，且代码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难以维护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容易出错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为了解决这类问题，可以使用 MyBatis 基于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循环遍历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的动态SQL实现。MyBatis的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&lt;foreach&gt;标签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遍历数组和集合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，并根据数组或集合中的元素动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态生成SQL语句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。通过这种方式，开发者可以更加灵活地处理批量操作，减少重复性工作，提高代码的可维护性和可读性。下面将对 &lt;foreach&gt;标签进行讲解。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9"/>
          <p:cNvSpPr txBox="1"/>
          <p:nvPr>
            <p:custDataLst>
              <p:tags r:id="rId2"/>
            </p:custDataLst>
          </p:nvPr>
        </p:nvSpPr>
        <p:spPr>
          <a:xfrm>
            <a:off x="1054735" y="1053465"/>
            <a:ext cx="297053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1.&lt;foreach&gt;标签的属性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961390" y="1591310"/>
          <a:ext cx="10467340" cy="4432935"/>
        </p:xfrm>
        <a:graphic>
          <a:graphicData uri="http://schemas.openxmlformats.org/drawingml/2006/table">
            <a:tbl>
              <a:tblPr/>
              <a:tblGrid>
                <a:gridCol w="1597660"/>
                <a:gridCol w="8869680"/>
              </a:tblGrid>
              <a:tr h="629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8648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item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用于指定遍历过程中每个元素的别名，在循环体中可以通过该别名引用当前迭代的元素，该属性为必选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871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index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用于指定在遍历过程中当前元素的索引值。如果遍历的是List集合和数组，索引值就是当前元素在集合和数组中的下标；如果遍历的是Map集合，索引值为集合中的键的名称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292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open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用于指定循环开始处插入的字符串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356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separator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用于指定每次迭代之间插入的分隔符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356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close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与open相对应，用于定义在循环结束处插入的字符串，用于包围循环内容的终止符号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961390" y="1774190"/>
          <a:ext cx="10467340" cy="4232275"/>
        </p:xfrm>
        <a:graphic>
          <a:graphicData uri="http://schemas.openxmlformats.org/drawingml/2006/table">
            <a:tbl>
              <a:tblPr/>
              <a:tblGrid>
                <a:gridCol w="1710690"/>
                <a:gridCol w="8756650"/>
              </a:tblGrid>
              <a:tr h="5289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1769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collection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用于指定遍历的可迭代对象，collection属性的取值的常见情况如下。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l"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如果传入的是单个参数且参数类型是一个array数组，那么collection的属性值可以为array或者是传入参数的名称，传入参数的名称可以在Mapper接口对应方法的签名中使用@Param注解指定，格式为@Param("参数名称")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l"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如果传入的是单参数且参数类型是一个List，那么collection的属性值可以为list或参数名称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ClrTx/>
                        <a:buSzTx/>
                        <a:buFont typeface="Wingdings" panose="05000000000000000000" charset="0"/>
                        <a:buChar char="l"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如果传入的参数是多个，需要把它们封装成一个Map，那么collection的属性值可以是传入参数的名称。如果Map存放的键值对中，值为可迭代对象，那collection的属性值可以设置为键的名称，迭代对应的值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9"/>
          <p:cNvSpPr txBox="1"/>
          <p:nvPr>
            <p:custDataLst>
              <p:tags r:id="rId2"/>
            </p:custDataLst>
          </p:nvPr>
        </p:nvSpPr>
        <p:spPr>
          <a:xfrm>
            <a:off x="1054735" y="1053465"/>
            <a:ext cx="336169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2.&lt;foreach&gt;标签遍历数组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18249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(1)定义查询方法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993775" y="274447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在文件9-4中的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根据多个图书id查询对应图书信息的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方法findBooksByIds()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77265" y="150812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传入多个图书id批量查询图书信息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的案例，演示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&lt;foreach&gt;标签遍历数组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967740" y="3697605"/>
            <a:ext cx="10191750" cy="735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1489710" y="3729990"/>
            <a:ext cx="9897745" cy="7169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List&lt;Book&gt; findBooksByIds(Integer[] ids);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(2)编写映射信息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在文件9-6中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定义查询语句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，在查询语句中遍历传入的数组，根据数组中的元素查找对应的图书信息，具体代码如下。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67740" y="3051810"/>
            <a:ext cx="10579735" cy="27768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988695" y="3084195"/>
            <a:ext cx="11294110" cy="268287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&lt;select id="findBooksByIds"  resultType="com.itheima.entity.Book"&gt;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309020205020404" pitchFamily="49" charset="0"/>
                <a:sym typeface="+mn-ea"/>
              </a:rPr>
              <a:t>    </a:t>
            </a:r>
            <a:r>
              <a:rPr sz="1800">
                <a:latin typeface="Courier New" panose="02070309020205020404" pitchFamily="49" charset="0"/>
                <a:sym typeface="+mn-ea"/>
              </a:rPr>
              <a:t>SELECT * FROM book  WHERE id IN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309020205020404" pitchFamily="49" charset="0"/>
                <a:sym typeface="+mn-ea"/>
              </a:rPr>
              <a:t>    </a:t>
            </a:r>
            <a:r>
              <a:rPr sz="1800">
                <a:latin typeface="Courier New" panose="02070309020205020404" pitchFamily="49" charset="0"/>
                <a:sym typeface="+mn-ea"/>
              </a:rPr>
              <a:t>&lt;foreach item="id" collection="array" open="(" separator="," close=")"&gt;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#{id}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309020205020404" pitchFamily="49" charset="0"/>
                <a:sym typeface="+mn-ea"/>
              </a:rPr>
              <a:t>    </a:t>
            </a:r>
            <a:r>
              <a:rPr sz="1800">
                <a:latin typeface="Courier New" panose="02070309020205020404" pitchFamily="49" charset="0"/>
                <a:sym typeface="+mn-ea"/>
              </a:rPr>
              <a:t>&lt;/foreach&gt;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&lt;/select&gt;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(3)定义测试方法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在文件9-7的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BookTest类中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测试方法foreachByArrayTest()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，并使用BookMapper对象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调用其findBooksByIds()方法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查询图书信息并进行排序，具体代码如下所示。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foreachByArrayTest()</a:t>
                </a:r>
                <a:r>
                  <a:rPr lang="zh-CN" sz="1800">
                    <a:sym typeface="+mn-ea"/>
                    <a:hlinkClick r:id="rId8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(4)测试效果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foreachByArrayTest()方法，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9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43025" y="2767330"/>
            <a:ext cx="9562711" cy="24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9"/>
          <p:cNvSpPr txBox="1"/>
          <p:nvPr>
            <p:custDataLst>
              <p:tags r:id="rId2"/>
            </p:custDataLst>
          </p:nvPr>
        </p:nvSpPr>
        <p:spPr>
          <a:xfrm>
            <a:off x="1054735" y="1053465"/>
            <a:ext cx="336169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3.&lt;foreach&gt;标签遍历List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18249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(1)定义插入方法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993775" y="274447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在文件9-4中的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中定义批量插入图书信息的方法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findBooksByIds()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，该方法的参数为排序的字段名称，具体如下所示。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77265" y="150812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批量插入多个图书信息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的案例，演示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&lt;foreach&gt;标签遍历List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967740" y="3769360"/>
            <a:ext cx="10191750" cy="735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1489710" y="3801745"/>
            <a:ext cx="9897745" cy="7169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void batchInsertBooks(List&lt;Book&gt; books);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98005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(2)编写映射信息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在文件9-6中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定义批量插入图书信息的语句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，遍历传入的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List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，将迭代到的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元素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作为插入到数据表中的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记录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67740" y="3051810"/>
            <a:ext cx="10191750" cy="2910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89710" y="3084195"/>
            <a:ext cx="9897745" cy="279273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&lt;insert id="batchInsertBooks" parameterType="java.util.List"&gt;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INSERT INTO book (id, name, price) VALUES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&lt;foreach  collection="list" item="book" separator=","&gt;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(#{book.id}, #{book.name}, #{book.price})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&lt;/foreach&gt;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&lt;/insert&gt;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(3)定义测试方法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在文件9-7的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BookTest类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测试方法foreachByListTest()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，并使用BookMapper对象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调用其batchInsertBooks()方法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批量插入图书信息，具体代码如下所示。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foreachByListTest()</a:t>
                </a:r>
                <a:r>
                  <a:rPr lang="zh-CN" sz="1800">
                    <a:sym typeface="+mn-ea"/>
                    <a:hlinkClick r:id="rId8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(4)测试效果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foreachByListTest()方法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43342" y="2781300"/>
            <a:ext cx="8415023" cy="32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9"/>
          <p:cNvSpPr txBox="1"/>
          <p:nvPr>
            <p:custDataLst>
              <p:tags r:id="rId2"/>
            </p:custDataLst>
          </p:nvPr>
        </p:nvSpPr>
        <p:spPr>
          <a:xfrm>
            <a:off x="1054735" y="1053465"/>
            <a:ext cx="336169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4.&lt;foreach&gt;标签遍历Map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18249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(1)定义查询方法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993775" y="2744470"/>
            <a:ext cx="1043114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在文件9-4中的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根据多个查询条件查询图书信息的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方法queryByConditions()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，该方法的参数为封装到Map中的查询条件，具体如下所示。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77265" y="150812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根据多个查询条件查询图书信息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的案例，演示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&lt;foreach&gt;标签遍历Map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967740" y="3769360"/>
            <a:ext cx="10191750" cy="1056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1489710" y="3801745"/>
            <a:ext cx="9897745" cy="7169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List&lt;Book&gt; queryByConditions(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@Param("conditions")Map&lt;String, String&gt; conditions);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98005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(2)编写映射信息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在文件9-6中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根据多个查询条件查询图书信息的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查询语句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，遍历传入的Map参数，将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迭代到的键和值作为SQL语句的查询条件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67740" y="3051810"/>
            <a:ext cx="10191750" cy="3503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059180" y="3084195"/>
            <a:ext cx="10229850" cy="347091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&lt;select id="queryByConditions" parameterType="map"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resultType="com.itheima.entity.Book"&gt;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SELECT * FROM book	WHERE 1 = 1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&lt;foreach item="item" index="key"  collection="conditions"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open="AND (" separator="OR" close=")"&gt;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${key} = #{item}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&lt;/foreach&gt;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&lt;/select&gt;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(3)定义测试方法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在文件9-7的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BookTest类中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测试方法foreachByMapTest()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，并使用BookMapper对象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调用其queryByConditions()方法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根据多个查询条件查询图书信息，具体代码如下所示。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foreachByMapTest()</a:t>
                </a:r>
                <a:r>
                  <a:rPr lang="zh-CN" sz="1800">
                    <a:sym typeface="+mn-ea"/>
                    <a:hlinkClick r:id="rId8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循环遍历标签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(4)测试效果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foreachByMapTest()方法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-2147482269" name="图片 -21474822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470" y="2570480"/>
            <a:ext cx="10323195" cy="2740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9.3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条件拼接和修剪标签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的使用，能够使用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&lt;where&gt;标签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&lt;trim&gt;标签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动态地拼接和修剪SQL语句的片段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452880"/>
            <a:ext cx="1029589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在构建动态SQL时，根据业务逻辑的不同，我们通常需要动态地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拼接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修剪SQL语句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的片段，以确保生成的SQL既符合语法规则又能准确表达查询意图。MyBatis为此提供了强大的条件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拼接和修剪标签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，其中最为常用的便是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&lt;where&gt;标签和&lt;trim&gt;标签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。下面对这两个标签分别进行讲解。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452880"/>
            <a:ext cx="1029589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在前两节的案例映射文件的查询语句中，因为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不确定条件判断是否能成立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，对此在条件之前加入了“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WHERE 1=1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”，以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避免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条件判断成立后WHERE后面第一个词是AND或者OR之类的关键字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出现语法错误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。但这种做法可能会让SQL语句看起来不太自然，同时会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引入额外的逻辑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不必要的查询条件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，而不符合业务需求。对此，可以使用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&lt;where&gt;标签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动态的条件拼接。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&lt;where&gt;标签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是MyBatis中用于动态构建SQL查询条件的标签之一，&lt;where&gt; 标签会确保只有当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至少有一个条件成立时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，才会在SQL语句中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添加WHERE关键字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，并且可以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自动处理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条件语句中的</a:t>
            </a:r>
            <a:r>
              <a:rPr lang="en-US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，从而构建正确的SQL查询语句。使用&lt;where&gt;标签可以使SQL查询语句的编写更加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简洁和灵活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，尤其是在存在多个条件需要动态拼接时。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9"/>
          <p:cNvSpPr txBox="1"/>
          <p:nvPr>
            <p:custDataLst>
              <p:tags r:id="rId3"/>
            </p:custDataLst>
          </p:nvPr>
        </p:nvSpPr>
        <p:spPr>
          <a:xfrm>
            <a:off x="1054735" y="1125220"/>
            <a:ext cx="336169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1.&lt;where&gt;标签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18249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(1)修改映射</a:t>
              </a:r>
              <a:r>
                <a:rPr lang="zh-CN"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文件</a:t>
              </a:r>
              <a:endParaRPr lang="zh-CN"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744470"/>
            <a:ext cx="1043114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修改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文件9-6中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id为queryByIdAndName的查询语句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&lt;where&gt;标签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替换“WHERE 1=1”，修改后代码如下。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977265" y="114935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基于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9.1.1节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&lt;if&gt;标签的案例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&lt;where&gt;标签替换“WHERE 1=1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”演示&lt;where&gt;标签的使用。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9"/>
                  </a:rPr>
                  <a:t>修改后的查询语句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43114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6807" y="2709545"/>
            <a:ext cx="9414625" cy="24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66814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&lt;trim&gt;标签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是MyBatis中用于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修剪SQL语句字符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的标签，它通常用于动态构建SQL查询语句时，根据条件动态地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删除指定的字符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，以构建符合预期逻辑的SQL语句。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MyBatis的&lt;trim&gt;标签具有一系列用于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修剪SQL语句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，通过这些属性开发者可以精细地控制SQL语句的修剪，具体如下。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9"/>
          <p:cNvSpPr txBox="1"/>
          <p:nvPr>
            <p:custDataLst>
              <p:tags r:id="rId3"/>
            </p:custDataLst>
          </p:nvPr>
        </p:nvSpPr>
        <p:spPr>
          <a:xfrm>
            <a:off x="1054735" y="1125220"/>
            <a:ext cx="336169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2.&lt;trim&gt;标签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637665" y="3622040"/>
          <a:ext cx="9225280" cy="2497455"/>
        </p:xfrm>
        <a:graphic>
          <a:graphicData uri="http://schemas.openxmlformats.org/drawingml/2006/table">
            <a:tbl>
              <a:tblPr/>
              <a:tblGrid>
                <a:gridCol w="2509520"/>
                <a:gridCol w="6715760"/>
              </a:tblGrid>
              <a:tr h="594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指定给SQL语句增加的前缀</a:t>
                      </a:r>
                      <a:r>
                        <a:rPr lang="zh-CN" altLang="en-US" sz="18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字符串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prefixOverrides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指定SQL语句中要去掉的前缀字符串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62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suffix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指定给SQL语句增加的后缀字符串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suffixOverrides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指定SQL语句中要去掉的后缀字符串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18249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(1)修改映射信息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744470"/>
            <a:ext cx="1043114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修改文件9-6中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id为queryByIdAndName的查询语句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&lt;trim&gt;标签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替换“WHERE 1=1”，修改后代码如下。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977265" y="114935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下面同样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基于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9.1.1节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&lt;if&gt;标签的案例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&lt;trim&gt;标签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替换“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WHERE 1=1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”演示&lt;trim&gt;标签的使用和效果。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9"/>
                  </a:rPr>
                  <a:t>修改后的查询语句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条件拼接和修剪标签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43114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125" y="2710180"/>
            <a:ext cx="9255045" cy="25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更新操作标签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9.4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更新操作标签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更新操作标签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的使用，能够使用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&lt;set&gt;标签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根据条件动态地生成SET子句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更新操作标签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452880"/>
            <a:ext cx="1029589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在数据库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更新操作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中，经常需要根据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不同条件动态拼接字段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对应的数值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。然而，这些条件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并不总是同时存在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，这可能导致生成的SQL语句中出现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预期之外的字段或逻辑错误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。为了避免这种情况的发生，MyBatis提供了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&lt;set&gt;标签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结合&lt;if&gt;标签的方式来构建动态SQL。确保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只有需要更新的字段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才会被包含在最终的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SQL语句中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。并且当使用多个&lt;if&gt;或其他条件判断来拼接不同的字段更新时，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&lt;set&gt;标签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自动去掉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最后一个字段更新后的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多余逗号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，确保SET子句的语法正确。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更新操作标签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18249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(1)定义更新方法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744470"/>
            <a:ext cx="1043114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在文件9-4中的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更新图书信息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的方法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updateBooks()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977265" y="114935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更新图书信息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的案例演示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&lt;set&gt;标签的使用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，更新图书时如果传入的图书信息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不为空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更新对应字段的值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967740" y="3482340"/>
            <a:ext cx="10191750" cy="690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1489710" y="3514725"/>
            <a:ext cx="9897745" cy="5530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void updateBook(Book book);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更新操作标签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(2)编写映射信息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43114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在文件9-6中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定义更新语句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，在更新语句判断传入参数的属性是否为空，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不为空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则根据传入属性的值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更新数据表中对应字段的值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276207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287094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8"/>
                  </a:rPr>
                  <a:t>更新语句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更新操作标签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(3)定义测试方法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43114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在文件9-7的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BookTest类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测试方法setTest()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，并使用BookMapper对象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调用其updateBook()方法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更新图书信息，具体代码如下所示。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276207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287094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8"/>
                  </a:rPr>
                  <a:t>setTest()方法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更新操作标签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(4)测试效果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43114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文件9-7中的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setTest()方法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30680" y="2493645"/>
            <a:ext cx="8752189" cy="37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动态SQL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相关知识。首先讲解了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条件判断标签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；然后讲解了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循环遍历标签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；接着讲解了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条件拼接和修剪标签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；最后讲解了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更新操作标签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。通过本章的学习，读者可以了解和应用动态SQL的常用标签，为后续的MyBatis程序开发奠定基础。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UNIT_TABLE_BEAUTIFY" val="smartTable{aab0f143-c2af-417f-a020-decd4f8cab67}"/>
  <p:tag name="TABLE_ENDDRAG_ORIGIN_RECT" val="824*349"/>
  <p:tag name="TABLE_ENDDRAG_RECT" val="75*114*824*349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UNIT_TABLE_BEAUTIFY" val="smartTable{f3e1d536-d739-4e7a-9d34-a0e6bdc67c53}"/>
  <p:tag name="TABLE_ENDDRAG_ORIGIN_RECT" val="824*273"/>
  <p:tag name="TABLE_ENDDRAG_RECT" val="75*130*824*274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UNIT_TABLE_BEAUTIFY" val="smartTable{a77fe1e6-8468-47f1-a66d-f0d3e844d455}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9631</Words>
  <Application>WPS 演示</Application>
  <PresentationFormat>自定义</PresentationFormat>
  <Paragraphs>571</Paragraphs>
  <Slides>62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83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思源黑体 CN Normal</vt:lpstr>
      <vt:lpstr>Courier New</vt:lpstr>
      <vt:lpstr>Arial Unicode MS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</cp:lastModifiedBy>
  <cp:revision>1781</cp:revision>
  <dcterms:created xsi:type="dcterms:W3CDTF">2020-11-11T09:29:00Z</dcterms:created>
  <dcterms:modified xsi:type="dcterms:W3CDTF">2025-08-18T03:35:12Z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69DB4B6826B6494390E926BE37E6C64D</vt:lpwstr>
  </property>
</Properties>
</file>