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5"/>
  </p:notesMasterIdLst>
  <p:handoutMasterIdLst>
    <p:handoutMasterId r:id="rId67"/>
  </p:handoutMasterIdLst>
  <p:sldIdLst>
    <p:sldId id="583" r:id="rId4"/>
    <p:sldId id="1124" r:id="rId6"/>
    <p:sldId id="586" r:id="rId7"/>
    <p:sldId id="587" r:id="rId8"/>
    <p:sldId id="309" r:id="rId9"/>
    <p:sldId id="1986" r:id="rId10"/>
    <p:sldId id="1323" r:id="rId11"/>
    <p:sldId id="899" r:id="rId12"/>
    <p:sldId id="1987" r:id="rId13"/>
    <p:sldId id="1988" r:id="rId14"/>
    <p:sldId id="1989" r:id="rId15"/>
    <p:sldId id="1990" r:id="rId16"/>
    <p:sldId id="1991" r:id="rId17"/>
    <p:sldId id="1992" r:id="rId18"/>
    <p:sldId id="1993" r:id="rId19"/>
    <p:sldId id="1994" r:id="rId20"/>
    <p:sldId id="1995" r:id="rId21"/>
    <p:sldId id="1996" r:id="rId22"/>
    <p:sldId id="1796" r:id="rId23"/>
    <p:sldId id="1997" r:id="rId24"/>
    <p:sldId id="1998" r:id="rId25"/>
    <p:sldId id="1999" r:id="rId26"/>
    <p:sldId id="2000" r:id="rId27"/>
    <p:sldId id="2001" r:id="rId28"/>
    <p:sldId id="2002" r:id="rId29"/>
    <p:sldId id="2003" r:id="rId30"/>
    <p:sldId id="2004" r:id="rId31"/>
    <p:sldId id="1797" r:id="rId32"/>
    <p:sldId id="1798" r:id="rId33"/>
    <p:sldId id="1800" r:id="rId34"/>
    <p:sldId id="1801" r:id="rId35"/>
    <p:sldId id="2005" r:id="rId36"/>
    <p:sldId id="2006" r:id="rId37"/>
    <p:sldId id="1802" r:id="rId38"/>
    <p:sldId id="2007" r:id="rId39"/>
    <p:sldId id="2008" r:id="rId40"/>
    <p:sldId id="2009" r:id="rId41"/>
    <p:sldId id="1804" r:id="rId42"/>
    <p:sldId id="1805" r:id="rId43"/>
    <p:sldId id="2010" r:id="rId44"/>
    <p:sldId id="2011" r:id="rId45"/>
    <p:sldId id="2012" r:id="rId46"/>
    <p:sldId id="2013" r:id="rId47"/>
    <p:sldId id="2014" r:id="rId48"/>
    <p:sldId id="2016" r:id="rId49"/>
    <p:sldId id="2017" r:id="rId50"/>
    <p:sldId id="2018" r:id="rId51"/>
    <p:sldId id="2020" r:id="rId52"/>
    <p:sldId id="2019" r:id="rId53"/>
    <p:sldId id="2021" r:id="rId54"/>
    <p:sldId id="1806" r:id="rId55"/>
    <p:sldId id="2022" r:id="rId56"/>
    <p:sldId id="2023" r:id="rId57"/>
    <p:sldId id="2024" r:id="rId58"/>
    <p:sldId id="2025" r:id="rId59"/>
    <p:sldId id="2026" r:id="rId60"/>
    <p:sldId id="2027" r:id="rId61"/>
    <p:sldId id="2029" r:id="rId62"/>
    <p:sldId id="2030" r:id="rId63"/>
    <p:sldId id="2031" r:id="rId64"/>
    <p:sldId id="889" r:id="rId65"/>
    <p:sldId id="617" r:id="rId66"/>
  </p:sldIdLst>
  <p:sldSz cx="12190095" cy="6859270"/>
  <p:notesSz cx="6858000" cy="9144000"/>
  <p:custDataLst>
    <p:tags r:id="rId72"/>
  </p:custDataLst>
  <p:defaultTextStyle>
    <a:defPPr>
      <a:defRPr lang="zh-CN"/>
    </a:defPPr>
    <a:lvl1pPr marL="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2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8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04" userDrawn="1">
          <p15:clr>
            <a:srgbClr val="A4A3A4"/>
          </p15:clr>
        </p15:guide>
        <p15:guide id="2" pos="1890" userDrawn="1">
          <p15:clr>
            <a:srgbClr val="A4A3A4"/>
          </p15:clr>
        </p15:guide>
        <p15:guide id="3" pos="700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薛蒙蒙" initials="xmm" lastIdx="10" clrIdx="0"/>
  <p:cmAuthor id="2" name="LD" initials="L" lastIdx="2" clrIdx="1"/>
  <p:cmAuthor id="3" name="Lv0593" initials="L" lastIdx="15" clrIdx="2"/>
  <p:cmAuthor id="4" name="tk" initials="tk" lastIdx="1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DA2"/>
    <a:srgbClr val="595959"/>
    <a:srgbClr val="FAFAFA"/>
    <a:srgbClr val="FF0000"/>
    <a:srgbClr val="11D023"/>
    <a:srgbClr val="F2F2F2"/>
    <a:srgbClr val="1369B2"/>
    <a:srgbClr val="006BBC"/>
    <a:srgbClr val="0075CC"/>
    <a:srgbClr val="008D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72" autoAdjust="0"/>
    <p:restoredTop sz="94660" autoAdjust="0"/>
  </p:normalViewPr>
  <p:slideViewPr>
    <p:cSldViewPr showGuides="1">
      <p:cViewPr varScale="1">
        <p:scale>
          <a:sx n="87" d="100"/>
          <a:sy n="87" d="100"/>
        </p:scale>
        <p:origin x="768" y="82"/>
      </p:cViewPr>
      <p:guideLst>
        <p:guide orient="horz" pos="1004"/>
        <p:guide pos="1890"/>
        <p:guide pos="700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6" d="100"/>
          <a:sy n="86" d="100"/>
        </p:scale>
        <p:origin x="-3810" y="-90"/>
      </p:cViewPr>
      <p:guideLst>
        <p:guide orient="horz" pos="2922"/>
        <p:guide pos="22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2" Type="http://schemas.openxmlformats.org/officeDocument/2006/relationships/tags" Target="tags/tag345.xml"/><Relationship Id="rId71" Type="http://schemas.openxmlformats.org/officeDocument/2006/relationships/commentAuthors" Target="commentAuthors.xml"/><Relationship Id="rId70" Type="http://schemas.openxmlformats.org/officeDocument/2006/relationships/tableStyles" Target="tableStyles.xml"/><Relationship Id="rId7" Type="http://schemas.openxmlformats.org/officeDocument/2006/relationships/slide" Target="slides/slide3.xml"/><Relationship Id="rId69" Type="http://schemas.openxmlformats.org/officeDocument/2006/relationships/viewProps" Target="viewProps.xml"/><Relationship Id="rId68" Type="http://schemas.openxmlformats.org/officeDocument/2006/relationships/presProps" Target="presProps.xml"/><Relationship Id="rId67" Type="http://schemas.openxmlformats.org/officeDocument/2006/relationships/handoutMaster" Target="handoutMasters/handoutMaster1.xml"/><Relationship Id="rId66" Type="http://schemas.openxmlformats.org/officeDocument/2006/relationships/slide" Target="slides/slide62.xml"/><Relationship Id="rId65" Type="http://schemas.openxmlformats.org/officeDocument/2006/relationships/slide" Target="slides/slide61.xml"/><Relationship Id="rId64" Type="http://schemas.openxmlformats.org/officeDocument/2006/relationships/slide" Target="slides/slide60.xml"/><Relationship Id="rId63" Type="http://schemas.openxmlformats.org/officeDocument/2006/relationships/slide" Target="slides/slide59.xml"/><Relationship Id="rId62" Type="http://schemas.openxmlformats.org/officeDocument/2006/relationships/slide" Target="slides/slide58.xml"/><Relationship Id="rId61" Type="http://schemas.openxmlformats.org/officeDocument/2006/relationships/slide" Target="slides/slide57.xml"/><Relationship Id="rId60" Type="http://schemas.openxmlformats.org/officeDocument/2006/relationships/slide" Target="slides/slide56.xml"/><Relationship Id="rId6" Type="http://schemas.openxmlformats.org/officeDocument/2006/relationships/slide" Target="slides/slide2.xml"/><Relationship Id="rId59" Type="http://schemas.openxmlformats.org/officeDocument/2006/relationships/slide" Target="slides/slide55.xml"/><Relationship Id="rId58" Type="http://schemas.openxmlformats.org/officeDocument/2006/relationships/slide" Target="slides/slide54.xml"/><Relationship Id="rId57" Type="http://schemas.openxmlformats.org/officeDocument/2006/relationships/slide" Target="slides/slide53.xml"/><Relationship Id="rId56" Type="http://schemas.openxmlformats.org/officeDocument/2006/relationships/slide" Target="slides/slide52.xml"/><Relationship Id="rId55" Type="http://schemas.openxmlformats.org/officeDocument/2006/relationships/slide" Target="slides/slide51.xml"/><Relationship Id="rId54" Type="http://schemas.openxmlformats.org/officeDocument/2006/relationships/slide" Target="slides/slide50.xml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51" Type="http://schemas.openxmlformats.org/officeDocument/2006/relationships/slide" Target="slides/slide47.xml"/><Relationship Id="rId50" Type="http://schemas.openxmlformats.org/officeDocument/2006/relationships/slide" Target="slides/slide46.xml"/><Relationship Id="rId5" Type="http://schemas.openxmlformats.org/officeDocument/2006/relationships/notesMaster" Target="notesMasters/notesMaster1.xml"/><Relationship Id="rId49" Type="http://schemas.openxmlformats.org/officeDocument/2006/relationships/slide" Target="slides/slide4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53A075-29DF-4CAE-8BA7-CDA0ED456C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924EE-29F1-4E68-A53A-86CBCBDF827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2B73EA-EE91-4E33-A9C1-8BF5DD7139A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2B679-AE23-4750-8FB0-6513430B895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777" y="2309308"/>
            <a:ext cx="10850541" cy="899333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820" y="3566185"/>
            <a:ext cx="10850454" cy="80151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5365" indent="0" algn="ctr">
              <a:buNone/>
              <a:defRPr sz="1600"/>
            </a:lvl6pPr>
            <a:lvl7pPr marL="2742565" indent="0" algn="ctr">
              <a:buNone/>
              <a:defRPr sz="1600"/>
            </a:lvl7pPr>
            <a:lvl8pPr marL="3199765" indent="0" algn="ctr">
              <a:buNone/>
              <a:defRPr sz="1600"/>
            </a:lvl8pPr>
            <a:lvl9pPr marL="3656965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777" y="581333"/>
            <a:ext cx="10850541" cy="64812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820" y="1508404"/>
            <a:ext cx="10850454" cy="475004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39974" y="727845"/>
            <a:ext cx="3931306" cy="1115266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7617" y="727845"/>
            <a:ext cx="6171235" cy="5404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39974" y="2240060"/>
            <a:ext cx="3931306" cy="3892636"/>
          </a:xfrm>
        </p:spPr>
        <p:txBody>
          <a:bodyPr/>
          <a:lstStyle>
            <a:lvl1pPr marL="342900" indent="-342900">
              <a:buFont typeface="Arial" panose="020B060402020209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5365" indent="0">
              <a:buNone/>
              <a:defRPr sz="1000"/>
            </a:lvl6pPr>
            <a:lvl7pPr marL="2742565" indent="0">
              <a:buNone/>
              <a:defRPr sz="1000"/>
            </a:lvl7pPr>
            <a:lvl8pPr marL="3199765" indent="0">
              <a:buNone/>
              <a:defRPr sz="1000"/>
            </a:lvl8pPr>
            <a:lvl9pPr marL="3656965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820" y="5606183"/>
            <a:ext cx="10850454" cy="558268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820" y="641469"/>
            <a:ext cx="10850454" cy="4556969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None/>
              <a:tabLst>
                <a:tab pos="1609725" algn="l"/>
              </a:tabLst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6765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4539" cy="686943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None/>
              <a:tabLst>
                <a:tab pos="1609725" algn="l"/>
              </a:tabLst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6765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22" y="565255"/>
            <a:ext cx="5399196" cy="57287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6765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6787" y="565255"/>
            <a:ext cx="5399196" cy="57287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6765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24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777" y="623706"/>
            <a:ext cx="10850541" cy="899333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组合 41"/>
          <p:cNvGrpSpPr/>
          <p:nvPr userDrawn="1"/>
        </p:nvGrpSpPr>
        <p:grpSpPr>
          <a:xfrm>
            <a:off x="-3131" y="2202951"/>
            <a:ext cx="12193544" cy="2327529"/>
            <a:chOff x="169683" y="177982"/>
            <a:chExt cx="3937015" cy="751234"/>
          </a:xfrm>
        </p:grpSpPr>
        <p:sp>
          <p:nvSpPr>
            <p:cNvPr id="44" name="等腰三角形 43"/>
            <p:cNvSpPr/>
            <p:nvPr/>
          </p:nvSpPr>
          <p:spPr>
            <a:xfrm>
              <a:off x="1587695" y="177982"/>
              <a:ext cx="355284" cy="356514"/>
            </a:xfrm>
            <a:prstGeom prst="triangle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5" name="等腰三角形 44"/>
            <p:cNvSpPr/>
            <p:nvPr/>
          </p:nvSpPr>
          <p:spPr>
            <a:xfrm flipV="1">
              <a:off x="169683" y="572702"/>
              <a:ext cx="355284" cy="356514"/>
            </a:xfrm>
            <a:prstGeom prst="triangle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70694" y="261768"/>
              <a:ext cx="3936004" cy="6119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7" name="平行四边形 46"/>
            <p:cNvSpPr/>
            <p:nvPr/>
          </p:nvSpPr>
          <p:spPr>
            <a:xfrm>
              <a:off x="348467" y="177982"/>
              <a:ext cx="1418233" cy="751234"/>
            </a:xfrm>
            <a:prstGeom prst="parallelogram">
              <a:avLst>
                <a:gd name="adj" fmla="val 48207"/>
              </a:avLst>
            </a:prstGeom>
            <a:solidFill>
              <a:srgbClr val="1369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8" name="文本框 6"/>
            <p:cNvSpPr txBox="1"/>
            <p:nvPr/>
          </p:nvSpPr>
          <p:spPr>
            <a:xfrm>
              <a:off x="619911" y="284178"/>
              <a:ext cx="650908" cy="553578"/>
            </a:xfrm>
            <a:prstGeom prst="rect">
              <a:avLst/>
            </a:prstGeom>
            <a:noFill/>
          </p:spPr>
          <p:txBody>
            <a:bodyPr wrap="square" lIns="68580" tIns="34290" rIns="68580" bIns="34290" rtlCol="0">
              <a:spAutoFit/>
            </a:bodyPr>
            <a:lstStyle/>
            <a:p>
              <a:endParaRPr lang="zh-CN" altLang="en-US" sz="107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7" name="组合 6"/>
          <p:cNvGrpSpPr/>
          <p:nvPr userDrawn="1"/>
        </p:nvGrpSpPr>
        <p:grpSpPr>
          <a:xfrm>
            <a:off x="10631710" y="1700153"/>
            <a:ext cx="575989" cy="577246"/>
            <a:chOff x="6084168" y="1274820"/>
            <a:chExt cx="432048" cy="432834"/>
          </a:xfrm>
        </p:grpSpPr>
        <p:sp>
          <p:nvSpPr>
            <p:cNvPr id="14" name="椭圆 22"/>
            <p:cNvSpPr>
              <a:spLocks noChangeArrowheads="1"/>
            </p:cNvSpPr>
            <p:nvPr/>
          </p:nvSpPr>
          <p:spPr bwMode="auto">
            <a:xfrm>
              <a:off x="6084168" y="1274820"/>
              <a:ext cx="432048" cy="432834"/>
            </a:xfrm>
            <a:prstGeom prst="ellipse">
              <a:avLst/>
            </a:prstGeom>
            <a:solidFill>
              <a:srgbClr val="1369B2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19" name="Freeform 59"/>
            <p:cNvSpPr>
              <a:spLocks noChangeArrowheads="1"/>
            </p:cNvSpPr>
            <p:nvPr/>
          </p:nvSpPr>
          <p:spPr bwMode="auto">
            <a:xfrm>
              <a:off x="6180302" y="1365898"/>
              <a:ext cx="239780" cy="250679"/>
            </a:xfrm>
            <a:custGeom>
              <a:avLst/>
              <a:gdLst>
                <a:gd name="T0" fmla="*/ 73627430 w 581"/>
                <a:gd name="T1" fmla="*/ 67678707 h 609"/>
                <a:gd name="T2" fmla="*/ 61659637 w 581"/>
                <a:gd name="T3" fmla="*/ 78678142 h 609"/>
                <a:gd name="T4" fmla="*/ 54244957 w 581"/>
                <a:gd name="T5" fmla="*/ 72208055 h 609"/>
                <a:gd name="T6" fmla="*/ 57106883 w 581"/>
                <a:gd name="T7" fmla="*/ 65867111 h 609"/>
                <a:gd name="T8" fmla="*/ 61659637 w 581"/>
                <a:gd name="T9" fmla="*/ 69490662 h 609"/>
                <a:gd name="T10" fmla="*/ 71806401 w 581"/>
                <a:gd name="T11" fmla="*/ 61338122 h 609"/>
                <a:gd name="T12" fmla="*/ 73627430 w 581"/>
                <a:gd name="T13" fmla="*/ 67678707 h 609"/>
                <a:gd name="T14" fmla="*/ 61659637 w 581"/>
                <a:gd name="T15" fmla="*/ 64055516 h 609"/>
                <a:gd name="T16" fmla="*/ 49691843 w 581"/>
                <a:gd name="T17" fmla="*/ 69490662 h 609"/>
                <a:gd name="T18" fmla="*/ 51513233 w 581"/>
                <a:gd name="T19" fmla="*/ 75054951 h 609"/>
                <a:gd name="T20" fmla="*/ 3772261 w 581"/>
                <a:gd name="T21" fmla="*/ 78678142 h 609"/>
                <a:gd name="T22" fmla="*/ 0 w 581"/>
                <a:gd name="T23" fmla="*/ 10999436 h 609"/>
                <a:gd name="T24" fmla="*/ 10146404 w 581"/>
                <a:gd name="T25" fmla="*/ 7246742 h 609"/>
                <a:gd name="T26" fmla="*/ 17561444 w 581"/>
                <a:gd name="T27" fmla="*/ 18246178 h 609"/>
                <a:gd name="T28" fmla="*/ 24845922 w 581"/>
                <a:gd name="T29" fmla="*/ 7246742 h 609"/>
                <a:gd name="T30" fmla="*/ 28488341 w 581"/>
                <a:gd name="T31" fmla="*/ 10999436 h 609"/>
                <a:gd name="T32" fmla="*/ 43318061 w 581"/>
                <a:gd name="T33" fmla="*/ 10999436 h 609"/>
                <a:gd name="T34" fmla="*/ 46960119 w 581"/>
                <a:gd name="T35" fmla="*/ 7246742 h 609"/>
                <a:gd name="T36" fmla="*/ 54244957 w 581"/>
                <a:gd name="T37" fmla="*/ 18246178 h 609"/>
                <a:gd name="T38" fmla="*/ 61659637 w 581"/>
                <a:gd name="T39" fmla="*/ 7246742 h 609"/>
                <a:gd name="T40" fmla="*/ 71806401 w 581"/>
                <a:gd name="T41" fmla="*/ 10999436 h 609"/>
                <a:gd name="T42" fmla="*/ 66212751 w 581"/>
                <a:gd name="T43" fmla="*/ 59526167 h 609"/>
                <a:gd name="T44" fmla="*/ 10146404 w 581"/>
                <a:gd name="T45" fmla="*/ 63149718 h 609"/>
                <a:gd name="T46" fmla="*/ 12878128 w 581"/>
                <a:gd name="T47" fmla="*/ 65867111 h 609"/>
                <a:gd name="T48" fmla="*/ 39545439 w 581"/>
                <a:gd name="T49" fmla="*/ 63149718 h 609"/>
                <a:gd name="T50" fmla="*/ 39545439 w 581"/>
                <a:gd name="T51" fmla="*/ 63149718 h 609"/>
                <a:gd name="T52" fmla="*/ 39545439 w 581"/>
                <a:gd name="T53" fmla="*/ 63149718 h 609"/>
                <a:gd name="T54" fmla="*/ 12878128 w 581"/>
                <a:gd name="T55" fmla="*/ 60431965 h 609"/>
                <a:gd name="T56" fmla="*/ 58017218 w 581"/>
                <a:gd name="T57" fmla="*/ 28339815 h 609"/>
                <a:gd name="T58" fmla="*/ 13788823 w 581"/>
                <a:gd name="T59" fmla="*/ 28339815 h 609"/>
                <a:gd name="T60" fmla="*/ 13788823 w 581"/>
                <a:gd name="T61" fmla="*/ 35715700 h 609"/>
                <a:gd name="T62" fmla="*/ 61659637 w 581"/>
                <a:gd name="T63" fmla="*/ 31963007 h 609"/>
                <a:gd name="T64" fmla="*/ 58017218 w 581"/>
                <a:gd name="T65" fmla="*/ 43868240 h 609"/>
                <a:gd name="T66" fmla="*/ 35903020 w 581"/>
                <a:gd name="T67" fmla="*/ 43868240 h 609"/>
                <a:gd name="T68" fmla="*/ 13788823 w 581"/>
                <a:gd name="T69" fmla="*/ 43868240 h 609"/>
                <a:gd name="T70" fmla="*/ 13788823 w 581"/>
                <a:gd name="T71" fmla="*/ 51244484 h 609"/>
                <a:gd name="T72" fmla="*/ 35903020 w 581"/>
                <a:gd name="T73" fmla="*/ 51244484 h 609"/>
                <a:gd name="T74" fmla="*/ 61659637 w 581"/>
                <a:gd name="T75" fmla="*/ 47491791 h 609"/>
                <a:gd name="T76" fmla="*/ 54244957 w 581"/>
                <a:gd name="T77" fmla="*/ 14622627 h 609"/>
                <a:gd name="T78" fmla="*/ 50602538 w 581"/>
                <a:gd name="T79" fmla="*/ 10999436 h 609"/>
                <a:gd name="T80" fmla="*/ 54244957 w 581"/>
                <a:gd name="T81" fmla="*/ 0 h 609"/>
                <a:gd name="T82" fmla="*/ 58017218 w 581"/>
                <a:gd name="T83" fmla="*/ 10999436 h 609"/>
                <a:gd name="T84" fmla="*/ 35903020 w 581"/>
                <a:gd name="T85" fmla="*/ 14622627 h 609"/>
                <a:gd name="T86" fmla="*/ 32260601 w 581"/>
                <a:gd name="T87" fmla="*/ 10999436 h 609"/>
                <a:gd name="T88" fmla="*/ 35903020 w 581"/>
                <a:gd name="T89" fmla="*/ 0 h 609"/>
                <a:gd name="T90" fmla="*/ 39545439 w 581"/>
                <a:gd name="T91" fmla="*/ 10999436 h 609"/>
                <a:gd name="T92" fmla="*/ 17561444 w 581"/>
                <a:gd name="T93" fmla="*/ 14622627 h 609"/>
                <a:gd name="T94" fmla="*/ 13788823 w 581"/>
                <a:gd name="T95" fmla="*/ 10999436 h 609"/>
                <a:gd name="T96" fmla="*/ 17561444 w 581"/>
                <a:gd name="T97" fmla="*/ 0 h 609"/>
                <a:gd name="T98" fmla="*/ 21203502 w 581"/>
                <a:gd name="T99" fmla="*/ 10999436 h 609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0" t="0" r="r" b="b"/>
              <a:pathLst>
                <a:path w="581" h="609">
                  <a:moveTo>
                    <a:pt x="566" y="523"/>
                  </a:moveTo>
                  <a:lnTo>
                    <a:pt x="566" y="523"/>
                  </a:lnTo>
                  <a:cubicBezTo>
                    <a:pt x="495" y="594"/>
                    <a:pt x="495" y="594"/>
                    <a:pt x="495" y="594"/>
                  </a:cubicBezTo>
                  <a:cubicBezTo>
                    <a:pt x="488" y="601"/>
                    <a:pt x="481" y="608"/>
                    <a:pt x="474" y="608"/>
                  </a:cubicBezTo>
                  <a:cubicBezTo>
                    <a:pt x="467" y="608"/>
                    <a:pt x="460" y="601"/>
                    <a:pt x="453" y="594"/>
                  </a:cubicBezTo>
                  <a:cubicBezTo>
                    <a:pt x="417" y="558"/>
                    <a:pt x="417" y="558"/>
                    <a:pt x="417" y="558"/>
                  </a:cubicBezTo>
                  <a:cubicBezTo>
                    <a:pt x="410" y="551"/>
                    <a:pt x="410" y="544"/>
                    <a:pt x="410" y="537"/>
                  </a:cubicBezTo>
                  <a:cubicBezTo>
                    <a:pt x="410" y="523"/>
                    <a:pt x="417" y="509"/>
                    <a:pt x="439" y="509"/>
                  </a:cubicBezTo>
                  <a:cubicBezTo>
                    <a:pt x="446" y="509"/>
                    <a:pt x="453" y="516"/>
                    <a:pt x="453" y="523"/>
                  </a:cubicBezTo>
                  <a:cubicBezTo>
                    <a:pt x="474" y="537"/>
                    <a:pt x="474" y="537"/>
                    <a:pt x="474" y="537"/>
                  </a:cubicBezTo>
                  <a:cubicBezTo>
                    <a:pt x="530" y="481"/>
                    <a:pt x="530" y="481"/>
                    <a:pt x="530" y="481"/>
                  </a:cubicBezTo>
                  <a:cubicBezTo>
                    <a:pt x="537" y="474"/>
                    <a:pt x="545" y="474"/>
                    <a:pt x="552" y="474"/>
                  </a:cubicBezTo>
                  <a:cubicBezTo>
                    <a:pt x="566" y="474"/>
                    <a:pt x="580" y="488"/>
                    <a:pt x="580" y="502"/>
                  </a:cubicBezTo>
                  <a:cubicBezTo>
                    <a:pt x="580" y="509"/>
                    <a:pt x="573" y="516"/>
                    <a:pt x="566" y="523"/>
                  </a:cubicBezTo>
                  <a:close/>
                  <a:moveTo>
                    <a:pt x="474" y="495"/>
                  </a:moveTo>
                  <a:lnTo>
                    <a:pt x="474" y="495"/>
                  </a:lnTo>
                  <a:cubicBezTo>
                    <a:pt x="467" y="488"/>
                    <a:pt x="453" y="481"/>
                    <a:pt x="439" y="481"/>
                  </a:cubicBezTo>
                  <a:cubicBezTo>
                    <a:pt x="403" y="481"/>
                    <a:pt x="382" y="509"/>
                    <a:pt x="382" y="537"/>
                  </a:cubicBezTo>
                  <a:cubicBezTo>
                    <a:pt x="382" y="558"/>
                    <a:pt x="389" y="573"/>
                    <a:pt x="396" y="580"/>
                  </a:cubicBezTo>
                  <a:cubicBezTo>
                    <a:pt x="424" y="608"/>
                    <a:pt x="424" y="608"/>
                    <a:pt x="424" y="608"/>
                  </a:cubicBezTo>
                  <a:cubicBezTo>
                    <a:pt x="29" y="608"/>
                    <a:pt x="29" y="608"/>
                    <a:pt x="29" y="608"/>
                  </a:cubicBezTo>
                  <a:cubicBezTo>
                    <a:pt x="15" y="608"/>
                    <a:pt x="0" y="594"/>
                    <a:pt x="0" y="580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71"/>
                    <a:pt x="15" y="56"/>
                    <a:pt x="29" y="5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120"/>
                    <a:pt x="106" y="141"/>
                    <a:pt x="135" y="141"/>
                  </a:cubicBezTo>
                  <a:cubicBezTo>
                    <a:pt x="163" y="141"/>
                    <a:pt x="191" y="120"/>
                    <a:pt x="191" y="85"/>
                  </a:cubicBezTo>
                  <a:cubicBezTo>
                    <a:pt x="191" y="56"/>
                    <a:pt x="191" y="56"/>
                    <a:pt x="191" y="56"/>
                  </a:cubicBezTo>
                  <a:cubicBezTo>
                    <a:pt x="219" y="56"/>
                    <a:pt x="219" y="56"/>
                    <a:pt x="219" y="56"/>
                  </a:cubicBezTo>
                  <a:cubicBezTo>
                    <a:pt x="219" y="85"/>
                    <a:pt x="219" y="85"/>
                    <a:pt x="219" y="85"/>
                  </a:cubicBezTo>
                  <a:cubicBezTo>
                    <a:pt x="219" y="120"/>
                    <a:pt x="248" y="141"/>
                    <a:pt x="276" y="141"/>
                  </a:cubicBezTo>
                  <a:cubicBezTo>
                    <a:pt x="304" y="141"/>
                    <a:pt x="333" y="120"/>
                    <a:pt x="333" y="85"/>
                  </a:cubicBezTo>
                  <a:cubicBezTo>
                    <a:pt x="333" y="56"/>
                    <a:pt x="333" y="56"/>
                    <a:pt x="333" y="56"/>
                  </a:cubicBezTo>
                  <a:cubicBezTo>
                    <a:pt x="361" y="56"/>
                    <a:pt x="361" y="56"/>
                    <a:pt x="361" y="56"/>
                  </a:cubicBezTo>
                  <a:cubicBezTo>
                    <a:pt x="361" y="85"/>
                    <a:pt x="361" y="85"/>
                    <a:pt x="361" y="85"/>
                  </a:cubicBezTo>
                  <a:cubicBezTo>
                    <a:pt x="361" y="120"/>
                    <a:pt x="389" y="141"/>
                    <a:pt x="417" y="141"/>
                  </a:cubicBezTo>
                  <a:cubicBezTo>
                    <a:pt x="446" y="141"/>
                    <a:pt x="474" y="120"/>
                    <a:pt x="474" y="85"/>
                  </a:cubicBezTo>
                  <a:cubicBezTo>
                    <a:pt x="474" y="56"/>
                    <a:pt x="474" y="56"/>
                    <a:pt x="474" y="56"/>
                  </a:cubicBezTo>
                  <a:cubicBezTo>
                    <a:pt x="523" y="56"/>
                    <a:pt x="523" y="56"/>
                    <a:pt x="523" y="56"/>
                  </a:cubicBezTo>
                  <a:cubicBezTo>
                    <a:pt x="537" y="56"/>
                    <a:pt x="552" y="71"/>
                    <a:pt x="552" y="85"/>
                  </a:cubicBezTo>
                  <a:cubicBezTo>
                    <a:pt x="552" y="445"/>
                    <a:pt x="552" y="445"/>
                    <a:pt x="552" y="445"/>
                  </a:cubicBezTo>
                  <a:cubicBezTo>
                    <a:pt x="530" y="445"/>
                    <a:pt x="516" y="452"/>
                    <a:pt x="509" y="460"/>
                  </a:cubicBezTo>
                  <a:lnTo>
                    <a:pt x="474" y="495"/>
                  </a:lnTo>
                  <a:close/>
                  <a:moveTo>
                    <a:pt x="78" y="488"/>
                  </a:moveTo>
                  <a:lnTo>
                    <a:pt x="78" y="488"/>
                  </a:lnTo>
                  <a:cubicBezTo>
                    <a:pt x="78" y="502"/>
                    <a:pt x="85" y="509"/>
                    <a:pt x="99" y="509"/>
                  </a:cubicBezTo>
                  <a:cubicBezTo>
                    <a:pt x="283" y="509"/>
                    <a:pt x="283" y="509"/>
                    <a:pt x="283" y="509"/>
                  </a:cubicBezTo>
                  <a:cubicBezTo>
                    <a:pt x="297" y="509"/>
                    <a:pt x="304" y="502"/>
                    <a:pt x="304" y="488"/>
                  </a:cubicBezTo>
                  <a:cubicBezTo>
                    <a:pt x="304" y="474"/>
                    <a:pt x="297" y="467"/>
                    <a:pt x="283" y="467"/>
                  </a:cubicBezTo>
                  <a:cubicBezTo>
                    <a:pt x="99" y="467"/>
                    <a:pt x="99" y="467"/>
                    <a:pt x="99" y="467"/>
                  </a:cubicBezTo>
                  <a:cubicBezTo>
                    <a:pt x="85" y="467"/>
                    <a:pt x="78" y="474"/>
                    <a:pt x="78" y="488"/>
                  </a:cubicBezTo>
                  <a:close/>
                  <a:moveTo>
                    <a:pt x="446" y="219"/>
                  </a:moveTo>
                  <a:lnTo>
                    <a:pt x="446" y="219"/>
                  </a:lnTo>
                  <a:cubicBezTo>
                    <a:pt x="106" y="219"/>
                    <a:pt x="106" y="219"/>
                    <a:pt x="106" y="219"/>
                  </a:cubicBezTo>
                  <a:cubicBezTo>
                    <a:pt x="92" y="219"/>
                    <a:pt x="78" y="233"/>
                    <a:pt x="78" y="247"/>
                  </a:cubicBezTo>
                  <a:cubicBezTo>
                    <a:pt x="78" y="262"/>
                    <a:pt x="92" y="276"/>
                    <a:pt x="106" y="276"/>
                  </a:cubicBezTo>
                  <a:cubicBezTo>
                    <a:pt x="446" y="276"/>
                    <a:pt x="446" y="276"/>
                    <a:pt x="446" y="276"/>
                  </a:cubicBezTo>
                  <a:cubicBezTo>
                    <a:pt x="460" y="276"/>
                    <a:pt x="474" y="262"/>
                    <a:pt x="474" y="247"/>
                  </a:cubicBezTo>
                  <a:cubicBezTo>
                    <a:pt x="474" y="233"/>
                    <a:pt x="460" y="219"/>
                    <a:pt x="446" y="219"/>
                  </a:cubicBezTo>
                  <a:close/>
                  <a:moveTo>
                    <a:pt x="446" y="339"/>
                  </a:moveTo>
                  <a:lnTo>
                    <a:pt x="446" y="339"/>
                  </a:lnTo>
                  <a:cubicBezTo>
                    <a:pt x="276" y="339"/>
                    <a:pt x="276" y="339"/>
                    <a:pt x="276" y="339"/>
                  </a:cubicBezTo>
                  <a:cubicBezTo>
                    <a:pt x="226" y="339"/>
                    <a:pt x="226" y="339"/>
                    <a:pt x="226" y="339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92" y="339"/>
                    <a:pt x="78" y="353"/>
                    <a:pt x="78" y="367"/>
                  </a:cubicBezTo>
                  <a:cubicBezTo>
                    <a:pt x="78" y="389"/>
                    <a:pt x="92" y="396"/>
                    <a:pt x="106" y="396"/>
                  </a:cubicBezTo>
                  <a:cubicBezTo>
                    <a:pt x="226" y="396"/>
                    <a:pt x="226" y="396"/>
                    <a:pt x="226" y="396"/>
                  </a:cubicBezTo>
                  <a:cubicBezTo>
                    <a:pt x="276" y="396"/>
                    <a:pt x="276" y="396"/>
                    <a:pt x="276" y="396"/>
                  </a:cubicBezTo>
                  <a:cubicBezTo>
                    <a:pt x="446" y="396"/>
                    <a:pt x="446" y="396"/>
                    <a:pt x="446" y="396"/>
                  </a:cubicBezTo>
                  <a:cubicBezTo>
                    <a:pt x="460" y="396"/>
                    <a:pt x="474" y="389"/>
                    <a:pt x="474" y="367"/>
                  </a:cubicBezTo>
                  <a:cubicBezTo>
                    <a:pt x="474" y="353"/>
                    <a:pt x="460" y="339"/>
                    <a:pt x="446" y="339"/>
                  </a:cubicBezTo>
                  <a:close/>
                  <a:moveTo>
                    <a:pt x="417" y="113"/>
                  </a:moveTo>
                  <a:lnTo>
                    <a:pt x="417" y="113"/>
                  </a:lnTo>
                  <a:cubicBezTo>
                    <a:pt x="403" y="113"/>
                    <a:pt x="389" y="106"/>
                    <a:pt x="389" y="85"/>
                  </a:cubicBezTo>
                  <a:cubicBezTo>
                    <a:pt x="389" y="28"/>
                    <a:pt x="389" y="28"/>
                    <a:pt x="389" y="28"/>
                  </a:cubicBezTo>
                  <a:cubicBezTo>
                    <a:pt x="389" y="14"/>
                    <a:pt x="403" y="0"/>
                    <a:pt x="417" y="0"/>
                  </a:cubicBezTo>
                  <a:cubicBezTo>
                    <a:pt x="431" y="0"/>
                    <a:pt x="446" y="14"/>
                    <a:pt x="446" y="28"/>
                  </a:cubicBezTo>
                  <a:cubicBezTo>
                    <a:pt x="446" y="85"/>
                    <a:pt x="446" y="85"/>
                    <a:pt x="446" y="85"/>
                  </a:cubicBezTo>
                  <a:cubicBezTo>
                    <a:pt x="446" y="106"/>
                    <a:pt x="431" y="113"/>
                    <a:pt x="417" y="113"/>
                  </a:cubicBezTo>
                  <a:close/>
                  <a:moveTo>
                    <a:pt x="276" y="113"/>
                  </a:moveTo>
                  <a:lnTo>
                    <a:pt x="276" y="113"/>
                  </a:lnTo>
                  <a:cubicBezTo>
                    <a:pt x="262" y="113"/>
                    <a:pt x="248" y="106"/>
                    <a:pt x="248" y="85"/>
                  </a:cubicBezTo>
                  <a:cubicBezTo>
                    <a:pt x="248" y="28"/>
                    <a:pt x="248" y="28"/>
                    <a:pt x="248" y="28"/>
                  </a:cubicBezTo>
                  <a:cubicBezTo>
                    <a:pt x="248" y="14"/>
                    <a:pt x="262" y="0"/>
                    <a:pt x="276" y="0"/>
                  </a:cubicBezTo>
                  <a:cubicBezTo>
                    <a:pt x="290" y="0"/>
                    <a:pt x="304" y="14"/>
                    <a:pt x="304" y="28"/>
                  </a:cubicBezTo>
                  <a:cubicBezTo>
                    <a:pt x="304" y="85"/>
                    <a:pt x="304" y="85"/>
                    <a:pt x="304" y="85"/>
                  </a:cubicBezTo>
                  <a:cubicBezTo>
                    <a:pt x="304" y="106"/>
                    <a:pt x="290" y="113"/>
                    <a:pt x="276" y="11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21" y="113"/>
                    <a:pt x="106" y="106"/>
                    <a:pt x="106" y="85"/>
                  </a:cubicBezTo>
                  <a:cubicBezTo>
                    <a:pt x="106" y="28"/>
                    <a:pt x="106" y="28"/>
                    <a:pt x="106" y="28"/>
                  </a:cubicBezTo>
                  <a:cubicBezTo>
                    <a:pt x="106" y="14"/>
                    <a:pt x="121" y="0"/>
                    <a:pt x="135" y="0"/>
                  </a:cubicBezTo>
                  <a:cubicBezTo>
                    <a:pt x="149" y="0"/>
                    <a:pt x="163" y="14"/>
                    <a:pt x="163" y="28"/>
                  </a:cubicBezTo>
                  <a:cubicBezTo>
                    <a:pt x="163" y="85"/>
                    <a:pt x="163" y="85"/>
                    <a:pt x="163" y="85"/>
                  </a:cubicBezTo>
                  <a:cubicBezTo>
                    <a:pt x="163" y="106"/>
                    <a:pt x="149" y="113"/>
                    <a:pt x="135" y="11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8" name="组合 7"/>
          <p:cNvGrpSpPr/>
          <p:nvPr userDrawn="1"/>
        </p:nvGrpSpPr>
        <p:grpSpPr>
          <a:xfrm>
            <a:off x="8903743" y="1700678"/>
            <a:ext cx="575989" cy="576197"/>
            <a:chOff x="4788024" y="1275213"/>
            <a:chExt cx="432048" cy="432048"/>
          </a:xfrm>
        </p:grpSpPr>
        <p:sp>
          <p:nvSpPr>
            <p:cNvPr id="17" name="椭圆 65"/>
            <p:cNvSpPr>
              <a:spLocks noChangeArrowheads="1"/>
            </p:cNvSpPr>
            <p:nvPr/>
          </p:nvSpPr>
          <p:spPr bwMode="auto">
            <a:xfrm>
              <a:off x="4788024" y="1275213"/>
              <a:ext cx="432048" cy="432048"/>
            </a:xfrm>
            <a:prstGeom prst="ellipse">
              <a:avLst/>
            </a:prstGeom>
            <a:solidFill>
              <a:srgbClr val="F79600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20" name="Freeform 110"/>
            <p:cNvSpPr>
              <a:spLocks noChangeArrowheads="1"/>
            </p:cNvSpPr>
            <p:nvPr/>
          </p:nvSpPr>
          <p:spPr bwMode="auto">
            <a:xfrm>
              <a:off x="4891102" y="1366806"/>
              <a:ext cx="250679" cy="248862"/>
            </a:xfrm>
            <a:custGeom>
              <a:avLst/>
              <a:gdLst>
                <a:gd name="T0" fmla="*/ 78678142 w 609"/>
                <a:gd name="T1" fmla="*/ 71002280 h 602"/>
                <a:gd name="T2" fmla="*/ 78678142 w 609"/>
                <a:gd name="T3" fmla="*/ 71002280 h 602"/>
                <a:gd name="T4" fmla="*/ 71302258 w 609"/>
                <a:gd name="T5" fmla="*/ 78441997 h 602"/>
                <a:gd name="T6" fmla="*/ 65867111 w 609"/>
                <a:gd name="T7" fmla="*/ 76614673 h 602"/>
                <a:gd name="T8" fmla="*/ 44774038 w 609"/>
                <a:gd name="T9" fmla="*/ 54426302 h 602"/>
                <a:gd name="T10" fmla="*/ 29245613 w 609"/>
                <a:gd name="T11" fmla="*/ 59125033 h 602"/>
                <a:gd name="T12" fmla="*/ 0 w 609"/>
                <a:gd name="T13" fmla="*/ 29497307 h 602"/>
                <a:gd name="T14" fmla="*/ 29245613 w 609"/>
                <a:gd name="T15" fmla="*/ 0 h 602"/>
                <a:gd name="T16" fmla="*/ 58491226 w 609"/>
                <a:gd name="T17" fmla="*/ 29497307 h 602"/>
                <a:gd name="T18" fmla="*/ 54867675 w 609"/>
                <a:gd name="T19" fmla="*/ 44376380 h 602"/>
                <a:gd name="T20" fmla="*/ 75960749 w 609"/>
                <a:gd name="T21" fmla="*/ 65520668 h 602"/>
                <a:gd name="T22" fmla="*/ 78678142 w 609"/>
                <a:gd name="T23" fmla="*/ 71002280 h 602"/>
                <a:gd name="T24" fmla="*/ 29245613 w 609"/>
                <a:gd name="T25" fmla="*/ 7439717 h 602"/>
                <a:gd name="T26" fmla="*/ 29245613 w 609"/>
                <a:gd name="T27" fmla="*/ 7439717 h 602"/>
                <a:gd name="T28" fmla="*/ 7246742 w 609"/>
                <a:gd name="T29" fmla="*/ 29497307 h 602"/>
                <a:gd name="T30" fmla="*/ 29245613 w 609"/>
                <a:gd name="T31" fmla="*/ 51685677 h 602"/>
                <a:gd name="T32" fmla="*/ 51244484 w 609"/>
                <a:gd name="T33" fmla="*/ 29497307 h 602"/>
                <a:gd name="T34" fmla="*/ 29245613 w 609"/>
                <a:gd name="T35" fmla="*/ 7439717 h 602"/>
                <a:gd name="T36" fmla="*/ 42056644 w 609"/>
                <a:gd name="T37" fmla="*/ 33282375 h 602"/>
                <a:gd name="T38" fmla="*/ 42056644 w 609"/>
                <a:gd name="T39" fmla="*/ 33282375 h 602"/>
                <a:gd name="T40" fmla="*/ 32868804 w 609"/>
                <a:gd name="T41" fmla="*/ 33282375 h 602"/>
                <a:gd name="T42" fmla="*/ 32868804 w 609"/>
                <a:gd name="T43" fmla="*/ 41504973 h 602"/>
                <a:gd name="T44" fmla="*/ 29245613 w 609"/>
                <a:gd name="T45" fmla="*/ 45290042 h 602"/>
                <a:gd name="T46" fmla="*/ 25622062 w 609"/>
                <a:gd name="T47" fmla="*/ 41504973 h 602"/>
                <a:gd name="T48" fmla="*/ 25622062 w 609"/>
                <a:gd name="T49" fmla="*/ 33282375 h 602"/>
                <a:gd name="T50" fmla="*/ 17340380 w 609"/>
                <a:gd name="T51" fmla="*/ 33282375 h 602"/>
                <a:gd name="T52" fmla="*/ 13716829 w 609"/>
                <a:gd name="T53" fmla="*/ 29497307 h 602"/>
                <a:gd name="T54" fmla="*/ 17340380 w 609"/>
                <a:gd name="T55" fmla="*/ 25842658 h 602"/>
                <a:gd name="T56" fmla="*/ 25622062 w 609"/>
                <a:gd name="T57" fmla="*/ 25842658 h 602"/>
                <a:gd name="T58" fmla="*/ 25622062 w 609"/>
                <a:gd name="T59" fmla="*/ 16575978 h 602"/>
                <a:gd name="T60" fmla="*/ 29245613 w 609"/>
                <a:gd name="T61" fmla="*/ 12921329 h 602"/>
                <a:gd name="T62" fmla="*/ 32868804 w 609"/>
                <a:gd name="T63" fmla="*/ 16575978 h 602"/>
                <a:gd name="T64" fmla="*/ 32868804 w 609"/>
                <a:gd name="T65" fmla="*/ 25842658 h 602"/>
                <a:gd name="T66" fmla="*/ 42056644 w 609"/>
                <a:gd name="T67" fmla="*/ 25842658 h 602"/>
                <a:gd name="T68" fmla="*/ 45679835 w 609"/>
                <a:gd name="T69" fmla="*/ 29497307 h 602"/>
                <a:gd name="T70" fmla="*/ 42056644 w 609"/>
                <a:gd name="T71" fmla="*/ 33282375 h 60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609" h="602">
                  <a:moveTo>
                    <a:pt x="608" y="544"/>
                  </a:moveTo>
                  <a:lnTo>
                    <a:pt x="608" y="544"/>
                  </a:lnTo>
                  <a:cubicBezTo>
                    <a:pt x="608" y="573"/>
                    <a:pt x="579" y="601"/>
                    <a:pt x="551" y="601"/>
                  </a:cubicBezTo>
                  <a:cubicBezTo>
                    <a:pt x="530" y="601"/>
                    <a:pt x="516" y="594"/>
                    <a:pt x="509" y="587"/>
                  </a:cubicBezTo>
                  <a:cubicBezTo>
                    <a:pt x="346" y="417"/>
                    <a:pt x="346" y="417"/>
                    <a:pt x="346" y="417"/>
                  </a:cubicBezTo>
                  <a:cubicBezTo>
                    <a:pt x="311" y="438"/>
                    <a:pt x="269" y="453"/>
                    <a:pt x="226" y="453"/>
                  </a:cubicBezTo>
                  <a:cubicBezTo>
                    <a:pt x="106" y="453"/>
                    <a:pt x="0" y="347"/>
                    <a:pt x="0" y="226"/>
                  </a:cubicBezTo>
                  <a:cubicBezTo>
                    <a:pt x="0" y="99"/>
                    <a:pt x="106" y="0"/>
                    <a:pt x="226" y="0"/>
                  </a:cubicBezTo>
                  <a:cubicBezTo>
                    <a:pt x="353" y="0"/>
                    <a:pt x="452" y="99"/>
                    <a:pt x="452" y="226"/>
                  </a:cubicBezTo>
                  <a:cubicBezTo>
                    <a:pt x="452" y="269"/>
                    <a:pt x="445" y="304"/>
                    <a:pt x="424" y="340"/>
                  </a:cubicBezTo>
                  <a:cubicBezTo>
                    <a:pt x="587" y="502"/>
                    <a:pt x="587" y="502"/>
                    <a:pt x="587" y="502"/>
                  </a:cubicBezTo>
                  <a:cubicBezTo>
                    <a:pt x="601" y="516"/>
                    <a:pt x="608" y="530"/>
                    <a:pt x="608" y="544"/>
                  </a:cubicBezTo>
                  <a:close/>
                  <a:moveTo>
                    <a:pt x="226" y="57"/>
                  </a:moveTo>
                  <a:lnTo>
                    <a:pt x="226" y="57"/>
                  </a:lnTo>
                  <a:cubicBezTo>
                    <a:pt x="134" y="57"/>
                    <a:pt x="56" y="127"/>
                    <a:pt x="56" y="226"/>
                  </a:cubicBezTo>
                  <a:cubicBezTo>
                    <a:pt x="56" y="318"/>
                    <a:pt x="134" y="396"/>
                    <a:pt x="226" y="396"/>
                  </a:cubicBezTo>
                  <a:cubicBezTo>
                    <a:pt x="325" y="396"/>
                    <a:pt x="396" y="318"/>
                    <a:pt x="396" y="226"/>
                  </a:cubicBezTo>
                  <a:cubicBezTo>
                    <a:pt x="396" y="127"/>
                    <a:pt x="325" y="57"/>
                    <a:pt x="226" y="57"/>
                  </a:cubicBezTo>
                  <a:close/>
                  <a:moveTo>
                    <a:pt x="325" y="255"/>
                  </a:moveTo>
                  <a:lnTo>
                    <a:pt x="325" y="255"/>
                  </a:lnTo>
                  <a:cubicBezTo>
                    <a:pt x="254" y="255"/>
                    <a:pt x="254" y="255"/>
                    <a:pt x="254" y="255"/>
                  </a:cubicBezTo>
                  <a:cubicBezTo>
                    <a:pt x="254" y="318"/>
                    <a:pt x="254" y="318"/>
                    <a:pt x="254" y="318"/>
                  </a:cubicBezTo>
                  <a:cubicBezTo>
                    <a:pt x="254" y="333"/>
                    <a:pt x="247" y="347"/>
                    <a:pt x="226" y="347"/>
                  </a:cubicBezTo>
                  <a:cubicBezTo>
                    <a:pt x="212" y="347"/>
                    <a:pt x="198" y="333"/>
                    <a:pt x="198" y="318"/>
                  </a:cubicBezTo>
                  <a:cubicBezTo>
                    <a:pt x="198" y="255"/>
                    <a:pt x="198" y="255"/>
                    <a:pt x="198" y="255"/>
                  </a:cubicBezTo>
                  <a:cubicBezTo>
                    <a:pt x="134" y="255"/>
                    <a:pt x="134" y="255"/>
                    <a:pt x="134" y="255"/>
                  </a:cubicBezTo>
                  <a:cubicBezTo>
                    <a:pt x="120" y="255"/>
                    <a:pt x="106" y="241"/>
                    <a:pt x="106" y="226"/>
                  </a:cubicBezTo>
                  <a:cubicBezTo>
                    <a:pt x="106" y="205"/>
                    <a:pt x="120" y="198"/>
                    <a:pt x="134" y="198"/>
                  </a:cubicBezTo>
                  <a:cubicBezTo>
                    <a:pt x="198" y="198"/>
                    <a:pt x="198" y="198"/>
                    <a:pt x="198" y="198"/>
                  </a:cubicBezTo>
                  <a:cubicBezTo>
                    <a:pt x="198" y="127"/>
                    <a:pt x="198" y="127"/>
                    <a:pt x="198" y="127"/>
                  </a:cubicBezTo>
                  <a:cubicBezTo>
                    <a:pt x="198" y="113"/>
                    <a:pt x="212" y="99"/>
                    <a:pt x="226" y="99"/>
                  </a:cubicBezTo>
                  <a:cubicBezTo>
                    <a:pt x="247" y="99"/>
                    <a:pt x="254" y="113"/>
                    <a:pt x="254" y="127"/>
                  </a:cubicBezTo>
                  <a:cubicBezTo>
                    <a:pt x="254" y="198"/>
                    <a:pt x="254" y="198"/>
                    <a:pt x="254" y="198"/>
                  </a:cubicBezTo>
                  <a:cubicBezTo>
                    <a:pt x="325" y="198"/>
                    <a:pt x="325" y="198"/>
                    <a:pt x="325" y="198"/>
                  </a:cubicBezTo>
                  <a:cubicBezTo>
                    <a:pt x="339" y="198"/>
                    <a:pt x="353" y="205"/>
                    <a:pt x="353" y="226"/>
                  </a:cubicBezTo>
                  <a:cubicBezTo>
                    <a:pt x="353" y="241"/>
                    <a:pt x="339" y="255"/>
                    <a:pt x="325" y="25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9" name="组合 8"/>
          <p:cNvGrpSpPr/>
          <p:nvPr userDrawn="1"/>
        </p:nvGrpSpPr>
        <p:grpSpPr>
          <a:xfrm>
            <a:off x="9767727" y="1700153"/>
            <a:ext cx="577036" cy="577246"/>
            <a:chOff x="5436096" y="1274820"/>
            <a:chExt cx="432833" cy="432834"/>
          </a:xfrm>
        </p:grpSpPr>
        <p:sp>
          <p:nvSpPr>
            <p:cNvPr id="25" name="椭圆 16"/>
            <p:cNvSpPr>
              <a:spLocks noChangeArrowheads="1"/>
            </p:cNvSpPr>
            <p:nvPr/>
          </p:nvSpPr>
          <p:spPr bwMode="auto">
            <a:xfrm>
              <a:off x="5436096" y="1274820"/>
              <a:ext cx="432833" cy="43283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21" name="Freeform 16"/>
            <p:cNvSpPr>
              <a:spLocks noChangeArrowheads="1"/>
            </p:cNvSpPr>
            <p:nvPr/>
          </p:nvSpPr>
          <p:spPr bwMode="auto">
            <a:xfrm>
              <a:off x="5554420" y="1377705"/>
              <a:ext cx="196183" cy="227065"/>
            </a:xfrm>
            <a:custGeom>
              <a:avLst/>
              <a:gdLst>
                <a:gd name="T0" fmla="*/ 58106390 w 475"/>
                <a:gd name="T1" fmla="*/ 71207247 h 552"/>
                <a:gd name="T2" fmla="*/ 58106390 w 475"/>
                <a:gd name="T3" fmla="*/ 71207247 h 552"/>
                <a:gd name="T4" fmla="*/ 54327993 w 475"/>
                <a:gd name="T5" fmla="*/ 71207247 h 552"/>
                <a:gd name="T6" fmla="*/ 54327993 w 475"/>
                <a:gd name="T7" fmla="*/ 0 h 552"/>
                <a:gd name="T8" fmla="*/ 58106390 w 475"/>
                <a:gd name="T9" fmla="*/ 0 h 552"/>
                <a:gd name="T10" fmla="*/ 61754124 w 475"/>
                <a:gd name="T11" fmla="*/ 3618618 h 552"/>
                <a:gd name="T12" fmla="*/ 61754124 w 475"/>
                <a:gd name="T13" fmla="*/ 67588630 h 552"/>
                <a:gd name="T14" fmla="*/ 58106390 w 475"/>
                <a:gd name="T15" fmla="*/ 71207247 h 552"/>
                <a:gd name="T16" fmla="*/ 7426131 w 475"/>
                <a:gd name="T17" fmla="*/ 67588630 h 552"/>
                <a:gd name="T18" fmla="*/ 7426131 w 475"/>
                <a:gd name="T19" fmla="*/ 67588630 h 552"/>
                <a:gd name="T20" fmla="*/ 7426131 w 475"/>
                <a:gd name="T21" fmla="*/ 63970012 h 552"/>
                <a:gd name="T22" fmla="*/ 13809846 w 475"/>
                <a:gd name="T23" fmla="*/ 63970012 h 552"/>
                <a:gd name="T24" fmla="*/ 21235977 w 475"/>
                <a:gd name="T25" fmla="*/ 56603721 h 552"/>
                <a:gd name="T26" fmla="*/ 13809846 w 475"/>
                <a:gd name="T27" fmla="*/ 49237429 h 552"/>
                <a:gd name="T28" fmla="*/ 7426131 w 475"/>
                <a:gd name="T29" fmla="*/ 49237429 h 552"/>
                <a:gd name="T30" fmla="*/ 7426131 w 475"/>
                <a:gd name="T31" fmla="*/ 42905028 h 552"/>
                <a:gd name="T32" fmla="*/ 13809846 w 475"/>
                <a:gd name="T33" fmla="*/ 42905028 h 552"/>
                <a:gd name="T34" fmla="*/ 21235977 w 475"/>
                <a:gd name="T35" fmla="*/ 35539095 h 552"/>
                <a:gd name="T36" fmla="*/ 13809846 w 475"/>
                <a:gd name="T37" fmla="*/ 28301860 h 552"/>
                <a:gd name="T38" fmla="*/ 7426131 w 475"/>
                <a:gd name="T39" fmla="*/ 28301860 h 552"/>
                <a:gd name="T40" fmla="*/ 7426131 w 475"/>
                <a:gd name="T41" fmla="*/ 21840403 h 552"/>
                <a:gd name="T42" fmla="*/ 13809846 w 475"/>
                <a:gd name="T43" fmla="*/ 21840403 h 552"/>
                <a:gd name="T44" fmla="*/ 21235977 w 475"/>
                <a:gd name="T45" fmla="*/ 14603167 h 552"/>
                <a:gd name="T46" fmla="*/ 13809846 w 475"/>
                <a:gd name="T47" fmla="*/ 7236876 h 552"/>
                <a:gd name="T48" fmla="*/ 7426131 w 475"/>
                <a:gd name="T49" fmla="*/ 7236876 h 552"/>
                <a:gd name="T50" fmla="*/ 7426131 w 475"/>
                <a:gd name="T51" fmla="*/ 3618618 h 552"/>
                <a:gd name="T52" fmla="*/ 11074226 w 475"/>
                <a:gd name="T53" fmla="*/ 0 h 552"/>
                <a:gd name="T54" fmla="*/ 50680259 w 475"/>
                <a:gd name="T55" fmla="*/ 0 h 552"/>
                <a:gd name="T56" fmla="*/ 50680259 w 475"/>
                <a:gd name="T57" fmla="*/ 71207247 h 552"/>
                <a:gd name="T58" fmla="*/ 11074226 w 475"/>
                <a:gd name="T59" fmla="*/ 71207247 h 552"/>
                <a:gd name="T60" fmla="*/ 7426131 w 475"/>
                <a:gd name="T61" fmla="*/ 67588630 h 552"/>
                <a:gd name="T62" fmla="*/ 17588243 w 475"/>
                <a:gd name="T63" fmla="*/ 14603167 h 552"/>
                <a:gd name="T64" fmla="*/ 17588243 w 475"/>
                <a:gd name="T65" fmla="*/ 14603167 h 552"/>
                <a:gd name="T66" fmla="*/ 13809846 w 475"/>
                <a:gd name="T67" fmla="*/ 18221785 h 552"/>
                <a:gd name="T68" fmla="*/ 3778036 w 475"/>
                <a:gd name="T69" fmla="*/ 18221785 h 552"/>
                <a:gd name="T70" fmla="*/ 0 w 475"/>
                <a:gd name="T71" fmla="*/ 14603167 h 552"/>
                <a:gd name="T72" fmla="*/ 3778036 w 475"/>
                <a:gd name="T73" fmla="*/ 10984909 h 552"/>
                <a:gd name="T74" fmla="*/ 13809846 w 475"/>
                <a:gd name="T75" fmla="*/ 10984909 h 552"/>
                <a:gd name="T76" fmla="*/ 17588243 w 475"/>
                <a:gd name="T77" fmla="*/ 14603167 h 552"/>
                <a:gd name="T78" fmla="*/ 3778036 w 475"/>
                <a:gd name="T79" fmla="*/ 31920478 h 552"/>
                <a:gd name="T80" fmla="*/ 3778036 w 475"/>
                <a:gd name="T81" fmla="*/ 31920478 h 552"/>
                <a:gd name="T82" fmla="*/ 13809846 w 475"/>
                <a:gd name="T83" fmla="*/ 31920478 h 552"/>
                <a:gd name="T84" fmla="*/ 17588243 w 475"/>
                <a:gd name="T85" fmla="*/ 35539095 h 552"/>
                <a:gd name="T86" fmla="*/ 13809846 w 475"/>
                <a:gd name="T87" fmla="*/ 39286770 h 552"/>
                <a:gd name="T88" fmla="*/ 3778036 w 475"/>
                <a:gd name="T89" fmla="*/ 39286770 h 552"/>
                <a:gd name="T90" fmla="*/ 0 w 475"/>
                <a:gd name="T91" fmla="*/ 35539095 h 552"/>
                <a:gd name="T92" fmla="*/ 3778036 w 475"/>
                <a:gd name="T93" fmla="*/ 31920478 h 552"/>
                <a:gd name="T94" fmla="*/ 3778036 w 475"/>
                <a:gd name="T95" fmla="*/ 52985462 h 552"/>
                <a:gd name="T96" fmla="*/ 3778036 w 475"/>
                <a:gd name="T97" fmla="*/ 52985462 h 552"/>
                <a:gd name="T98" fmla="*/ 13809846 w 475"/>
                <a:gd name="T99" fmla="*/ 52985462 h 552"/>
                <a:gd name="T100" fmla="*/ 17588243 w 475"/>
                <a:gd name="T101" fmla="*/ 56603721 h 552"/>
                <a:gd name="T102" fmla="*/ 13809846 w 475"/>
                <a:gd name="T103" fmla="*/ 60222338 h 552"/>
                <a:gd name="T104" fmla="*/ 3778036 w 475"/>
                <a:gd name="T105" fmla="*/ 60222338 h 552"/>
                <a:gd name="T106" fmla="*/ 0 w 475"/>
                <a:gd name="T107" fmla="*/ 56603721 h 552"/>
                <a:gd name="T108" fmla="*/ 3778036 w 475"/>
                <a:gd name="T109" fmla="*/ 52985462 h 552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475" h="552">
                  <a:moveTo>
                    <a:pt x="446" y="551"/>
                  </a:moveTo>
                  <a:lnTo>
                    <a:pt x="446" y="551"/>
                  </a:lnTo>
                  <a:cubicBezTo>
                    <a:pt x="417" y="551"/>
                    <a:pt x="417" y="551"/>
                    <a:pt x="417" y="551"/>
                  </a:cubicBezTo>
                  <a:cubicBezTo>
                    <a:pt x="417" y="0"/>
                    <a:pt x="417" y="0"/>
                    <a:pt x="417" y="0"/>
                  </a:cubicBezTo>
                  <a:cubicBezTo>
                    <a:pt x="446" y="0"/>
                    <a:pt x="446" y="0"/>
                    <a:pt x="446" y="0"/>
                  </a:cubicBezTo>
                  <a:cubicBezTo>
                    <a:pt x="460" y="0"/>
                    <a:pt x="474" y="14"/>
                    <a:pt x="474" y="28"/>
                  </a:cubicBezTo>
                  <a:cubicBezTo>
                    <a:pt x="474" y="523"/>
                    <a:pt x="474" y="523"/>
                    <a:pt x="474" y="523"/>
                  </a:cubicBezTo>
                  <a:cubicBezTo>
                    <a:pt x="474" y="537"/>
                    <a:pt x="460" y="551"/>
                    <a:pt x="446" y="551"/>
                  </a:cubicBezTo>
                  <a:close/>
                  <a:moveTo>
                    <a:pt x="57" y="523"/>
                  </a:moveTo>
                  <a:lnTo>
                    <a:pt x="57" y="523"/>
                  </a:lnTo>
                  <a:cubicBezTo>
                    <a:pt x="57" y="495"/>
                    <a:pt x="57" y="495"/>
                    <a:pt x="57" y="495"/>
                  </a:cubicBezTo>
                  <a:cubicBezTo>
                    <a:pt x="106" y="495"/>
                    <a:pt x="106" y="495"/>
                    <a:pt x="106" y="495"/>
                  </a:cubicBezTo>
                  <a:cubicBezTo>
                    <a:pt x="135" y="495"/>
                    <a:pt x="163" y="466"/>
                    <a:pt x="163" y="438"/>
                  </a:cubicBezTo>
                  <a:cubicBezTo>
                    <a:pt x="163" y="403"/>
                    <a:pt x="135" y="381"/>
                    <a:pt x="106" y="381"/>
                  </a:cubicBezTo>
                  <a:cubicBezTo>
                    <a:pt x="57" y="381"/>
                    <a:pt x="57" y="381"/>
                    <a:pt x="57" y="381"/>
                  </a:cubicBezTo>
                  <a:cubicBezTo>
                    <a:pt x="57" y="332"/>
                    <a:pt x="57" y="332"/>
                    <a:pt x="57" y="332"/>
                  </a:cubicBezTo>
                  <a:cubicBezTo>
                    <a:pt x="106" y="332"/>
                    <a:pt x="106" y="332"/>
                    <a:pt x="106" y="332"/>
                  </a:cubicBezTo>
                  <a:cubicBezTo>
                    <a:pt x="135" y="332"/>
                    <a:pt x="163" y="304"/>
                    <a:pt x="163" y="275"/>
                  </a:cubicBezTo>
                  <a:cubicBezTo>
                    <a:pt x="163" y="247"/>
                    <a:pt x="135" y="219"/>
                    <a:pt x="106" y="219"/>
                  </a:cubicBezTo>
                  <a:cubicBezTo>
                    <a:pt x="57" y="219"/>
                    <a:pt x="57" y="219"/>
                    <a:pt x="57" y="219"/>
                  </a:cubicBezTo>
                  <a:cubicBezTo>
                    <a:pt x="57" y="169"/>
                    <a:pt x="57" y="169"/>
                    <a:pt x="57" y="169"/>
                  </a:cubicBezTo>
                  <a:cubicBezTo>
                    <a:pt x="106" y="169"/>
                    <a:pt x="106" y="169"/>
                    <a:pt x="106" y="169"/>
                  </a:cubicBezTo>
                  <a:cubicBezTo>
                    <a:pt x="135" y="169"/>
                    <a:pt x="163" y="148"/>
                    <a:pt x="163" y="113"/>
                  </a:cubicBezTo>
                  <a:cubicBezTo>
                    <a:pt x="163" y="85"/>
                    <a:pt x="135" y="56"/>
                    <a:pt x="106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28"/>
                    <a:pt x="57" y="28"/>
                    <a:pt x="57" y="28"/>
                  </a:cubicBezTo>
                  <a:cubicBezTo>
                    <a:pt x="57" y="14"/>
                    <a:pt x="71" y="0"/>
                    <a:pt x="85" y="0"/>
                  </a:cubicBezTo>
                  <a:cubicBezTo>
                    <a:pt x="389" y="0"/>
                    <a:pt x="389" y="0"/>
                    <a:pt x="389" y="0"/>
                  </a:cubicBezTo>
                  <a:cubicBezTo>
                    <a:pt x="389" y="551"/>
                    <a:pt x="389" y="551"/>
                    <a:pt x="389" y="551"/>
                  </a:cubicBezTo>
                  <a:cubicBezTo>
                    <a:pt x="85" y="551"/>
                    <a:pt x="85" y="551"/>
                    <a:pt x="85" y="551"/>
                  </a:cubicBezTo>
                  <a:cubicBezTo>
                    <a:pt x="71" y="551"/>
                    <a:pt x="57" y="537"/>
                    <a:pt x="57" y="52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35" y="134"/>
                    <a:pt x="120" y="141"/>
                    <a:pt x="106" y="141"/>
                  </a:cubicBezTo>
                  <a:cubicBezTo>
                    <a:pt x="29" y="141"/>
                    <a:pt x="29" y="141"/>
                    <a:pt x="29" y="141"/>
                  </a:cubicBezTo>
                  <a:cubicBezTo>
                    <a:pt x="15" y="141"/>
                    <a:pt x="0" y="134"/>
                    <a:pt x="0" y="113"/>
                  </a:cubicBezTo>
                  <a:cubicBezTo>
                    <a:pt x="0" y="99"/>
                    <a:pt x="15" y="85"/>
                    <a:pt x="29" y="85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20" y="85"/>
                    <a:pt x="135" y="99"/>
                    <a:pt x="135" y="113"/>
                  </a:cubicBezTo>
                  <a:close/>
                  <a:moveTo>
                    <a:pt x="29" y="247"/>
                  </a:moveTo>
                  <a:lnTo>
                    <a:pt x="29" y="247"/>
                  </a:lnTo>
                  <a:cubicBezTo>
                    <a:pt x="106" y="247"/>
                    <a:pt x="106" y="247"/>
                    <a:pt x="106" y="247"/>
                  </a:cubicBezTo>
                  <a:cubicBezTo>
                    <a:pt x="120" y="247"/>
                    <a:pt x="135" y="261"/>
                    <a:pt x="135" y="275"/>
                  </a:cubicBezTo>
                  <a:cubicBezTo>
                    <a:pt x="135" y="290"/>
                    <a:pt x="120" y="304"/>
                    <a:pt x="106" y="304"/>
                  </a:cubicBezTo>
                  <a:cubicBezTo>
                    <a:pt x="29" y="304"/>
                    <a:pt x="29" y="304"/>
                    <a:pt x="29" y="304"/>
                  </a:cubicBezTo>
                  <a:cubicBezTo>
                    <a:pt x="15" y="304"/>
                    <a:pt x="0" y="290"/>
                    <a:pt x="0" y="275"/>
                  </a:cubicBezTo>
                  <a:cubicBezTo>
                    <a:pt x="0" y="261"/>
                    <a:pt x="15" y="247"/>
                    <a:pt x="29" y="247"/>
                  </a:cubicBezTo>
                  <a:close/>
                  <a:moveTo>
                    <a:pt x="29" y="410"/>
                  </a:moveTo>
                  <a:lnTo>
                    <a:pt x="29" y="410"/>
                  </a:lnTo>
                  <a:cubicBezTo>
                    <a:pt x="106" y="410"/>
                    <a:pt x="106" y="410"/>
                    <a:pt x="106" y="410"/>
                  </a:cubicBezTo>
                  <a:cubicBezTo>
                    <a:pt x="120" y="410"/>
                    <a:pt x="135" y="417"/>
                    <a:pt x="135" y="438"/>
                  </a:cubicBezTo>
                  <a:cubicBezTo>
                    <a:pt x="135" y="452"/>
                    <a:pt x="120" y="466"/>
                    <a:pt x="106" y="466"/>
                  </a:cubicBezTo>
                  <a:cubicBezTo>
                    <a:pt x="29" y="466"/>
                    <a:pt x="29" y="466"/>
                    <a:pt x="29" y="466"/>
                  </a:cubicBezTo>
                  <a:cubicBezTo>
                    <a:pt x="15" y="466"/>
                    <a:pt x="0" y="452"/>
                    <a:pt x="0" y="438"/>
                  </a:cubicBezTo>
                  <a:cubicBezTo>
                    <a:pt x="0" y="417"/>
                    <a:pt x="15" y="410"/>
                    <a:pt x="29" y="4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10" name="组合 9"/>
          <p:cNvGrpSpPr/>
          <p:nvPr userDrawn="1"/>
        </p:nvGrpSpPr>
        <p:grpSpPr>
          <a:xfrm>
            <a:off x="7175776" y="1700153"/>
            <a:ext cx="577036" cy="577246"/>
            <a:chOff x="3491880" y="1274820"/>
            <a:chExt cx="432833" cy="432834"/>
          </a:xfrm>
        </p:grpSpPr>
        <p:sp>
          <p:nvSpPr>
            <p:cNvPr id="11" name="椭圆 16"/>
            <p:cNvSpPr>
              <a:spLocks noChangeArrowheads="1"/>
            </p:cNvSpPr>
            <p:nvPr/>
          </p:nvSpPr>
          <p:spPr bwMode="auto">
            <a:xfrm>
              <a:off x="3491880" y="1274820"/>
              <a:ext cx="432833" cy="432834"/>
            </a:xfrm>
            <a:prstGeom prst="ellipse">
              <a:avLst/>
            </a:prstGeom>
            <a:solidFill>
              <a:srgbClr val="1369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22" name="Freeform 75"/>
            <p:cNvSpPr>
              <a:spLocks noChangeArrowheads="1"/>
            </p:cNvSpPr>
            <p:nvPr/>
          </p:nvSpPr>
          <p:spPr bwMode="auto">
            <a:xfrm>
              <a:off x="3583864" y="1385879"/>
              <a:ext cx="248863" cy="210716"/>
            </a:xfrm>
            <a:custGeom>
              <a:avLst/>
              <a:gdLst>
                <a:gd name="T0" fmla="*/ 74657633 w 602"/>
                <a:gd name="T1" fmla="*/ 66362244 h 510"/>
                <a:gd name="T2" fmla="*/ 74657633 w 602"/>
                <a:gd name="T3" fmla="*/ 66362244 h 510"/>
                <a:gd name="T4" fmla="*/ 3654665 w 602"/>
                <a:gd name="T5" fmla="*/ 66362244 h 510"/>
                <a:gd name="T6" fmla="*/ 0 w 602"/>
                <a:gd name="T7" fmla="*/ 62711741 h 510"/>
                <a:gd name="T8" fmla="*/ 0 w 602"/>
                <a:gd name="T9" fmla="*/ 3650503 h 510"/>
                <a:gd name="T10" fmla="*/ 3654665 w 602"/>
                <a:gd name="T11" fmla="*/ 0 h 510"/>
                <a:gd name="T12" fmla="*/ 7308970 w 602"/>
                <a:gd name="T13" fmla="*/ 3650503 h 510"/>
                <a:gd name="T14" fmla="*/ 7308970 w 602"/>
                <a:gd name="T15" fmla="*/ 50717076 h 510"/>
                <a:gd name="T16" fmla="*/ 7308970 w 602"/>
                <a:gd name="T17" fmla="*/ 50717076 h 510"/>
                <a:gd name="T18" fmla="*/ 7308970 w 602"/>
                <a:gd name="T19" fmla="*/ 58930528 h 510"/>
                <a:gd name="T20" fmla="*/ 74657633 w 602"/>
                <a:gd name="T21" fmla="*/ 58930528 h 510"/>
                <a:gd name="T22" fmla="*/ 78442719 w 602"/>
                <a:gd name="T23" fmla="*/ 62711741 h 510"/>
                <a:gd name="T24" fmla="*/ 74657633 w 602"/>
                <a:gd name="T25" fmla="*/ 66362244 h 510"/>
                <a:gd name="T26" fmla="*/ 66434636 w 602"/>
                <a:gd name="T27" fmla="*/ 55280025 h 510"/>
                <a:gd name="T28" fmla="*/ 66434636 w 602"/>
                <a:gd name="T29" fmla="*/ 55280025 h 510"/>
                <a:gd name="T30" fmla="*/ 58995246 w 602"/>
                <a:gd name="T31" fmla="*/ 55280025 h 510"/>
                <a:gd name="T32" fmla="*/ 55340580 w 602"/>
                <a:gd name="T33" fmla="*/ 51629522 h 510"/>
                <a:gd name="T34" fmla="*/ 55340580 w 602"/>
                <a:gd name="T35" fmla="*/ 25814941 h 510"/>
                <a:gd name="T36" fmla="*/ 58995246 w 602"/>
                <a:gd name="T37" fmla="*/ 22164077 h 510"/>
                <a:gd name="T38" fmla="*/ 66434636 w 602"/>
                <a:gd name="T39" fmla="*/ 22164077 h 510"/>
                <a:gd name="T40" fmla="*/ 70089301 w 602"/>
                <a:gd name="T41" fmla="*/ 25814941 h 510"/>
                <a:gd name="T42" fmla="*/ 70089301 w 602"/>
                <a:gd name="T43" fmla="*/ 51629522 h 510"/>
                <a:gd name="T44" fmla="*/ 66434636 w 602"/>
                <a:gd name="T45" fmla="*/ 55280025 h 510"/>
                <a:gd name="T46" fmla="*/ 45159830 w 602"/>
                <a:gd name="T47" fmla="*/ 55280025 h 510"/>
                <a:gd name="T48" fmla="*/ 45159830 w 602"/>
                <a:gd name="T49" fmla="*/ 55280025 h 510"/>
                <a:gd name="T50" fmla="*/ 37850860 w 602"/>
                <a:gd name="T51" fmla="*/ 55280025 h 510"/>
                <a:gd name="T52" fmla="*/ 34065774 w 602"/>
                <a:gd name="T53" fmla="*/ 51629522 h 510"/>
                <a:gd name="T54" fmla="*/ 34065774 w 602"/>
                <a:gd name="T55" fmla="*/ 11082219 h 510"/>
                <a:gd name="T56" fmla="*/ 37850860 w 602"/>
                <a:gd name="T57" fmla="*/ 7431355 h 510"/>
                <a:gd name="T58" fmla="*/ 45159830 w 602"/>
                <a:gd name="T59" fmla="*/ 7431355 h 510"/>
                <a:gd name="T60" fmla="*/ 48814495 w 602"/>
                <a:gd name="T61" fmla="*/ 11082219 h 510"/>
                <a:gd name="T62" fmla="*/ 48814495 w 602"/>
                <a:gd name="T63" fmla="*/ 51629522 h 510"/>
                <a:gd name="T64" fmla="*/ 45159830 w 602"/>
                <a:gd name="T65" fmla="*/ 55280025 h 510"/>
                <a:gd name="T66" fmla="*/ 24929472 w 602"/>
                <a:gd name="T67" fmla="*/ 55280025 h 510"/>
                <a:gd name="T68" fmla="*/ 24929472 w 602"/>
                <a:gd name="T69" fmla="*/ 55280025 h 510"/>
                <a:gd name="T70" fmla="*/ 17489720 w 602"/>
                <a:gd name="T71" fmla="*/ 55280025 h 510"/>
                <a:gd name="T72" fmla="*/ 13835055 w 602"/>
                <a:gd name="T73" fmla="*/ 51629522 h 510"/>
                <a:gd name="T74" fmla="*/ 13835055 w 602"/>
                <a:gd name="T75" fmla="*/ 44198166 h 510"/>
                <a:gd name="T76" fmla="*/ 17489720 w 602"/>
                <a:gd name="T77" fmla="*/ 40547302 h 510"/>
                <a:gd name="T78" fmla="*/ 24929472 w 602"/>
                <a:gd name="T79" fmla="*/ 40547302 h 510"/>
                <a:gd name="T80" fmla="*/ 28583776 w 602"/>
                <a:gd name="T81" fmla="*/ 44198166 h 510"/>
                <a:gd name="T82" fmla="*/ 28583776 w 602"/>
                <a:gd name="T83" fmla="*/ 51629522 h 510"/>
                <a:gd name="T84" fmla="*/ 24929472 w 602"/>
                <a:gd name="T85" fmla="*/ 55280025 h 510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602" h="510">
                  <a:moveTo>
                    <a:pt x="572" y="509"/>
                  </a:moveTo>
                  <a:lnTo>
                    <a:pt x="572" y="509"/>
                  </a:lnTo>
                  <a:cubicBezTo>
                    <a:pt x="28" y="509"/>
                    <a:pt x="28" y="509"/>
                    <a:pt x="28" y="509"/>
                  </a:cubicBezTo>
                  <a:cubicBezTo>
                    <a:pt x="14" y="509"/>
                    <a:pt x="0" y="502"/>
                    <a:pt x="0" y="48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14"/>
                    <a:pt x="14" y="0"/>
                    <a:pt x="28" y="0"/>
                  </a:cubicBezTo>
                  <a:cubicBezTo>
                    <a:pt x="42" y="0"/>
                    <a:pt x="56" y="14"/>
                    <a:pt x="56" y="28"/>
                  </a:cubicBezTo>
                  <a:cubicBezTo>
                    <a:pt x="56" y="389"/>
                    <a:pt x="56" y="389"/>
                    <a:pt x="56" y="389"/>
                  </a:cubicBezTo>
                  <a:cubicBezTo>
                    <a:pt x="56" y="452"/>
                    <a:pt x="56" y="452"/>
                    <a:pt x="56" y="452"/>
                  </a:cubicBezTo>
                  <a:cubicBezTo>
                    <a:pt x="572" y="452"/>
                    <a:pt x="572" y="452"/>
                    <a:pt x="572" y="452"/>
                  </a:cubicBezTo>
                  <a:cubicBezTo>
                    <a:pt x="594" y="452"/>
                    <a:pt x="601" y="467"/>
                    <a:pt x="601" y="481"/>
                  </a:cubicBezTo>
                  <a:cubicBezTo>
                    <a:pt x="601" y="502"/>
                    <a:pt x="594" y="509"/>
                    <a:pt x="572" y="509"/>
                  </a:cubicBezTo>
                  <a:close/>
                  <a:moveTo>
                    <a:pt x="509" y="424"/>
                  </a:moveTo>
                  <a:lnTo>
                    <a:pt x="509" y="424"/>
                  </a:lnTo>
                  <a:cubicBezTo>
                    <a:pt x="452" y="424"/>
                    <a:pt x="452" y="424"/>
                    <a:pt x="452" y="424"/>
                  </a:cubicBezTo>
                  <a:cubicBezTo>
                    <a:pt x="438" y="424"/>
                    <a:pt x="424" y="417"/>
                    <a:pt x="424" y="396"/>
                  </a:cubicBezTo>
                  <a:cubicBezTo>
                    <a:pt x="424" y="198"/>
                    <a:pt x="424" y="198"/>
                    <a:pt x="424" y="198"/>
                  </a:cubicBezTo>
                  <a:cubicBezTo>
                    <a:pt x="424" y="184"/>
                    <a:pt x="438" y="170"/>
                    <a:pt x="452" y="170"/>
                  </a:cubicBezTo>
                  <a:cubicBezTo>
                    <a:pt x="509" y="170"/>
                    <a:pt x="509" y="170"/>
                    <a:pt x="509" y="170"/>
                  </a:cubicBezTo>
                  <a:cubicBezTo>
                    <a:pt x="523" y="170"/>
                    <a:pt x="537" y="184"/>
                    <a:pt x="537" y="198"/>
                  </a:cubicBezTo>
                  <a:cubicBezTo>
                    <a:pt x="537" y="396"/>
                    <a:pt x="537" y="396"/>
                    <a:pt x="537" y="396"/>
                  </a:cubicBezTo>
                  <a:cubicBezTo>
                    <a:pt x="537" y="417"/>
                    <a:pt x="523" y="424"/>
                    <a:pt x="509" y="424"/>
                  </a:cubicBezTo>
                  <a:close/>
                  <a:moveTo>
                    <a:pt x="346" y="424"/>
                  </a:moveTo>
                  <a:lnTo>
                    <a:pt x="346" y="424"/>
                  </a:lnTo>
                  <a:cubicBezTo>
                    <a:pt x="290" y="424"/>
                    <a:pt x="290" y="424"/>
                    <a:pt x="290" y="424"/>
                  </a:cubicBezTo>
                  <a:cubicBezTo>
                    <a:pt x="276" y="424"/>
                    <a:pt x="261" y="417"/>
                    <a:pt x="261" y="396"/>
                  </a:cubicBezTo>
                  <a:cubicBezTo>
                    <a:pt x="261" y="85"/>
                    <a:pt x="261" y="85"/>
                    <a:pt x="261" y="85"/>
                  </a:cubicBezTo>
                  <a:cubicBezTo>
                    <a:pt x="261" y="71"/>
                    <a:pt x="276" y="57"/>
                    <a:pt x="290" y="57"/>
                  </a:cubicBezTo>
                  <a:cubicBezTo>
                    <a:pt x="346" y="57"/>
                    <a:pt x="346" y="57"/>
                    <a:pt x="346" y="57"/>
                  </a:cubicBezTo>
                  <a:cubicBezTo>
                    <a:pt x="367" y="57"/>
                    <a:pt x="374" y="71"/>
                    <a:pt x="374" y="85"/>
                  </a:cubicBezTo>
                  <a:cubicBezTo>
                    <a:pt x="374" y="396"/>
                    <a:pt x="374" y="396"/>
                    <a:pt x="374" y="396"/>
                  </a:cubicBezTo>
                  <a:cubicBezTo>
                    <a:pt x="374" y="417"/>
                    <a:pt x="367" y="424"/>
                    <a:pt x="346" y="424"/>
                  </a:cubicBezTo>
                  <a:close/>
                  <a:moveTo>
                    <a:pt x="191" y="424"/>
                  </a:moveTo>
                  <a:lnTo>
                    <a:pt x="191" y="424"/>
                  </a:lnTo>
                  <a:cubicBezTo>
                    <a:pt x="134" y="424"/>
                    <a:pt x="134" y="424"/>
                    <a:pt x="134" y="424"/>
                  </a:cubicBezTo>
                  <a:cubicBezTo>
                    <a:pt x="113" y="424"/>
                    <a:pt x="106" y="417"/>
                    <a:pt x="106" y="396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106" y="325"/>
                    <a:pt x="113" y="311"/>
                    <a:pt x="134" y="311"/>
                  </a:cubicBezTo>
                  <a:cubicBezTo>
                    <a:pt x="191" y="311"/>
                    <a:pt x="191" y="311"/>
                    <a:pt x="191" y="311"/>
                  </a:cubicBezTo>
                  <a:cubicBezTo>
                    <a:pt x="205" y="311"/>
                    <a:pt x="219" y="325"/>
                    <a:pt x="219" y="339"/>
                  </a:cubicBezTo>
                  <a:cubicBezTo>
                    <a:pt x="219" y="396"/>
                    <a:pt x="219" y="396"/>
                    <a:pt x="219" y="396"/>
                  </a:cubicBezTo>
                  <a:cubicBezTo>
                    <a:pt x="219" y="417"/>
                    <a:pt x="205" y="424"/>
                    <a:pt x="191" y="4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12" name="组合 11"/>
          <p:cNvGrpSpPr/>
          <p:nvPr userDrawn="1"/>
        </p:nvGrpSpPr>
        <p:grpSpPr>
          <a:xfrm>
            <a:off x="8039760" y="1700153"/>
            <a:ext cx="577036" cy="577246"/>
            <a:chOff x="4139952" y="1274820"/>
            <a:chExt cx="432833" cy="432834"/>
          </a:xfrm>
        </p:grpSpPr>
        <p:sp>
          <p:nvSpPr>
            <p:cNvPr id="24" name="椭圆 16"/>
            <p:cNvSpPr>
              <a:spLocks noChangeArrowheads="1"/>
            </p:cNvSpPr>
            <p:nvPr/>
          </p:nvSpPr>
          <p:spPr bwMode="auto">
            <a:xfrm>
              <a:off x="4139952" y="1274820"/>
              <a:ext cx="432833" cy="432834"/>
            </a:xfrm>
            <a:prstGeom prst="ellipse">
              <a:avLst/>
            </a:prstGeom>
            <a:solidFill>
              <a:srgbClr val="3992DB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23" name="Freeform 84"/>
            <p:cNvSpPr>
              <a:spLocks noChangeArrowheads="1"/>
            </p:cNvSpPr>
            <p:nvPr/>
          </p:nvSpPr>
          <p:spPr bwMode="auto">
            <a:xfrm>
              <a:off x="4241546" y="1366806"/>
              <a:ext cx="248863" cy="248863"/>
            </a:xfrm>
            <a:custGeom>
              <a:avLst/>
              <a:gdLst>
                <a:gd name="T0" fmla="*/ 43332858 w 602"/>
                <a:gd name="T1" fmla="*/ 34979440 h 602"/>
                <a:gd name="T2" fmla="*/ 43332858 w 602"/>
                <a:gd name="T3" fmla="*/ 34979440 h 602"/>
                <a:gd name="T4" fmla="*/ 43332858 w 602"/>
                <a:gd name="T5" fmla="*/ 0 h 602"/>
                <a:gd name="T6" fmla="*/ 78442719 w 602"/>
                <a:gd name="T7" fmla="*/ 34979440 h 602"/>
                <a:gd name="T8" fmla="*/ 43332858 w 602"/>
                <a:gd name="T9" fmla="*/ 34979440 h 602"/>
                <a:gd name="T10" fmla="*/ 36023527 w 602"/>
                <a:gd name="T11" fmla="*/ 78442719 h 602"/>
                <a:gd name="T12" fmla="*/ 36023527 w 602"/>
                <a:gd name="T13" fmla="*/ 78442719 h 602"/>
                <a:gd name="T14" fmla="*/ 0 w 602"/>
                <a:gd name="T15" fmla="*/ 42419192 h 602"/>
                <a:gd name="T16" fmla="*/ 36023527 w 602"/>
                <a:gd name="T17" fmla="*/ 7308970 h 602"/>
                <a:gd name="T18" fmla="*/ 36023527 w 602"/>
                <a:gd name="T19" fmla="*/ 42419192 h 602"/>
                <a:gd name="T20" fmla="*/ 71002968 w 602"/>
                <a:gd name="T21" fmla="*/ 42419192 h 602"/>
                <a:gd name="T22" fmla="*/ 36023527 w 602"/>
                <a:gd name="T23" fmla="*/ 78442719 h 602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0" t="0" r="r" b="b"/>
              <a:pathLst>
                <a:path w="602" h="602">
                  <a:moveTo>
                    <a:pt x="332" y="268"/>
                  </a:moveTo>
                  <a:lnTo>
                    <a:pt x="332" y="268"/>
                  </a:lnTo>
                  <a:cubicBezTo>
                    <a:pt x="332" y="0"/>
                    <a:pt x="332" y="0"/>
                    <a:pt x="332" y="0"/>
                  </a:cubicBezTo>
                  <a:cubicBezTo>
                    <a:pt x="481" y="0"/>
                    <a:pt x="601" y="120"/>
                    <a:pt x="601" y="268"/>
                  </a:cubicBezTo>
                  <a:lnTo>
                    <a:pt x="332" y="268"/>
                  </a:lnTo>
                  <a:close/>
                  <a:moveTo>
                    <a:pt x="276" y="601"/>
                  </a:moveTo>
                  <a:lnTo>
                    <a:pt x="276" y="601"/>
                  </a:lnTo>
                  <a:cubicBezTo>
                    <a:pt x="120" y="601"/>
                    <a:pt x="0" y="480"/>
                    <a:pt x="0" y="325"/>
                  </a:cubicBezTo>
                  <a:cubicBezTo>
                    <a:pt x="0" y="176"/>
                    <a:pt x="120" y="56"/>
                    <a:pt x="276" y="56"/>
                  </a:cubicBezTo>
                  <a:cubicBezTo>
                    <a:pt x="276" y="325"/>
                    <a:pt x="276" y="325"/>
                    <a:pt x="276" y="325"/>
                  </a:cubicBezTo>
                  <a:cubicBezTo>
                    <a:pt x="544" y="325"/>
                    <a:pt x="544" y="325"/>
                    <a:pt x="544" y="325"/>
                  </a:cubicBezTo>
                  <a:cubicBezTo>
                    <a:pt x="544" y="480"/>
                    <a:pt x="424" y="601"/>
                    <a:pt x="276" y="60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304" y="834057"/>
            <a:ext cx="104638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7"/>
          <p:cNvGrpSpPr/>
          <p:nvPr userDrawn="1"/>
        </p:nvGrpSpPr>
        <p:grpSpPr bwMode="auto">
          <a:xfrm>
            <a:off x="431315" y="390618"/>
            <a:ext cx="520428" cy="274702"/>
            <a:chOff x="0" y="0"/>
            <a:chExt cx="1041399" cy="549275"/>
          </a:xfrm>
        </p:grpSpPr>
        <p:sp>
          <p:nvSpPr>
            <p:cNvPr id="13" name="Freeform 16"/>
            <p:cNvSpPr/>
            <p:nvPr/>
          </p:nvSpPr>
          <p:spPr bwMode="auto">
            <a:xfrm>
              <a:off x="0" y="0"/>
              <a:ext cx="361950" cy="549275"/>
            </a:xfrm>
            <a:custGeom>
              <a:avLst/>
              <a:gdLst>
                <a:gd name="T0" fmla="*/ 4 w 400"/>
                <a:gd name="T1" fmla="*/ 92 h 608"/>
                <a:gd name="T2" fmla="*/ 96 w 400"/>
                <a:gd name="T3" fmla="*/ 0 h 608"/>
                <a:gd name="T4" fmla="*/ 400 w 400"/>
                <a:gd name="T5" fmla="*/ 304 h 608"/>
                <a:gd name="T6" fmla="*/ 96 w 400"/>
                <a:gd name="T7" fmla="*/ 608 h 608"/>
                <a:gd name="T8" fmla="*/ 0 w 400"/>
                <a:gd name="T9" fmla="*/ 512 h 608"/>
                <a:gd name="T10" fmla="*/ 212 w 400"/>
                <a:gd name="T11" fmla="*/ 300 h 608"/>
                <a:gd name="T12" fmla="*/ 4 w 400"/>
                <a:gd name="T13" fmla="*/ 92 h 6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00" h="608">
                  <a:moveTo>
                    <a:pt x="4" y="92"/>
                  </a:moveTo>
                  <a:lnTo>
                    <a:pt x="96" y="0"/>
                  </a:lnTo>
                  <a:lnTo>
                    <a:pt x="400" y="304"/>
                  </a:lnTo>
                  <a:lnTo>
                    <a:pt x="96" y="608"/>
                  </a:lnTo>
                  <a:lnTo>
                    <a:pt x="0" y="512"/>
                  </a:lnTo>
                  <a:lnTo>
                    <a:pt x="212" y="300"/>
                  </a:lnTo>
                  <a:lnTo>
                    <a:pt x="4" y="92"/>
                  </a:lnTo>
                  <a:close/>
                </a:path>
              </a:pathLst>
            </a:custGeom>
            <a:solidFill>
              <a:srgbClr val="005DA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Freeform 17"/>
            <p:cNvSpPr/>
            <p:nvPr/>
          </p:nvSpPr>
          <p:spPr bwMode="auto">
            <a:xfrm>
              <a:off x="338137" y="0"/>
              <a:ext cx="360362" cy="549275"/>
            </a:xfrm>
            <a:custGeom>
              <a:avLst/>
              <a:gdLst>
                <a:gd name="T0" fmla="*/ 4 w 399"/>
                <a:gd name="T1" fmla="*/ 92 h 608"/>
                <a:gd name="T2" fmla="*/ 96 w 399"/>
                <a:gd name="T3" fmla="*/ 0 h 608"/>
                <a:gd name="T4" fmla="*/ 399 w 399"/>
                <a:gd name="T5" fmla="*/ 304 h 608"/>
                <a:gd name="T6" fmla="*/ 96 w 399"/>
                <a:gd name="T7" fmla="*/ 608 h 608"/>
                <a:gd name="T8" fmla="*/ 0 w 399"/>
                <a:gd name="T9" fmla="*/ 512 h 608"/>
                <a:gd name="T10" fmla="*/ 212 w 399"/>
                <a:gd name="T11" fmla="*/ 300 h 608"/>
                <a:gd name="T12" fmla="*/ 4 w 399"/>
                <a:gd name="T13" fmla="*/ 92 h 6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99" h="608">
                  <a:moveTo>
                    <a:pt x="4" y="92"/>
                  </a:moveTo>
                  <a:lnTo>
                    <a:pt x="96" y="0"/>
                  </a:lnTo>
                  <a:lnTo>
                    <a:pt x="399" y="304"/>
                  </a:lnTo>
                  <a:lnTo>
                    <a:pt x="96" y="608"/>
                  </a:lnTo>
                  <a:lnTo>
                    <a:pt x="0" y="512"/>
                  </a:lnTo>
                  <a:lnTo>
                    <a:pt x="212" y="300"/>
                  </a:lnTo>
                  <a:lnTo>
                    <a:pt x="4" y="92"/>
                  </a:lnTo>
                  <a:close/>
                </a:path>
              </a:pathLst>
            </a:custGeom>
            <a:solidFill>
              <a:srgbClr val="3992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Freeform 18"/>
            <p:cNvSpPr/>
            <p:nvPr/>
          </p:nvSpPr>
          <p:spPr bwMode="auto">
            <a:xfrm>
              <a:off x="681037" y="0"/>
              <a:ext cx="360362" cy="549275"/>
            </a:xfrm>
            <a:custGeom>
              <a:avLst/>
              <a:gdLst>
                <a:gd name="T0" fmla="*/ 4 w 399"/>
                <a:gd name="T1" fmla="*/ 92 h 608"/>
                <a:gd name="T2" fmla="*/ 95 w 399"/>
                <a:gd name="T3" fmla="*/ 0 h 608"/>
                <a:gd name="T4" fmla="*/ 399 w 399"/>
                <a:gd name="T5" fmla="*/ 304 h 608"/>
                <a:gd name="T6" fmla="*/ 95 w 399"/>
                <a:gd name="T7" fmla="*/ 608 h 608"/>
                <a:gd name="T8" fmla="*/ 0 w 399"/>
                <a:gd name="T9" fmla="*/ 512 h 608"/>
                <a:gd name="T10" fmla="*/ 212 w 399"/>
                <a:gd name="T11" fmla="*/ 300 h 608"/>
                <a:gd name="T12" fmla="*/ 4 w 399"/>
                <a:gd name="T13" fmla="*/ 92 h 6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99" h="608">
                  <a:moveTo>
                    <a:pt x="4" y="92"/>
                  </a:moveTo>
                  <a:lnTo>
                    <a:pt x="95" y="0"/>
                  </a:lnTo>
                  <a:lnTo>
                    <a:pt x="399" y="304"/>
                  </a:lnTo>
                  <a:lnTo>
                    <a:pt x="95" y="608"/>
                  </a:lnTo>
                  <a:lnTo>
                    <a:pt x="0" y="512"/>
                  </a:lnTo>
                  <a:lnTo>
                    <a:pt x="212" y="300"/>
                  </a:lnTo>
                  <a:lnTo>
                    <a:pt x="4" y="9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5" name="TextBox 4"/>
          <p:cNvSpPr txBox="1"/>
          <p:nvPr userDrawn="1"/>
        </p:nvSpPr>
        <p:spPr>
          <a:xfrm>
            <a:off x="305731" y="6526138"/>
            <a:ext cx="2909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yx.ityxb.com</a:t>
            </a:r>
            <a:endParaRPr lang="zh-CN" altLang="en-US" sz="12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 userDrawn="1"/>
        </p:nvSpPr>
        <p:spPr>
          <a:xfrm>
            <a:off x="0" y="6794447"/>
            <a:ext cx="10631710" cy="84639"/>
          </a:xfrm>
          <a:prstGeom prst="rect">
            <a:avLst/>
          </a:prstGeom>
          <a:solidFill>
            <a:srgbClr val="1369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/>
          <p:cNvSpPr/>
          <p:nvPr userDrawn="1"/>
        </p:nvSpPr>
        <p:spPr>
          <a:xfrm>
            <a:off x="10703717" y="6794446"/>
            <a:ext cx="1486695" cy="8463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3518" y="294845"/>
            <a:ext cx="2595061" cy="4050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2959" y="4407922"/>
            <a:ext cx="10361851" cy="1362390"/>
          </a:xfrm>
        </p:spPr>
        <p:txBody>
          <a:bodyPr anchor="t"/>
          <a:lstStyle>
            <a:lvl1pPr algn="l">
              <a:defRPr sz="53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2959" y="2907386"/>
            <a:ext cx="10361851" cy="1500534"/>
          </a:xfrm>
        </p:spPr>
        <p:txBody>
          <a:bodyPr anchor="b"/>
          <a:lstStyle>
            <a:lvl1pPr marL="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1pPr>
            <a:lvl2pPr marL="609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521" y="1600572"/>
            <a:ext cx="5384099" cy="4527011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6793" y="1600572"/>
            <a:ext cx="5384099" cy="4527011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521" y="1535469"/>
            <a:ext cx="5386216" cy="63991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00" indent="0">
              <a:buNone/>
              <a:defRPr sz="2700" b="1"/>
            </a:lvl2pPr>
            <a:lvl3pPr marL="1219200" indent="0">
              <a:buNone/>
              <a:defRPr sz="2400" b="1"/>
            </a:lvl3pPr>
            <a:lvl4pPr marL="1828800" indent="0">
              <a:buNone/>
              <a:defRPr sz="2100" b="1"/>
            </a:lvl4pPr>
            <a:lvl5pPr marL="2438400" indent="0">
              <a:buNone/>
              <a:defRPr sz="2100" b="1"/>
            </a:lvl5pPr>
            <a:lvl6pPr marL="3048000" indent="0">
              <a:buNone/>
              <a:defRPr sz="2100" b="1"/>
            </a:lvl6pPr>
            <a:lvl7pPr marL="3657600" indent="0">
              <a:buNone/>
              <a:defRPr sz="2100" b="1"/>
            </a:lvl7pPr>
            <a:lvl8pPr marL="4267200" indent="0">
              <a:buNone/>
              <a:defRPr sz="2100" b="1"/>
            </a:lvl8pPr>
            <a:lvl9pPr marL="4876800" indent="0">
              <a:buNone/>
              <a:defRPr sz="21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21" y="2175378"/>
            <a:ext cx="5386216" cy="395220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2562" y="1535469"/>
            <a:ext cx="5388332" cy="63991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00" indent="0">
              <a:buNone/>
              <a:defRPr sz="2700" b="1"/>
            </a:lvl2pPr>
            <a:lvl3pPr marL="1219200" indent="0">
              <a:buNone/>
              <a:defRPr sz="2400" b="1"/>
            </a:lvl3pPr>
            <a:lvl4pPr marL="1828800" indent="0">
              <a:buNone/>
              <a:defRPr sz="2100" b="1"/>
            </a:lvl4pPr>
            <a:lvl5pPr marL="2438400" indent="0">
              <a:buNone/>
              <a:defRPr sz="2100" b="1"/>
            </a:lvl5pPr>
            <a:lvl6pPr marL="3048000" indent="0">
              <a:buNone/>
              <a:defRPr sz="2100" b="1"/>
            </a:lvl6pPr>
            <a:lvl7pPr marL="3657600" indent="0">
              <a:buNone/>
              <a:defRPr sz="2100" b="1"/>
            </a:lvl7pPr>
            <a:lvl8pPr marL="4267200" indent="0">
              <a:buNone/>
              <a:defRPr sz="2100" b="1"/>
            </a:lvl8pPr>
            <a:lvl9pPr marL="4876800" indent="0">
              <a:buNone/>
              <a:defRPr sz="21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2562" y="2175378"/>
            <a:ext cx="5388332" cy="395220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等腰三角形 7"/>
          <p:cNvSpPr/>
          <p:nvPr userDrawn="1"/>
        </p:nvSpPr>
        <p:spPr>
          <a:xfrm flipH="1" flipV="1">
            <a:off x="-767029" y="-29126"/>
            <a:ext cx="3825848" cy="1804442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等腰三角形 8"/>
          <p:cNvSpPr/>
          <p:nvPr userDrawn="1"/>
        </p:nvSpPr>
        <p:spPr>
          <a:xfrm flipH="1" flipV="1">
            <a:off x="1413539" y="0"/>
            <a:ext cx="3825848" cy="1804442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等腰三角形 9"/>
          <p:cNvSpPr/>
          <p:nvPr userDrawn="1"/>
        </p:nvSpPr>
        <p:spPr>
          <a:xfrm>
            <a:off x="6085438" y="4298493"/>
            <a:ext cx="5426766" cy="2559507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等腰三角形 10"/>
          <p:cNvSpPr/>
          <p:nvPr userDrawn="1"/>
        </p:nvSpPr>
        <p:spPr>
          <a:xfrm>
            <a:off x="7741543" y="3609725"/>
            <a:ext cx="6887119" cy="3248275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1" name="组合 40"/>
          <p:cNvGrpSpPr/>
          <p:nvPr userDrawn="1"/>
        </p:nvGrpSpPr>
        <p:grpSpPr>
          <a:xfrm>
            <a:off x="2308773" y="3693670"/>
            <a:ext cx="7551038" cy="105497"/>
            <a:chOff x="2101845" y="3387257"/>
            <a:chExt cx="7551038" cy="105497"/>
          </a:xfrm>
        </p:grpSpPr>
        <p:cxnSp>
          <p:nvCxnSpPr>
            <p:cNvPr id="42" name="直接连接符 41"/>
            <p:cNvCxnSpPr/>
            <p:nvPr/>
          </p:nvCxnSpPr>
          <p:spPr>
            <a:xfrm>
              <a:off x="2369489" y="3440005"/>
              <a:ext cx="728339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椭圆 44"/>
            <p:cNvSpPr/>
            <p:nvPr/>
          </p:nvSpPr>
          <p:spPr>
            <a:xfrm>
              <a:off x="2101845" y="3387257"/>
              <a:ext cx="105497" cy="105497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" name="椭圆 1"/>
          <p:cNvSpPr/>
          <p:nvPr userDrawn="1"/>
        </p:nvSpPr>
        <p:spPr>
          <a:xfrm>
            <a:off x="9998623" y="3693670"/>
            <a:ext cx="105497" cy="105497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/>
          <p:cNvCxnSpPr/>
          <p:nvPr userDrawn="1"/>
        </p:nvCxnSpPr>
        <p:spPr>
          <a:xfrm>
            <a:off x="984634" y="1413103"/>
            <a:ext cx="101984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组合 8"/>
          <p:cNvGrpSpPr/>
          <p:nvPr userDrawn="1"/>
        </p:nvGrpSpPr>
        <p:grpSpPr>
          <a:xfrm>
            <a:off x="10607120" y="654595"/>
            <a:ext cx="575989" cy="577246"/>
            <a:chOff x="6084168" y="1274820"/>
            <a:chExt cx="432048" cy="432834"/>
          </a:xfrm>
        </p:grpSpPr>
        <p:sp>
          <p:nvSpPr>
            <p:cNvPr id="10" name="椭圆 22"/>
            <p:cNvSpPr>
              <a:spLocks noChangeArrowheads="1"/>
            </p:cNvSpPr>
            <p:nvPr/>
          </p:nvSpPr>
          <p:spPr bwMode="auto">
            <a:xfrm>
              <a:off x="6084168" y="1274820"/>
              <a:ext cx="432048" cy="432834"/>
            </a:xfrm>
            <a:prstGeom prst="ellipse">
              <a:avLst/>
            </a:prstGeom>
            <a:solidFill>
              <a:srgbClr val="1369B2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11" name="Freeform 59"/>
            <p:cNvSpPr>
              <a:spLocks noChangeArrowheads="1"/>
            </p:cNvSpPr>
            <p:nvPr/>
          </p:nvSpPr>
          <p:spPr bwMode="auto">
            <a:xfrm>
              <a:off x="6180302" y="1365898"/>
              <a:ext cx="239780" cy="250679"/>
            </a:xfrm>
            <a:custGeom>
              <a:avLst/>
              <a:gdLst>
                <a:gd name="T0" fmla="*/ 73627430 w 581"/>
                <a:gd name="T1" fmla="*/ 67678707 h 609"/>
                <a:gd name="T2" fmla="*/ 61659637 w 581"/>
                <a:gd name="T3" fmla="*/ 78678142 h 609"/>
                <a:gd name="T4" fmla="*/ 54244957 w 581"/>
                <a:gd name="T5" fmla="*/ 72208055 h 609"/>
                <a:gd name="T6" fmla="*/ 57106883 w 581"/>
                <a:gd name="T7" fmla="*/ 65867111 h 609"/>
                <a:gd name="T8" fmla="*/ 61659637 w 581"/>
                <a:gd name="T9" fmla="*/ 69490662 h 609"/>
                <a:gd name="T10" fmla="*/ 71806401 w 581"/>
                <a:gd name="T11" fmla="*/ 61338122 h 609"/>
                <a:gd name="T12" fmla="*/ 73627430 w 581"/>
                <a:gd name="T13" fmla="*/ 67678707 h 609"/>
                <a:gd name="T14" fmla="*/ 61659637 w 581"/>
                <a:gd name="T15" fmla="*/ 64055516 h 609"/>
                <a:gd name="T16" fmla="*/ 49691843 w 581"/>
                <a:gd name="T17" fmla="*/ 69490662 h 609"/>
                <a:gd name="T18" fmla="*/ 51513233 w 581"/>
                <a:gd name="T19" fmla="*/ 75054951 h 609"/>
                <a:gd name="T20" fmla="*/ 3772261 w 581"/>
                <a:gd name="T21" fmla="*/ 78678142 h 609"/>
                <a:gd name="T22" fmla="*/ 0 w 581"/>
                <a:gd name="T23" fmla="*/ 10999436 h 609"/>
                <a:gd name="T24" fmla="*/ 10146404 w 581"/>
                <a:gd name="T25" fmla="*/ 7246742 h 609"/>
                <a:gd name="T26" fmla="*/ 17561444 w 581"/>
                <a:gd name="T27" fmla="*/ 18246178 h 609"/>
                <a:gd name="T28" fmla="*/ 24845922 w 581"/>
                <a:gd name="T29" fmla="*/ 7246742 h 609"/>
                <a:gd name="T30" fmla="*/ 28488341 w 581"/>
                <a:gd name="T31" fmla="*/ 10999436 h 609"/>
                <a:gd name="T32" fmla="*/ 43318061 w 581"/>
                <a:gd name="T33" fmla="*/ 10999436 h 609"/>
                <a:gd name="T34" fmla="*/ 46960119 w 581"/>
                <a:gd name="T35" fmla="*/ 7246742 h 609"/>
                <a:gd name="T36" fmla="*/ 54244957 w 581"/>
                <a:gd name="T37" fmla="*/ 18246178 h 609"/>
                <a:gd name="T38" fmla="*/ 61659637 w 581"/>
                <a:gd name="T39" fmla="*/ 7246742 h 609"/>
                <a:gd name="T40" fmla="*/ 71806401 w 581"/>
                <a:gd name="T41" fmla="*/ 10999436 h 609"/>
                <a:gd name="T42" fmla="*/ 66212751 w 581"/>
                <a:gd name="T43" fmla="*/ 59526167 h 609"/>
                <a:gd name="T44" fmla="*/ 10146404 w 581"/>
                <a:gd name="T45" fmla="*/ 63149718 h 609"/>
                <a:gd name="T46" fmla="*/ 12878128 w 581"/>
                <a:gd name="T47" fmla="*/ 65867111 h 609"/>
                <a:gd name="T48" fmla="*/ 39545439 w 581"/>
                <a:gd name="T49" fmla="*/ 63149718 h 609"/>
                <a:gd name="T50" fmla="*/ 39545439 w 581"/>
                <a:gd name="T51" fmla="*/ 63149718 h 609"/>
                <a:gd name="T52" fmla="*/ 39545439 w 581"/>
                <a:gd name="T53" fmla="*/ 63149718 h 609"/>
                <a:gd name="T54" fmla="*/ 12878128 w 581"/>
                <a:gd name="T55" fmla="*/ 60431965 h 609"/>
                <a:gd name="T56" fmla="*/ 58017218 w 581"/>
                <a:gd name="T57" fmla="*/ 28339815 h 609"/>
                <a:gd name="T58" fmla="*/ 13788823 w 581"/>
                <a:gd name="T59" fmla="*/ 28339815 h 609"/>
                <a:gd name="T60" fmla="*/ 13788823 w 581"/>
                <a:gd name="T61" fmla="*/ 35715700 h 609"/>
                <a:gd name="T62" fmla="*/ 61659637 w 581"/>
                <a:gd name="T63" fmla="*/ 31963007 h 609"/>
                <a:gd name="T64" fmla="*/ 58017218 w 581"/>
                <a:gd name="T65" fmla="*/ 43868240 h 609"/>
                <a:gd name="T66" fmla="*/ 35903020 w 581"/>
                <a:gd name="T67" fmla="*/ 43868240 h 609"/>
                <a:gd name="T68" fmla="*/ 13788823 w 581"/>
                <a:gd name="T69" fmla="*/ 43868240 h 609"/>
                <a:gd name="T70" fmla="*/ 13788823 w 581"/>
                <a:gd name="T71" fmla="*/ 51244484 h 609"/>
                <a:gd name="T72" fmla="*/ 35903020 w 581"/>
                <a:gd name="T73" fmla="*/ 51244484 h 609"/>
                <a:gd name="T74" fmla="*/ 61659637 w 581"/>
                <a:gd name="T75" fmla="*/ 47491791 h 609"/>
                <a:gd name="T76" fmla="*/ 54244957 w 581"/>
                <a:gd name="T77" fmla="*/ 14622627 h 609"/>
                <a:gd name="T78" fmla="*/ 50602538 w 581"/>
                <a:gd name="T79" fmla="*/ 10999436 h 609"/>
                <a:gd name="T80" fmla="*/ 54244957 w 581"/>
                <a:gd name="T81" fmla="*/ 0 h 609"/>
                <a:gd name="T82" fmla="*/ 58017218 w 581"/>
                <a:gd name="T83" fmla="*/ 10999436 h 609"/>
                <a:gd name="T84" fmla="*/ 35903020 w 581"/>
                <a:gd name="T85" fmla="*/ 14622627 h 609"/>
                <a:gd name="T86" fmla="*/ 32260601 w 581"/>
                <a:gd name="T87" fmla="*/ 10999436 h 609"/>
                <a:gd name="T88" fmla="*/ 35903020 w 581"/>
                <a:gd name="T89" fmla="*/ 0 h 609"/>
                <a:gd name="T90" fmla="*/ 39545439 w 581"/>
                <a:gd name="T91" fmla="*/ 10999436 h 609"/>
                <a:gd name="T92" fmla="*/ 17561444 w 581"/>
                <a:gd name="T93" fmla="*/ 14622627 h 609"/>
                <a:gd name="T94" fmla="*/ 13788823 w 581"/>
                <a:gd name="T95" fmla="*/ 10999436 h 609"/>
                <a:gd name="T96" fmla="*/ 17561444 w 581"/>
                <a:gd name="T97" fmla="*/ 0 h 609"/>
                <a:gd name="T98" fmla="*/ 21203502 w 581"/>
                <a:gd name="T99" fmla="*/ 10999436 h 609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0" t="0" r="r" b="b"/>
              <a:pathLst>
                <a:path w="581" h="609">
                  <a:moveTo>
                    <a:pt x="566" y="523"/>
                  </a:moveTo>
                  <a:lnTo>
                    <a:pt x="566" y="523"/>
                  </a:lnTo>
                  <a:cubicBezTo>
                    <a:pt x="495" y="594"/>
                    <a:pt x="495" y="594"/>
                    <a:pt x="495" y="594"/>
                  </a:cubicBezTo>
                  <a:cubicBezTo>
                    <a:pt x="488" y="601"/>
                    <a:pt x="481" y="608"/>
                    <a:pt x="474" y="608"/>
                  </a:cubicBezTo>
                  <a:cubicBezTo>
                    <a:pt x="467" y="608"/>
                    <a:pt x="460" y="601"/>
                    <a:pt x="453" y="594"/>
                  </a:cubicBezTo>
                  <a:cubicBezTo>
                    <a:pt x="417" y="558"/>
                    <a:pt x="417" y="558"/>
                    <a:pt x="417" y="558"/>
                  </a:cubicBezTo>
                  <a:cubicBezTo>
                    <a:pt x="410" y="551"/>
                    <a:pt x="410" y="544"/>
                    <a:pt x="410" y="537"/>
                  </a:cubicBezTo>
                  <a:cubicBezTo>
                    <a:pt x="410" y="523"/>
                    <a:pt x="417" y="509"/>
                    <a:pt x="439" y="509"/>
                  </a:cubicBezTo>
                  <a:cubicBezTo>
                    <a:pt x="446" y="509"/>
                    <a:pt x="453" y="516"/>
                    <a:pt x="453" y="523"/>
                  </a:cubicBezTo>
                  <a:cubicBezTo>
                    <a:pt x="474" y="537"/>
                    <a:pt x="474" y="537"/>
                    <a:pt x="474" y="537"/>
                  </a:cubicBezTo>
                  <a:cubicBezTo>
                    <a:pt x="530" y="481"/>
                    <a:pt x="530" y="481"/>
                    <a:pt x="530" y="481"/>
                  </a:cubicBezTo>
                  <a:cubicBezTo>
                    <a:pt x="537" y="474"/>
                    <a:pt x="545" y="474"/>
                    <a:pt x="552" y="474"/>
                  </a:cubicBezTo>
                  <a:cubicBezTo>
                    <a:pt x="566" y="474"/>
                    <a:pt x="580" y="488"/>
                    <a:pt x="580" y="502"/>
                  </a:cubicBezTo>
                  <a:cubicBezTo>
                    <a:pt x="580" y="509"/>
                    <a:pt x="573" y="516"/>
                    <a:pt x="566" y="523"/>
                  </a:cubicBezTo>
                  <a:close/>
                  <a:moveTo>
                    <a:pt x="474" y="495"/>
                  </a:moveTo>
                  <a:lnTo>
                    <a:pt x="474" y="495"/>
                  </a:lnTo>
                  <a:cubicBezTo>
                    <a:pt x="467" y="488"/>
                    <a:pt x="453" y="481"/>
                    <a:pt x="439" y="481"/>
                  </a:cubicBezTo>
                  <a:cubicBezTo>
                    <a:pt x="403" y="481"/>
                    <a:pt x="382" y="509"/>
                    <a:pt x="382" y="537"/>
                  </a:cubicBezTo>
                  <a:cubicBezTo>
                    <a:pt x="382" y="558"/>
                    <a:pt x="389" y="573"/>
                    <a:pt x="396" y="580"/>
                  </a:cubicBezTo>
                  <a:cubicBezTo>
                    <a:pt x="424" y="608"/>
                    <a:pt x="424" y="608"/>
                    <a:pt x="424" y="608"/>
                  </a:cubicBezTo>
                  <a:cubicBezTo>
                    <a:pt x="29" y="608"/>
                    <a:pt x="29" y="608"/>
                    <a:pt x="29" y="608"/>
                  </a:cubicBezTo>
                  <a:cubicBezTo>
                    <a:pt x="15" y="608"/>
                    <a:pt x="0" y="594"/>
                    <a:pt x="0" y="580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71"/>
                    <a:pt x="15" y="56"/>
                    <a:pt x="29" y="5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120"/>
                    <a:pt x="106" y="141"/>
                    <a:pt x="135" y="141"/>
                  </a:cubicBezTo>
                  <a:cubicBezTo>
                    <a:pt x="163" y="141"/>
                    <a:pt x="191" y="120"/>
                    <a:pt x="191" y="85"/>
                  </a:cubicBezTo>
                  <a:cubicBezTo>
                    <a:pt x="191" y="56"/>
                    <a:pt x="191" y="56"/>
                    <a:pt x="191" y="56"/>
                  </a:cubicBezTo>
                  <a:cubicBezTo>
                    <a:pt x="219" y="56"/>
                    <a:pt x="219" y="56"/>
                    <a:pt x="219" y="56"/>
                  </a:cubicBezTo>
                  <a:cubicBezTo>
                    <a:pt x="219" y="85"/>
                    <a:pt x="219" y="85"/>
                    <a:pt x="219" y="85"/>
                  </a:cubicBezTo>
                  <a:cubicBezTo>
                    <a:pt x="219" y="120"/>
                    <a:pt x="248" y="141"/>
                    <a:pt x="276" y="141"/>
                  </a:cubicBezTo>
                  <a:cubicBezTo>
                    <a:pt x="304" y="141"/>
                    <a:pt x="333" y="120"/>
                    <a:pt x="333" y="85"/>
                  </a:cubicBezTo>
                  <a:cubicBezTo>
                    <a:pt x="333" y="56"/>
                    <a:pt x="333" y="56"/>
                    <a:pt x="333" y="56"/>
                  </a:cubicBezTo>
                  <a:cubicBezTo>
                    <a:pt x="361" y="56"/>
                    <a:pt x="361" y="56"/>
                    <a:pt x="361" y="56"/>
                  </a:cubicBezTo>
                  <a:cubicBezTo>
                    <a:pt x="361" y="85"/>
                    <a:pt x="361" y="85"/>
                    <a:pt x="361" y="85"/>
                  </a:cubicBezTo>
                  <a:cubicBezTo>
                    <a:pt x="361" y="120"/>
                    <a:pt x="389" y="141"/>
                    <a:pt x="417" y="141"/>
                  </a:cubicBezTo>
                  <a:cubicBezTo>
                    <a:pt x="446" y="141"/>
                    <a:pt x="474" y="120"/>
                    <a:pt x="474" y="85"/>
                  </a:cubicBezTo>
                  <a:cubicBezTo>
                    <a:pt x="474" y="56"/>
                    <a:pt x="474" y="56"/>
                    <a:pt x="474" y="56"/>
                  </a:cubicBezTo>
                  <a:cubicBezTo>
                    <a:pt x="523" y="56"/>
                    <a:pt x="523" y="56"/>
                    <a:pt x="523" y="56"/>
                  </a:cubicBezTo>
                  <a:cubicBezTo>
                    <a:pt x="537" y="56"/>
                    <a:pt x="552" y="71"/>
                    <a:pt x="552" y="85"/>
                  </a:cubicBezTo>
                  <a:cubicBezTo>
                    <a:pt x="552" y="445"/>
                    <a:pt x="552" y="445"/>
                    <a:pt x="552" y="445"/>
                  </a:cubicBezTo>
                  <a:cubicBezTo>
                    <a:pt x="530" y="445"/>
                    <a:pt x="516" y="452"/>
                    <a:pt x="509" y="460"/>
                  </a:cubicBezTo>
                  <a:lnTo>
                    <a:pt x="474" y="495"/>
                  </a:lnTo>
                  <a:close/>
                  <a:moveTo>
                    <a:pt x="78" y="488"/>
                  </a:moveTo>
                  <a:lnTo>
                    <a:pt x="78" y="488"/>
                  </a:lnTo>
                  <a:cubicBezTo>
                    <a:pt x="78" y="502"/>
                    <a:pt x="85" y="509"/>
                    <a:pt x="99" y="509"/>
                  </a:cubicBezTo>
                  <a:cubicBezTo>
                    <a:pt x="283" y="509"/>
                    <a:pt x="283" y="509"/>
                    <a:pt x="283" y="509"/>
                  </a:cubicBezTo>
                  <a:cubicBezTo>
                    <a:pt x="297" y="509"/>
                    <a:pt x="304" y="502"/>
                    <a:pt x="304" y="488"/>
                  </a:cubicBezTo>
                  <a:cubicBezTo>
                    <a:pt x="304" y="474"/>
                    <a:pt x="297" y="467"/>
                    <a:pt x="283" y="467"/>
                  </a:cubicBezTo>
                  <a:cubicBezTo>
                    <a:pt x="99" y="467"/>
                    <a:pt x="99" y="467"/>
                    <a:pt x="99" y="467"/>
                  </a:cubicBezTo>
                  <a:cubicBezTo>
                    <a:pt x="85" y="467"/>
                    <a:pt x="78" y="474"/>
                    <a:pt x="78" y="488"/>
                  </a:cubicBezTo>
                  <a:close/>
                  <a:moveTo>
                    <a:pt x="446" y="219"/>
                  </a:moveTo>
                  <a:lnTo>
                    <a:pt x="446" y="219"/>
                  </a:lnTo>
                  <a:cubicBezTo>
                    <a:pt x="106" y="219"/>
                    <a:pt x="106" y="219"/>
                    <a:pt x="106" y="219"/>
                  </a:cubicBezTo>
                  <a:cubicBezTo>
                    <a:pt x="92" y="219"/>
                    <a:pt x="78" y="233"/>
                    <a:pt x="78" y="247"/>
                  </a:cubicBezTo>
                  <a:cubicBezTo>
                    <a:pt x="78" y="262"/>
                    <a:pt x="92" y="276"/>
                    <a:pt x="106" y="276"/>
                  </a:cubicBezTo>
                  <a:cubicBezTo>
                    <a:pt x="446" y="276"/>
                    <a:pt x="446" y="276"/>
                    <a:pt x="446" y="276"/>
                  </a:cubicBezTo>
                  <a:cubicBezTo>
                    <a:pt x="460" y="276"/>
                    <a:pt x="474" y="262"/>
                    <a:pt x="474" y="247"/>
                  </a:cubicBezTo>
                  <a:cubicBezTo>
                    <a:pt x="474" y="233"/>
                    <a:pt x="460" y="219"/>
                    <a:pt x="446" y="219"/>
                  </a:cubicBezTo>
                  <a:close/>
                  <a:moveTo>
                    <a:pt x="446" y="339"/>
                  </a:moveTo>
                  <a:lnTo>
                    <a:pt x="446" y="339"/>
                  </a:lnTo>
                  <a:cubicBezTo>
                    <a:pt x="276" y="339"/>
                    <a:pt x="276" y="339"/>
                    <a:pt x="276" y="339"/>
                  </a:cubicBezTo>
                  <a:cubicBezTo>
                    <a:pt x="226" y="339"/>
                    <a:pt x="226" y="339"/>
                    <a:pt x="226" y="339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92" y="339"/>
                    <a:pt x="78" y="353"/>
                    <a:pt x="78" y="367"/>
                  </a:cubicBezTo>
                  <a:cubicBezTo>
                    <a:pt x="78" y="389"/>
                    <a:pt x="92" y="396"/>
                    <a:pt x="106" y="396"/>
                  </a:cubicBezTo>
                  <a:cubicBezTo>
                    <a:pt x="226" y="396"/>
                    <a:pt x="226" y="396"/>
                    <a:pt x="226" y="396"/>
                  </a:cubicBezTo>
                  <a:cubicBezTo>
                    <a:pt x="276" y="396"/>
                    <a:pt x="276" y="396"/>
                    <a:pt x="276" y="396"/>
                  </a:cubicBezTo>
                  <a:cubicBezTo>
                    <a:pt x="446" y="396"/>
                    <a:pt x="446" y="396"/>
                    <a:pt x="446" y="396"/>
                  </a:cubicBezTo>
                  <a:cubicBezTo>
                    <a:pt x="460" y="396"/>
                    <a:pt x="474" y="389"/>
                    <a:pt x="474" y="367"/>
                  </a:cubicBezTo>
                  <a:cubicBezTo>
                    <a:pt x="474" y="353"/>
                    <a:pt x="460" y="339"/>
                    <a:pt x="446" y="339"/>
                  </a:cubicBezTo>
                  <a:close/>
                  <a:moveTo>
                    <a:pt x="417" y="113"/>
                  </a:moveTo>
                  <a:lnTo>
                    <a:pt x="417" y="113"/>
                  </a:lnTo>
                  <a:cubicBezTo>
                    <a:pt x="403" y="113"/>
                    <a:pt x="389" y="106"/>
                    <a:pt x="389" y="85"/>
                  </a:cubicBezTo>
                  <a:cubicBezTo>
                    <a:pt x="389" y="28"/>
                    <a:pt x="389" y="28"/>
                    <a:pt x="389" y="28"/>
                  </a:cubicBezTo>
                  <a:cubicBezTo>
                    <a:pt x="389" y="14"/>
                    <a:pt x="403" y="0"/>
                    <a:pt x="417" y="0"/>
                  </a:cubicBezTo>
                  <a:cubicBezTo>
                    <a:pt x="431" y="0"/>
                    <a:pt x="446" y="14"/>
                    <a:pt x="446" y="28"/>
                  </a:cubicBezTo>
                  <a:cubicBezTo>
                    <a:pt x="446" y="85"/>
                    <a:pt x="446" y="85"/>
                    <a:pt x="446" y="85"/>
                  </a:cubicBezTo>
                  <a:cubicBezTo>
                    <a:pt x="446" y="106"/>
                    <a:pt x="431" y="113"/>
                    <a:pt x="417" y="113"/>
                  </a:cubicBezTo>
                  <a:close/>
                  <a:moveTo>
                    <a:pt x="276" y="113"/>
                  </a:moveTo>
                  <a:lnTo>
                    <a:pt x="276" y="113"/>
                  </a:lnTo>
                  <a:cubicBezTo>
                    <a:pt x="262" y="113"/>
                    <a:pt x="248" y="106"/>
                    <a:pt x="248" y="85"/>
                  </a:cubicBezTo>
                  <a:cubicBezTo>
                    <a:pt x="248" y="28"/>
                    <a:pt x="248" y="28"/>
                    <a:pt x="248" y="28"/>
                  </a:cubicBezTo>
                  <a:cubicBezTo>
                    <a:pt x="248" y="14"/>
                    <a:pt x="262" y="0"/>
                    <a:pt x="276" y="0"/>
                  </a:cubicBezTo>
                  <a:cubicBezTo>
                    <a:pt x="290" y="0"/>
                    <a:pt x="304" y="14"/>
                    <a:pt x="304" y="28"/>
                  </a:cubicBezTo>
                  <a:cubicBezTo>
                    <a:pt x="304" y="85"/>
                    <a:pt x="304" y="85"/>
                    <a:pt x="304" y="85"/>
                  </a:cubicBezTo>
                  <a:cubicBezTo>
                    <a:pt x="304" y="106"/>
                    <a:pt x="290" y="113"/>
                    <a:pt x="276" y="11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21" y="113"/>
                    <a:pt x="106" y="106"/>
                    <a:pt x="106" y="85"/>
                  </a:cubicBezTo>
                  <a:cubicBezTo>
                    <a:pt x="106" y="28"/>
                    <a:pt x="106" y="28"/>
                    <a:pt x="106" y="28"/>
                  </a:cubicBezTo>
                  <a:cubicBezTo>
                    <a:pt x="106" y="14"/>
                    <a:pt x="121" y="0"/>
                    <a:pt x="135" y="0"/>
                  </a:cubicBezTo>
                  <a:cubicBezTo>
                    <a:pt x="149" y="0"/>
                    <a:pt x="163" y="14"/>
                    <a:pt x="163" y="28"/>
                  </a:cubicBezTo>
                  <a:cubicBezTo>
                    <a:pt x="163" y="85"/>
                    <a:pt x="163" y="85"/>
                    <a:pt x="163" y="85"/>
                  </a:cubicBezTo>
                  <a:cubicBezTo>
                    <a:pt x="163" y="106"/>
                    <a:pt x="149" y="113"/>
                    <a:pt x="135" y="11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12" name="组合 11"/>
          <p:cNvGrpSpPr/>
          <p:nvPr userDrawn="1"/>
        </p:nvGrpSpPr>
        <p:grpSpPr>
          <a:xfrm>
            <a:off x="8879153" y="655120"/>
            <a:ext cx="575989" cy="576197"/>
            <a:chOff x="4788024" y="1275213"/>
            <a:chExt cx="432048" cy="432048"/>
          </a:xfrm>
        </p:grpSpPr>
        <p:sp>
          <p:nvSpPr>
            <p:cNvPr id="13" name="椭圆 65"/>
            <p:cNvSpPr>
              <a:spLocks noChangeArrowheads="1"/>
            </p:cNvSpPr>
            <p:nvPr/>
          </p:nvSpPr>
          <p:spPr bwMode="auto">
            <a:xfrm>
              <a:off x="4788024" y="1275213"/>
              <a:ext cx="432048" cy="432048"/>
            </a:xfrm>
            <a:prstGeom prst="ellipse">
              <a:avLst/>
            </a:prstGeom>
            <a:solidFill>
              <a:srgbClr val="F79600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14" name="Freeform 110"/>
            <p:cNvSpPr>
              <a:spLocks noChangeArrowheads="1"/>
            </p:cNvSpPr>
            <p:nvPr/>
          </p:nvSpPr>
          <p:spPr bwMode="auto">
            <a:xfrm>
              <a:off x="4891102" y="1366806"/>
              <a:ext cx="250679" cy="248862"/>
            </a:xfrm>
            <a:custGeom>
              <a:avLst/>
              <a:gdLst>
                <a:gd name="T0" fmla="*/ 78678142 w 609"/>
                <a:gd name="T1" fmla="*/ 71002280 h 602"/>
                <a:gd name="T2" fmla="*/ 78678142 w 609"/>
                <a:gd name="T3" fmla="*/ 71002280 h 602"/>
                <a:gd name="T4" fmla="*/ 71302258 w 609"/>
                <a:gd name="T5" fmla="*/ 78441997 h 602"/>
                <a:gd name="T6" fmla="*/ 65867111 w 609"/>
                <a:gd name="T7" fmla="*/ 76614673 h 602"/>
                <a:gd name="T8" fmla="*/ 44774038 w 609"/>
                <a:gd name="T9" fmla="*/ 54426302 h 602"/>
                <a:gd name="T10" fmla="*/ 29245613 w 609"/>
                <a:gd name="T11" fmla="*/ 59125033 h 602"/>
                <a:gd name="T12" fmla="*/ 0 w 609"/>
                <a:gd name="T13" fmla="*/ 29497307 h 602"/>
                <a:gd name="T14" fmla="*/ 29245613 w 609"/>
                <a:gd name="T15" fmla="*/ 0 h 602"/>
                <a:gd name="T16" fmla="*/ 58491226 w 609"/>
                <a:gd name="T17" fmla="*/ 29497307 h 602"/>
                <a:gd name="T18" fmla="*/ 54867675 w 609"/>
                <a:gd name="T19" fmla="*/ 44376380 h 602"/>
                <a:gd name="T20" fmla="*/ 75960749 w 609"/>
                <a:gd name="T21" fmla="*/ 65520668 h 602"/>
                <a:gd name="T22" fmla="*/ 78678142 w 609"/>
                <a:gd name="T23" fmla="*/ 71002280 h 602"/>
                <a:gd name="T24" fmla="*/ 29245613 w 609"/>
                <a:gd name="T25" fmla="*/ 7439717 h 602"/>
                <a:gd name="T26" fmla="*/ 29245613 w 609"/>
                <a:gd name="T27" fmla="*/ 7439717 h 602"/>
                <a:gd name="T28" fmla="*/ 7246742 w 609"/>
                <a:gd name="T29" fmla="*/ 29497307 h 602"/>
                <a:gd name="T30" fmla="*/ 29245613 w 609"/>
                <a:gd name="T31" fmla="*/ 51685677 h 602"/>
                <a:gd name="T32" fmla="*/ 51244484 w 609"/>
                <a:gd name="T33" fmla="*/ 29497307 h 602"/>
                <a:gd name="T34" fmla="*/ 29245613 w 609"/>
                <a:gd name="T35" fmla="*/ 7439717 h 602"/>
                <a:gd name="T36" fmla="*/ 42056644 w 609"/>
                <a:gd name="T37" fmla="*/ 33282375 h 602"/>
                <a:gd name="T38" fmla="*/ 42056644 w 609"/>
                <a:gd name="T39" fmla="*/ 33282375 h 602"/>
                <a:gd name="T40" fmla="*/ 32868804 w 609"/>
                <a:gd name="T41" fmla="*/ 33282375 h 602"/>
                <a:gd name="T42" fmla="*/ 32868804 w 609"/>
                <a:gd name="T43" fmla="*/ 41504973 h 602"/>
                <a:gd name="T44" fmla="*/ 29245613 w 609"/>
                <a:gd name="T45" fmla="*/ 45290042 h 602"/>
                <a:gd name="T46" fmla="*/ 25622062 w 609"/>
                <a:gd name="T47" fmla="*/ 41504973 h 602"/>
                <a:gd name="T48" fmla="*/ 25622062 w 609"/>
                <a:gd name="T49" fmla="*/ 33282375 h 602"/>
                <a:gd name="T50" fmla="*/ 17340380 w 609"/>
                <a:gd name="T51" fmla="*/ 33282375 h 602"/>
                <a:gd name="T52" fmla="*/ 13716829 w 609"/>
                <a:gd name="T53" fmla="*/ 29497307 h 602"/>
                <a:gd name="T54" fmla="*/ 17340380 w 609"/>
                <a:gd name="T55" fmla="*/ 25842658 h 602"/>
                <a:gd name="T56" fmla="*/ 25622062 w 609"/>
                <a:gd name="T57" fmla="*/ 25842658 h 602"/>
                <a:gd name="T58" fmla="*/ 25622062 w 609"/>
                <a:gd name="T59" fmla="*/ 16575978 h 602"/>
                <a:gd name="T60" fmla="*/ 29245613 w 609"/>
                <a:gd name="T61" fmla="*/ 12921329 h 602"/>
                <a:gd name="T62" fmla="*/ 32868804 w 609"/>
                <a:gd name="T63" fmla="*/ 16575978 h 602"/>
                <a:gd name="T64" fmla="*/ 32868804 w 609"/>
                <a:gd name="T65" fmla="*/ 25842658 h 602"/>
                <a:gd name="T66" fmla="*/ 42056644 w 609"/>
                <a:gd name="T67" fmla="*/ 25842658 h 602"/>
                <a:gd name="T68" fmla="*/ 45679835 w 609"/>
                <a:gd name="T69" fmla="*/ 29497307 h 602"/>
                <a:gd name="T70" fmla="*/ 42056644 w 609"/>
                <a:gd name="T71" fmla="*/ 33282375 h 60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609" h="602">
                  <a:moveTo>
                    <a:pt x="608" y="544"/>
                  </a:moveTo>
                  <a:lnTo>
                    <a:pt x="608" y="544"/>
                  </a:lnTo>
                  <a:cubicBezTo>
                    <a:pt x="608" y="573"/>
                    <a:pt x="579" y="601"/>
                    <a:pt x="551" y="601"/>
                  </a:cubicBezTo>
                  <a:cubicBezTo>
                    <a:pt x="530" y="601"/>
                    <a:pt x="516" y="594"/>
                    <a:pt x="509" y="587"/>
                  </a:cubicBezTo>
                  <a:cubicBezTo>
                    <a:pt x="346" y="417"/>
                    <a:pt x="346" y="417"/>
                    <a:pt x="346" y="417"/>
                  </a:cubicBezTo>
                  <a:cubicBezTo>
                    <a:pt x="311" y="438"/>
                    <a:pt x="269" y="453"/>
                    <a:pt x="226" y="453"/>
                  </a:cubicBezTo>
                  <a:cubicBezTo>
                    <a:pt x="106" y="453"/>
                    <a:pt x="0" y="347"/>
                    <a:pt x="0" y="226"/>
                  </a:cubicBezTo>
                  <a:cubicBezTo>
                    <a:pt x="0" y="99"/>
                    <a:pt x="106" y="0"/>
                    <a:pt x="226" y="0"/>
                  </a:cubicBezTo>
                  <a:cubicBezTo>
                    <a:pt x="353" y="0"/>
                    <a:pt x="452" y="99"/>
                    <a:pt x="452" y="226"/>
                  </a:cubicBezTo>
                  <a:cubicBezTo>
                    <a:pt x="452" y="269"/>
                    <a:pt x="445" y="304"/>
                    <a:pt x="424" y="340"/>
                  </a:cubicBezTo>
                  <a:cubicBezTo>
                    <a:pt x="587" y="502"/>
                    <a:pt x="587" y="502"/>
                    <a:pt x="587" y="502"/>
                  </a:cubicBezTo>
                  <a:cubicBezTo>
                    <a:pt x="601" y="516"/>
                    <a:pt x="608" y="530"/>
                    <a:pt x="608" y="544"/>
                  </a:cubicBezTo>
                  <a:close/>
                  <a:moveTo>
                    <a:pt x="226" y="57"/>
                  </a:moveTo>
                  <a:lnTo>
                    <a:pt x="226" y="57"/>
                  </a:lnTo>
                  <a:cubicBezTo>
                    <a:pt x="134" y="57"/>
                    <a:pt x="56" y="127"/>
                    <a:pt x="56" y="226"/>
                  </a:cubicBezTo>
                  <a:cubicBezTo>
                    <a:pt x="56" y="318"/>
                    <a:pt x="134" y="396"/>
                    <a:pt x="226" y="396"/>
                  </a:cubicBezTo>
                  <a:cubicBezTo>
                    <a:pt x="325" y="396"/>
                    <a:pt x="396" y="318"/>
                    <a:pt x="396" y="226"/>
                  </a:cubicBezTo>
                  <a:cubicBezTo>
                    <a:pt x="396" y="127"/>
                    <a:pt x="325" y="57"/>
                    <a:pt x="226" y="57"/>
                  </a:cubicBezTo>
                  <a:close/>
                  <a:moveTo>
                    <a:pt x="325" y="255"/>
                  </a:moveTo>
                  <a:lnTo>
                    <a:pt x="325" y="255"/>
                  </a:lnTo>
                  <a:cubicBezTo>
                    <a:pt x="254" y="255"/>
                    <a:pt x="254" y="255"/>
                    <a:pt x="254" y="255"/>
                  </a:cubicBezTo>
                  <a:cubicBezTo>
                    <a:pt x="254" y="318"/>
                    <a:pt x="254" y="318"/>
                    <a:pt x="254" y="318"/>
                  </a:cubicBezTo>
                  <a:cubicBezTo>
                    <a:pt x="254" y="333"/>
                    <a:pt x="247" y="347"/>
                    <a:pt x="226" y="347"/>
                  </a:cubicBezTo>
                  <a:cubicBezTo>
                    <a:pt x="212" y="347"/>
                    <a:pt x="198" y="333"/>
                    <a:pt x="198" y="318"/>
                  </a:cubicBezTo>
                  <a:cubicBezTo>
                    <a:pt x="198" y="255"/>
                    <a:pt x="198" y="255"/>
                    <a:pt x="198" y="255"/>
                  </a:cubicBezTo>
                  <a:cubicBezTo>
                    <a:pt x="134" y="255"/>
                    <a:pt x="134" y="255"/>
                    <a:pt x="134" y="255"/>
                  </a:cubicBezTo>
                  <a:cubicBezTo>
                    <a:pt x="120" y="255"/>
                    <a:pt x="106" y="241"/>
                    <a:pt x="106" y="226"/>
                  </a:cubicBezTo>
                  <a:cubicBezTo>
                    <a:pt x="106" y="205"/>
                    <a:pt x="120" y="198"/>
                    <a:pt x="134" y="198"/>
                  </a:cubicBezTo>
                  <a:cubicBezTo>
                    <a:pt x="198" y="198"/>
                    <a:pt x="198" y="198"/>
                    <a:pt x="198" y="198"/>
                  </a:cubicBezTo>
                  <a:cubicBezTo>
                    <a:pt x="198" y="127"/>
                    <a:pt x="198" y="127"/>
                    <a:pt x="198" y="127"/>
                  </a:cubicBezTo>
                  <a:cubicBezTo>
                    <a:pt x="198" y="113"/>
                    <a:pt x="212" y="99"/>
                    <a:pt x="226" y="99"/>
                  </a:cubicBezTo>
                  <a:cubicBezTo>
                    <a:pt x="247" y="99"/>
                    <a:pt x="254" y="113"/>
                    <a:pt x="254" y="127"/>
                  </a:cubicBezTo>
                  <a:cubicBezTo>
                    <a:pt x="254" y="198"/>
                    <a:pt x="254" y="198"/>
                    <a:pt x="254" y="198"/>
                  </a:cubicBezTo>
                  <a:cubicBezTo>
                    <a:pt x="325" y="198"/>
                    <a:pt x="325" y="198"/>
                    <a:pt x="325" y="198"/>
                  </a:cubicBezTo>
                  <a:cubicBezTo>
                    <a:pt x="339" y="198"/>
                    <a:pt x="353" y="205"/>
                    <a:pt x="353" y="226"/>
                  </a:cubicBezTo>
                  <a:cubicBezTo>
                    <a:pt x="353" y="241"/>
                    <a:pt x="339" y="255"/>
                    <a:pt x="325" y="25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15" name="组合 14"/>
          <p:cNvGrpSpPr/>
          <p:nvPr userDrawn="1"/>
        </p:nvGrpSpPr>
        <p:grpSpPr>
          <a:xfrm>
            <a:off x="9743137" y="654595"/>
            <a:ext cx="577036" cy="577246"/>
            <a:chOff x="5436096" y="1274820"/>
            <a:chExt cx="432833" cy="432834"/>
          </a:xfrm>
        </p:grpSpPr>
        <p:sp>
          <p:nvSpPr>
            <p:cNvPr id="16" name="椭圆 16"/>
            <p:cNvSpPr>
              <a:spLocks noChangeArrowheads="1"/>
            </p:cNvSpPr>
            <p:nvPr/>
          </p:nvSpPr>
          <p:spPr bwMode="auto">
            <a:xfrm>
              <a:off x="5436096" y="1274820"/>
              <a:ext cx="432833" cy="43283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17" name="Freeform 16"/>
            <p:cNvSpPr>
              <a:spLocks noChangeArrowheads="1"/>
            </p:cNvSpPr>
            <p:nvPr/>
          </p:nvSpPr>
          <p:spPr bwMode="auto">
            <a:xfrm>
              <a:off x="5554420" y="1377705"/>
              <a:ext cx="196183" cy="227065"/>
            </a:xfrm>
            <a:custGeom>
              <a:avLst/>
              <a:gdLst>
                <a:gd name="T0" fmla="*/ 58106390 w 475"/>
                <a:gd name="T1" fmla="*/ 71207247 h 552"/>
                <a:gd name="T2" fmla="*/ 58106390 w 475"/>
                <a:gd name="T3" fmla="*/ 71207247 h 552"/>
                <a:gd name="T4" fmla="*/ 54327993 w 475"/>
                <a:gd name="T5" fmla="*/ 71207247 h 552"/>
                <a:gd name="T6" fmla="*/ 54327993 w 475"/>
                <a:gd name="T7" fmla="*/ 0 h 552"/>
                <a:gd name="T8" fmla="*/ 58106390 w 475"/>
                <a:gd name="T9" fmla="*/ 0 h 552"/>
                <a:gd name="T10" fmla="*/ 61754124 w 475"/>
                <a:gd name="T11" fmla="*/ 3618618 h 552"/>
                <a:gd name="T12" fmla="*/ 61754124 w 475"/>
                <a:gd name="T13" fmla="*/ 67588630 h 552"/>
                <a:gd name="T14" fmla="*/ 58106390 w 475"/>
                <a:gd name="T15" fmla="*/ 71207247 h 552"/>
                <a:gd name="T16" fmla="*/ 7426131 w 475"/>
                <a:gd name="T17" fmla="*/ 67588630 h 552"/>
                <a:gd name="T18" fmla="*/ 7426131 w 475"/>
                <a:gd name="T19" fmla="*/ 67588630 h 552"/>
                <a:gd name="T20" fmla="*/ 7426131 w 475"/>
                <a:gd name="T21" fmla="*/ 63970012 h 552"/>
                <a:gd name="T22" fmla="*/ 13809846 w 475"/>
                <a:gd name="T23" fmla="*/ 63970012 h 552"/>
                <a:gd name="T24" fmla="*/ 21235977 w 475"/>
                <a:gd name="T25" fmla="*/ 56603721 h 552"/>
                <a:gd name="T26" fmla="*/ 13809846 w 475"/>
                <a:gd name="T27" fmla="*/ 49237429 h 552"/>
                <a:gd name="T28" fmla="*/ 7426131 w 475"/>
                <a:gd name="T29" fmla="*/ 49237429 h 552"/>
                <a:gd name="T30" fmla="*/ 7426131 w 475"/>
                <a:gd name="T31" fmla="*/ 42905028 h 552"/>
                <a:gd name="T32" fmla="*/ 13809846 w 475"/>
                <a:gd name="T33" fmla="*/ 42905028 h 552"/>
                <a:gd name="T34" fmla="*/ 21235977 w 475"/>
                <a:gd name="T35" fmla="*/ 35539095 h 552"/>
                <a:gd name="T36" fmla="*/ 13809846 w 475"/>
                <a:gd name="T37" fmla="*/ 28301860 h 552"/>
                <a:gd name="T38" fmla="*/ 7426131 w 475"/>
                <a:gd name="T39" fmla="*/ 28301860 h 552"/>
                <a:gd name="T40" fmla="*/ 7426131 w 475"/>
                <a:gd name="T41" fmla="*/ 21840403 h 552"/>
                <a:gd name="T42" fmla="*/ 13809846 w 475"/>
                <a:gd name="T43" fmla="*/ 21840403 h 552"/>
                <a:gd name="T44" fmla="*/ 21235977 w 475"/>
                <a:gd name="T45" fmla="*/ 14603167 h 552"/>
                <a:gd name="T46" fmla="*/ 13809846 w 475"/>
                <a:gd name="T47" fmla="*/ 7236876 h 552"/>
                <a:gd name="T48" fmla="*/ 7426131 w 475"/>
                <a:gd name="T49" fmla="*/ 7236876 h 552"/>
                <a:gd name="T50" fmla="*/ 7426131 w 475"/>
                <a:gd name="T51" fmla="*/ 3618618 h 552"/>
                <a:gd name="T52" fmla="*/ 11074226 w 475"/>
                <a:gd name="T53" fmla="*/ 0 h 552"/>
                <a:gd name="T54" fmla="*/ 50680259 w 475"/>
                <a:gd name="T55" fmla="*/ 0 h 552"/>
                <a:gd name="T56" fmla="*/ 50680259 w 475"/>
                <a:gd name="T57" fmla="*/ 71207247 h 552"/>
                <a:gd name="T58" fmla="*/ 11074226 w 475"/>
                <a:gd name="T59" fmla="*/ 71207247 h 552"/>
                <a:gd name="T60" fmla="*/ 7426131 w 475"/>
                <a:gd name="T61" fmla="*/ 67588630 h 552"/>
                <a:gd name="T62" fmla="*/ 17588243 w 475"/>
                <a:gd name="T63" fmla="*/ 14603167 h 552"/>
                <a:gd name="T64" fmla="*/ 17588243 w 475"/>
                <a:gd name="T65" fmla="*/ 14603167 h 552"/>
                <a:gd name="T66" fmla="*/ 13809846 w 475"/>
                <a:gd name="T67" fmla="*/ 18221785 h 552"/>
                <a:gd name="T68" fmla="*/ 3778036 w 475"/>
                <a:gd name="T69" fmla="*/ 18221785 h 552"/>
                <a:gd name="T70" fmla="*/ 0 w 475"/>
                <a:gd name="T71" fmla="*/ 14603167 h 552"/>
                <a:gd name="T72" fmla="*/ 3778036 w 475"/>
                <a:gd name="T73" fmla="*/ 10984909 h 552"/>
                <a:gd name="T74" fmla="*/ 13809846 w 475"/>
                <a:gd name="T75" fmla="*/ 10984909 h 552"/>
                <a:gd name="T76" fmla="*/ 17588243 w 475"/>
                <a:gd name="T77" fmla="*/ 14603167 h 552"/>
                <a:gd name="T78" fmla="*/ 3778036 w 475"/>
                <a:gd name="T79" fmla="*/ 31920478 h 552"/>
                <a:gd name="T80" fmla="*/ 3778036 w 475"/>
                <a:gd name="T81" fmla="*/ 31920478 h 552"/>
                <a:gd name="T82" fmla="*/ 13809846 w 475"/>
                <a:gd name="T83" fmla="*/ 31920478 h 552"/>
                <a:gd name="T84" fmla="*/ 17588243 w 475"/>
                <a:gd name="T85" fmla="*/ 35539095 h 552"/>
                <a:gd name="T86" fmla="*/ 13809846 w 475"/>
                <a:gd name="T87" fmla="*/ 39286770 h 552"/>
                <a:gd name="T88" fmla="*/ 3778036 w 475"/>
                <a:gd name="T89" fmla="*/ 39286770 h 552"/>
                <a:gd name="T90" fmla="*/ 0 w 475"/>
                <a:gd name="T91" fmla="*/ 35539095 h 552"/>
                <a:gd name="T92" fmla="*/ 3778036 w 475"/>
                <a:gd name="T93" fmla="*/ 31920478 h 552"/>
                <a:gd name="T94" fmla="*/ 3778036 w 475"/>
                <a:gd name="T95" fmla="*/ 52985462 h 552"/>
                <a:gd name="T96" fmla="*/ 3778036 w 475"/>
                <a:gd name="T97" fmla="*/ 52985462 h 552"/>
                <a:gd name="T98" fmla="*/ 13809846 w 475"/>
                <a:gd name="T99" fmla="*/ 52985462 h 552"/>
                <a:gd name="T100" fmla="*/ 17588243 w 475"/>
                <a:gd name="T101" fmla="*/ 56603721 h 552"/>
                <a:gd name="T102" fmla="*/ 13809846 w 475"/>
                <a:gd name="T103" fmla="*/ 60222338 h 552"/>
                <a:gd name="T104" fmla="*/ 3778036 w 475"/>
                <a:gd name="T105" fmla="*/ 60222338 h 552"/>
                <a:gd name="T106" fmla="*/ 0 w 475"/>
                <a:gd name="T107" fmla="*/ 56603721 h 552"/>
                <a:gd name="T108" fmla="*/ 3778036 w 475"/>
                <a:gd name="T109" fmla="*/ 52985462 h 552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475" h="552">
                  <a:moveTo>
                    <a:pt x="446" y="551"/>
                  </a:moveTo>
                  <a:lnTo>
                    <a:pt x="446" y="551"/>
                  </a:lnTo>
                  <a:cubicBezTo>
                    <a:pt x="417" y="551"/>
                    <a:pt x="417" y="551"/>
                    <a:pt x="417" y="551"/>
                  </a:cubicBezTo>
                  <a:cubicBezTo>
                    <a:pt x="417" y="0"/>
                    <a:pt x="417" y="0"/>
                    <a:pt x="417" y="0"/>
                  </a:cubicBezTo>
                  <a:cubicBezTo>
                    <a:pt x="446" y="0"/>
                    <a:pt x="446" y="0"/>
                    <a:pt x="446" y="0"/>
                  </a:cubicBezTo>
                  <a:cubicBezTo>
                    <a:pt x="460" y="0"/>
                    <a:pt x="474" y="14"/>
                    <a:pt x="474" y="28"/>
                  </a:cubicBezTo>
                  <a:cubicBezTo>
                    <a:pt x="474" y="523"/>
                    <a:pt x="474" y="523"/>
                    <a:pt x="474" y="523"/>
                  </a:cubicBezTo>
                  <a:cubicBezTo>
                    <a:pt x="474" y="537"/>
                    <a:pt x="460" y="551"/>
                    <a:pt x="446" y="551"/>
                  </a:cubicBezTo>
                  <a:close/>
                  <a:moveTo>
                    <a:pt x="57" y="523"/>
                  </a:moveTo>
                  <a:lnTo>
                    <a:pt x="57" y="523"/>
                  </a:lnTo>
                  <a:cubicBezTo>
                    <a:pt x="57" y="495"/>
                    <a:pt x="57" y="495"/>
                    <a:pt x="57" y="495"/>
                  </a:cubicBezTo>
                  <a:cubicBezTo>
                    <a:pt x="106" y="495"/>
                    <a:pt x="106" y="495"/>
                    <a:pt x="106" y="495"/>
                  </a:cubicBezTo>
                  <a:cubicBezTo>
                    <a:pt x="135" y="495"/>
                    <a:pt x="163" y="466"/>
                    <a:pt x="163" y="438"/>
                  </a:cubicBezTo>
                  <a:cubicBezTo>
                    <a:pt x="163" y="403"/>
                    <a:pt x="135" y="381"/>
                    <a:pt x="106" y="381"/>
                  </a:cubicBezTo>
                  <a:cubicBezTo>
                    <a:pt x="57" y="381"/>
                    <a:pt x="57" y="381"/>
                    <a:pt x="57" y="381"/>
                  </a:cubicBezTo>
                  <a:cubicBezTo>
                    <a:pt x="57" y="332"/>
                    <a:pt x="57" y="332"/>
                    <a:pt x="57" y="332"/>
                  </a:cubicBezTo>
                  <a:cubicBezTo>
                    <a:pt x="106" y="332"/>
                    <a:pt x="106" y="332"/>
                    <a:pt x="106" y="332"/>
                  </a:cubicBezTo>
                  <a:cubicBezTo>
                    <a:pt x="135" y="332"/>
                    <a:pt x="163" y="304"/>
                    <a:pt x="163" y="275"/>
                  </a:cubicBezTo>
                  <a:cubicBezTo>
                    <a:pt x="163" y="247"/>
                    <a:pt x="135" y="219"/>
                    <a:pt x="106" y="219"/>
                  </a:cubicBezTo>
                  <a:cubicBezTo>
                    <a:pt x="57" y="219"/>
                    <a:pt x="57" y="219"/>
                    <a:pt x="57" y="219"/>
                  </a:cubicBezTo>
                  <a:cubicBezTo>
                    <a:pt x="57" y="169"/>
                    <a:pt x="57" y="169"/>
                    <a:pt x="57" y="169"/>
                  </a:cubicBezTo>
                  <a:cubicBezTo>
                    <a:pt x="106" y="169"/>
                    <a:pt x="106" y="169"/>
                    <a:pt x="106" y="169"/>
                  </a:cubicBezTo>
                  <a:cubicBezTo>
                    <a:pt x="135" y="169"/>
                    <a:pt x="163" y="148"/>
                    <a:pt x="163" y="113"/>
                  </a:cubicBezTo>
                  <a:cubicBezTo>
                    <a:pt x="163" y="85"/>
                    <a:pt x="135" y="56"/>
                    <a:pt x="106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28"/>
                    <a:pt x="57" y="28"/>
                    <a:pt x="57" y="28"/>
                  </a:cubicBezTo>
                  <a:cubicBezTo>
                    <a:pt x="57" y="14"/>
                    <a:pt x="71" y="0"/>
                    <a:pt x="85" y="0"/>
                  </a:cubicBezTo>
                  <a:cubicBezTo>
                    <a:pt x="389" y="0"/>
                    <a:pt x="389" y="0"/>
                    <a:pt x="389" y="0"/>
                  </a:cubicBezTo>
                  <a:cubicBezTo>
                    <a:pt x="389" y="551"/>
                    <a:pt x="389" y="551"/>
                    <a:pt x="389" y="551"/>
                  </a:cubicBezTo>
                  <a:cubicBezTo>
                    <a:pt x="85" y="551"/>
                    <a:pt x="85" y="551"/>
                    <a:pt x="85" y="551"/>
                  </a:cubicBezTo>
                  <a:cubicBezTo>
                    <a:pt x="71" y="551"/>
                    <a:pt x="57" y="537"/>
                    <a:pt x="57" y="52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35" y="134"/>
                    <a:pt x="120" y="141"/>
                    <a:pt x="106" y="141"/>
                  </a:cubicBezTo>
                  <a:cubicBezTo>
                    <a:pt x="29" y="141"/>
                    <a:pt x="29" y="141"/>
                    <a:pt x="29" y="141"/>
                  </a:cubicBezTo>
                  <a:cubicBezTo>
                    <a:pt x="15" y="141"/>
                    <a:pt x="0" y="134"/>
                    <a:pt x="0" y="113"/>
                  </a:cubicBezTo>
                  <a:cubicBezTo>
                    <a:pt x="0" y="99"/>
                    <a:pt x="15" y="85"/>
                    <a:pt x="29" y="85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20" y="85"/>
                    <a:pt x="135" y="99"/>
                    <a:pt x="135" y="113"/>
                  </a:cubicBezTo>
                  <a:close/>
                  <a:moveTo>
                    <a:pt x="29" y="247"/>
                  </a:moveTo>
                  <a:lnTo>
                    <a:pt x="29" y="247"/>
                  </a:lnTo>
                  <a:cubicBezTo>
                    <a:pt x="106" y="247"/>
                    <a:pt x="106" y="247"/>
                    <a:pt x="106" y="247"/>
                  </a:cubicBezTo>
                  <a:cubicBezTo>
                    <a:pt x="120" y="247"/>
                    <a:pt x="135" y="261"/>
                    <a:pt x="135" y="275"/>
                  </a:cubicBezTo>
                  <a:cubicBezTo>
                    <a:pt x="135" y="290"/>
                    <a:pt x="120" y="304"/>
                    <a:pt x="106" y="304"/>
                  </a:cubicBezTo>
                  <a:cubicBezTo>
                    <a:pt x="29" y="304"/>
                    <a:pt x="29" y="304"/>
                    <a:pt x="29" y="304"/>
                  </a:cubicBezTo>
                  <a:cubicBezTo>
                    <a:pt x="15" y="304"/>
                    <a:pt x="0" y="290"/>
                    <a:pt x="0" y="275"/>
                  </a:cubicBezTo>
                  <a:cubicBezTo>
                    <a:pt x="0" y="261"/>
                    <a:pt x="15" y="247"/>
                    <a:pt x="29" y="247"/>
                  </a:cubicBezTo>
                  <a:close/>
                  <a:moveTo>
                    <a:pt x="29" y="410"/>
                  </a:moveTo>
                  <a:lnTo>
                    <a:pt x="29" y="410"/>
                  </a:lnTo>
                  <a:cubicBezTo>
                    <a:pt x="106" y="410"/>
                    <a:pt x="106" y="410"/>
                    <a:pt x="106" y="410"/>
                  </a:cubicBezTo>
                  <a:cubicBezTo>
                    <a:pt x="120" y="410"/>
                    <a:pt x="135" y="417"/>
                    <a:pt x="135" y="438"/>
                  </a:cubicBezTo>
                  <a:cubicBezTo>
                    <a:pt x="135" y="452"/>
                    <a:pt x="120" y="466"/>
                    <a:pt x="106" y="466"/>
                  </a:cubicBezTo>
                  <a:cubicBezTo>
                    <a:pt x="29" y="466"/>
                    <a:pt x="29" y="466"/>
                    <a:pt x="29" y="466"/>
                  </a:cubicBezTo>
                  <a:cubicBezTo>
                    <a:pt x="15" y="466"/>
                    <a:pt x="0" y="452"/>
                    <a:pt x="0" y="438"/>
                  </a:cubicBezTo>
                  <a:cubicBezTo>
                    <a:pt x="0" y="417"/>
                    <a:pt x="15" y="410"/>
                    <a:pt x="29" y="4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 userDrawn="1"/>
        </p:nvGrpSpPr>
        <p:grpSpPr>
          <a:xfrm>
            <a:off x="7151187" y="654595"/>
            <a:ext cx="577036" cy="577246"/>
            <a:chOff x="3491880" y="1274820"/>
            <a:chExt cx="432833" cy="432834"/>
          </a:xfrm>
        </p:grpSpPr>
        <p:sp>
          <p:nvSpPr>
            <p:cNvPr id="19" name="椭圆 16"/>
            <p:cNvSpPr>
              <a:spLocks noChangeArrowheads="1"/>
            </p:cNvSpPr>
            <p:nvPr/>
          </p:nvSpPr>
          <p:spPr bwMode="auto">
            <a:xfrm>
              <a:off x="3491880" y="1274820"/>
              <a:ext cx="432833" cy="432834"/>
            </a:xfrm>
            <a:prstGeom prst="ellipse">
              <a:avLst/>
            </a:prstGeom>
            <a:solidFill>
              <a:srgbClr val="1369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20" name="Freeform 75"/>
            <p:cNvSpPr>
              <a:spLocks noChangeArrowheads="1"/>
            </p:cNvSpPr>
            <p:nvPr/>
          </p:nvSpPr>
          <p:spPr bwMode="auto">
            <a:xfrm>
              <a:off x="3583864" y="1385879"/>
              <a:ext cx="248863" cy="210716"/>
            </a:xfrm>
            <a:custGeom>
              <a:avLst/>
              <a:gdLst>
                <a:gd name="T0" fmla="*/ 74657633 w 602"/>
                <a:gd name="T1" fmla="*/ 66362244 h 510"/>
                <a:gd name="T2" fmla="*/ 74657633 w 602"/>
                <a:gd name="T3" fmla="*/ 66362244 h 510"/>
                <a:gd name="T4" fmla="*/ 3654665 w 602"/>
                <a:gd name="T5" fmla="*/ 66362244 h 510"/>
                <a:gd name="T6" fmla="*/ 0 w 602"/>
                <a:gd name="T7" fmla="*/ 62711741 h 510"/>
                <a:gd name="T8" fmla="*/ 0 w 602"/>
                <a:gd name="T9" fmla="*/ 3650503 h 510"/>
                <a:gd name="T10" fmla="*/ 3654665 w 602"/>
                <a:gd name="T11" fmla="*/ 0 h 510"/>
                <a:gd name="T12" fmla="*/ 7308970 w 602"/>
                <a:gd name="T13" fmla="*/ 3650503 h 510"/>
                <a:gd name="T14" fmla="*/ 7308970 w 602"/>
                <a:gd name="T15" fmla="*/ 50717076 h 510"/>
                <a:gd name="T16" fmla="*/ 7308970 w 602"/>
                <a:gd name="T17" fmla="*/ 50717076 h 510"/>
                <a:gd name="T18" fmla="*/ 7308970 w 602"/>
                <a:gd name="T19" fmla="*/ 58930528 h 510"/>
                <a:gd name="T20" fmla="*/ 74657633 w 602"/>
                <a:gd name="T21" fmla="*/ 58930528 h 510"/>
                <a:gd name="T22" fmla="*/ 78442719 w 602"/>
                <a:gd name="T23" fmla="*/ 62711741 h 510"/>
                <a:gd name="T24" fmla="*/ 74657633 w 602"/>
                <a:gd name="T25" fmla="*/ 66362244 h 510"/>
                <a:gd name="T26" fmla="*/ 66434636 w 602"/>
                <a:gd name="T27" fmla="*/ 55280025 h 510"/>
                <a:gd name="T28" fmla="*/ 66434636 w 602"/>
                <a:gd name="T29" fmla="*/ 55280025 h 510"/>
                <a:gd name="T30" fmla="*/ 58995246 w 602"/>
                <a:gd name="T31" fmla="*/ 55280025 h 510"/>
                <a:gd name="T32" fmla="*/ 55340580 w 602"/>
                <a:gd name="T33" fmla="*/ 51629522 h 510"/>
                <a:gd name="T34" fmla="*/ 55340580 w 602"/>
                <a:gd name="T35" fmla="*/ 25814941 h 510"/>
                <a:gd name="T36" fmla="*/ 58995246 w 602"/>
                <a:gd name="T37" fmla="*/ 22164077 h 510"/>
                <a:gd name="T38" fmla="*/ 66434636 w 602"/>
                <a:gd name="T39" fmla="*/ 22164077 h 510"/>
                <a:gd name="T40" fmla="*/ 70089301 w 602"/>
                <a:gd name="T41" fmla="*/ 25814941 h 510"/>
                <a:gd name="T42" fmla="*/ 70089301 w 602"/>
                <a:gd name="T43" fmla="*/ 51629522 h 510"/>
                <a:gd name="T44" fmla="*/ 66434636 w 602"/>
                <a:gd name="T45" fmla="*/ 55280025 h 510"/>
                <a:gd name="T46" fmla="*/ 45159830 w 602"/>
                <a:gd name="T47" fmla="*/ 55280025 h 510"/>
                <a:gd name="T48" fmla="*/ 45159830 w 602"/>
                <a:gd name="T49" fmla="*/ 55280025 h 510"/>
                <a:gd name="T50" fmla="*/ 37850860 w 602"/>
                <a:gd name="T51" fmla="*/ 55280025 h 510"/>
                <a:gd name="T52" fmla="*/ 34065774 w 602"/>
                <a:gd name="T53" fmla="*/ 51629522 h 510"/>
                <a:gd name="T54" fmla="*/ 34065774 w 602"/>
                <a:gd name="T55" fmla="*/ 11082219 h 510"/>
                <a:gd name="T56" fmla="*/ 37850860 w 602"/>
                <a:gd name="T57" fmla="*/ 7431355 h 510"/>
                <a:gd name="T58" fmla="*/ 45159830 w 602"/>
                <a:gd name="T59" fmla="*/ 7431355 h 510"/>
                <a:gd name="T60" fmla="*/ 48814495 w 602"/>
                <a:gd name="T61" fmla="*/ 11082219 h 510"/>
                <a:gd name="T62" fmla="*/ 48814495 w 602"/>
                <a:gd name="T63" fmla="*/ 51629522 h 510"/>
                <a:gd name="T64" fmla="*/ 45159830 w 602"/>
                <a:gd name="T65" fmla="*/ 55280025 h 510"/>
                <a:gd name="T66" fmla="*/ 24929472 w 602"/>
                <a:gd name="T67" fmla="*/ 55280025 h 510"/>
                <a:gd name="T68" fmla="*/ 24929472 w 602"/>
                <a:gd name="T69" fmla="*/ 55280025 h 510"/>
                <a:gd name="T70" fmla="*/ 17489720 w 602"/>
                <a:gd name="T71" fmla="*/ 55280025 h 510"/>
                <a:gd name="T72" fmla="*/ 13835055 w 602"/>
                <a:gd name="T73" fmla="*/ 51629522 h 510"/>
                <a:gd name="T74" fmla="*/ 13835055 w 602"/>
                <a:gd name="T75" fmla="*/ 44198166 h 510"/>
                <a:gd name="T76" fmla="*/ 17489720 w 602"/>
                <a:gd name="T77" fmla="*/ 40547302 h 510"/>
                <a:gd name="T78" fmla="*/ 24929472 w 602"/>
                <a:gd name="T79" fmla="*/ 40547302 h 510"/>
                <a:gd name="T80" fmla="*/ 28583776 w 602"/>
                <a:gd name="T81" fmla="*/ 44198166 h 510"/>
                <a:gd name="T82" fmla="*/ 28583776 w 602"/>
                <a:gd name="T83" fmla="*/ 51629522 h 510"/>
                <a:gd name="T84" fmla="*/ 24929472 w 602"/>
                <a:gd name="T85" fmla="*/ 55280025 h 510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602" h="510">
                  <a:moveTo>
                    <a:pt x="572" y="509"/>
                  </a:moveTo>
                  <a:lnTo>
                    <a:pt x="572" y="509"/>
                  </a:lnTo>
                  <a:cubicBezTo>
                    <a:pt x="28" y="509"/>
                    <a:pt x="28" y="509"/>
                    <a:pt x="28" y="509"/>
                  </a:cubicBezTo>
                  <a:cubicBezTo>
                    <a:pt x="14" y="509"/>
                    <a:pt x="0" y="502"/>
                    <a:pt x="0" y="48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14"/>
                    <a:pt x="14" y="0"/>
                    <a:pt x="28" y="0"/>
                  </a:cubicBezTo>
                  <a:cubicBezTo>
                    <a:pt x="42" y="0"/>
                    <a:pt x="56" y="14"/>
                    <a:pt x="56" y="28"/>
                  </a:cubicBezTo>
                  <a:cubicBezTo>
                    <a:pt x="56" y="389"/>
                    <a:pt x="56" y="389"/>
                    <a:pt x="56" y="389"/>
                  </a:cubicBezTo>
                  <a:cubicBezTo>
                    <a:pt x="56" y="452"/>
                    <a:pt x="56" y="452"/>
                    <a:pt x="56" y="452"/>
                  </a:cubicBezTo>
                  <a:cubicBezTo>
                    <a:pt x="572" y="452"/>
                    <a:pt x="572" y="452"/>
                    <a:pt x="572" y="452"/>
                  </a:cubicBezTo>
                  <a:cubicBezTo>
                    <a:pt x="594" y="452"/>
                    <a:pt x="601" y="467"/>
                    <a:pt x="601" y="481"/>
                  </a:cubicBezTo>
                  <a:cubicBezTo>
                    <a:pt x="601" y="502"/>
                    <a:pt x="594" y="509"/>
                    <a:pt x="572" y="509"/>
                  </a:cubicBezTo>
                  <a:close/>
                  <a:moveTo>
                    <a:pt x="509" y="424"/>
                  </a:moveTo>
                  <a:lnTo>
                    <a:pt x="509" y="424"/>
                  </a:lnTo>
                  <a:cubicBezTo>
                    <a:pt x="452" y="424"/>
                    <a:pt x="452" y="424"/>
                    <a:pt x="452" y="424"/>
                  </a:cubicBezTo>
                  <a:cubicBezTo>
                    <a:pt x="438" y="424"/>
                    <a:pt x="424" y="417"/>
                    <a:pt x="424" y="396"/>
                  </a:cubicBezTo>
                  <a:cubicBezTo>
                    <a:pt x="424" y="198"/>
                    <a:pt x="424" y="198"/>
                    <a:pt x="424" y="198"/>
                  </a:cubicBezTo>
                  <a:cubicBezTo>
                    <a:pt x="424" y="184"/>
                    <a:pt x="438" y="170"/>
                    <a:pt x="452" y="170"/>
                  </a:cubicBezTo>
                  <a:cubicBezTo>
                    <a:pt x="509" y="170"/>
                    <a:pt x="509" y="170"/>
                    <a:pt x="509" y="170"/>
                  </a:cubicBezTo>
                  <a:cubicBezTo>
                    <a:pt x="523" y="170"/>
                    <a:pt x="537" y="184"/>
                    <a:pt x="537" y="198"/>
                  </a:cubicBezTo>
                  <a:cubicBezTo>
                    <a:pt x="537" y="396"/>
                    <a:pt x="537" y="396"/>
                    <a:pt x="537" y="396"/>
                  </a:cubicBezTo>
                  <a:cubicBezTo>
                    <a:pt x="537" y="417"/>
                    <a:pt x="523" y="424"/>
                    <a:pt x="509" y="424"/>
                  </a:cubicBezTo>
                  <a:close/>
                  <a:moveTo>
                    <a:pt x="346" y="424"/>
                  </a:moveTo>
                  <a:lnTo>
                    <a:pt x="346" y="424"/>
                  </a:lnTo>
                  <a:cubicBezTo>
                    <a:pt x="290" y="424"/>
                    <a:pt x="290" y="424"/>
                    <a:pt x="290" y="424"/>
                  </a:cubicBezTo>
                  <a:cubicBezTo>
                    <a:pt x="276" y="424"/>
                    <a:pt x="261" y="417"/>
                    <a:pt x="261" y="396"/>
                  </a:cubicBezTo>
                  <a:cubicBezTo>
                    <a:pt x="261" y="85"/>
                    <a:pt x="261" y="85"/>
                    <a:pt x="261" y="85"/>
                  </a:cubicBezTo>
                  <a:cubicBezTo>
                    <a:pt x="261" y="71"/>
                    <a:pt x="276" y="57"/>
                    <a:pt x="290" y="57"/>
                  </a:cubicBezTo>
                  <a:cubicBezTo>
                    <a:pt x="346" y="57"/>
                    <a:pt x="346" y="57"/>
                    <a:pt x="346" y="57"/>
                  </a:cubicBezTo>
                  <a:cubicBezTo>
                    <a:pt x="367" y="57"/>
                    <a:pt x="374" y="71"/>
                    <a:pt x="374" y="85"/>
                  </a:cubicBezTo>
                  <a:cubicBezTo>
                    <a:pt x="374" y="396"/>
                    <a:pt x="374" y="396"/>
                    <a:pt x="374" y="396"/>
                  </a:cubicBezTo>
                  <a:cubicBezTo>
                    <a:pt x="374" y="417"/>
                    <a:pt x="367" y="424"/>
                    <a:pt x="346" y="424"/>
                  </a:cubicBezTo>
                  <a:close/>
                  <a:moveTo>
                    <a:pt x="191" y="424"/>
                  </a:moveTo>
                  <a:lnTo>
                    <a:pt x="191" y="424"/>
                  </a:lnTo>
                  <a:cubicBezTo>
                    <a:pt x="134" y="424"/>
                    <a:pt x="134" y="424"/>
                    <a:pt x="134" y="424"/>
                  </a:cubicBezTo>
                  <a:cubicBezTo>
                    <a:pt x="113" y="424"/>
                    <a:pt x="106" y="417"/>
                    <a:pt x="106" y="396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106" y="325"/>
                    <a:pt x="113" y="311"/>
                    <a:pt x="134" y="311"/>
                  </a:cubicBezTo>
                  <a:cubicBezTo>
                    <a:pt x="191" y="311"/>
                    <a:pt x="191" y="311"/>
                    <a:pt x="191" y="311"/>
                  </a:cubicBezTo>
                  <a:cubicBezTo>
                    <a:pt x="205" y="311"/>
                    <a:pt x="219" y="325"/>
                    <a:pt x="219" y="339"/>
                  </a:cubicBezTo>
                  <a:cubicBezTo>
                    <a:pt x="219" y="396"/>
                    <a:pt x="219" y="396"/>
                    <a:pt x="219" y="396"/>
                  </a:cubicBezTo>
                  <a:cubicBezTo>
                    <a:pt x="219" y="417"/>
                    <a:pt x="205" y="424"/>
                    <a:pt x="191" y="4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  <p:grpSp>
        <p:nvGrpSpPr>
          <p:cNvPr id="21" name="组合 20"/>
          <p:cNvGrpSpPr/>
          <p:nvPr userDrawn="1"/>
        </p:nvGrpSpPr>
        <p:grpSpPr>
          <a:xfrm>
            <a:off x="8015170" y="654595"/>
            <a:ext cx="577036" cy="577246"/>
            <a:chOff x="4139952" y="1274820"/>
            <a:chExt cx="432833" cy="432834"/>
          </a:xfrm>
        </p:grpSpPr>
        <p:sp>
          <p:nvSpPr>
            <p:cNvPr id="22" name="椭圆 16"/>
            <p:cNvSpPr>
              <a:spLocks noChangeArrowheads="1"/>
            </p:cNvSpPr>
            <p:nvPr/>
          </p:nvSpPr>
          <p:spPr bwMode="auto">
            <a:xfrm>
              <a:off x="4139952" y="1274820"/>
              <a:ext cx="432833" cy="432834"/>
            </a:xfrm>
            <a:prstGeom prst="ellipse">
              <a:avLst/>
            </a:prstGeom>
            <a:solidFill>
              <a:srgbClr val="3992DB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90204" pitchFamily="34" charset="0"/>
                <a:defRPr>
                  <a:solidFill>
                    <a:schemeClr val="tx1"/>
                  </a:solidFill>
                  <a:latin typeface="Arial" panose="020B0604020202090204" pitchFamily="34" charset="0"/>
                  <a:ea typeface="宋体" pitchFamily="2" charset="-122"/>
                </a:defRPr>
              </a:lvl9pPr>
            </a:lstStyle>
            <a:p>
              <a:pPr algn="ctr" eaLnBrk="1" hangingPunct="1"/>
              <a:endParaRPr lang="zh-CN" altLang="en-US">
                <a:solidFill>
                  <a:srgbClr val="FFFFFF"/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23" name="Freeform 84"/>
            <p:cNvSpPr>
              <a:spLocks noChangeArrowheads="1"/>
            </p:cNvSpPr>
            <p:nvPr/>
          </p:nvSpPr>
          <p:spPr bwMode="auto">
            <a:xfrm>
              <a:off x="4241546" y="1366806"/>
              <a:ext cx="248863" cy="248863"/>
            </a:xfrm>
            <a:custGeom>
              <a:avLst/>
              <a:gdLst>
                <a:gd name="T0" fmla="*/ 43332858 w 602"/>
                <a:gd name="T1" fmla="*/ 34979440 h 602"/>
                <a:gd name="T2" fmla="*/ 43332858 w 602"/>
                <a:gd name="T3" fmla="*/ 34979440 h 602"/>
                <a:gd name="T4" fmla="*/ 43332858 w 602"/>
                <a:gd name="T5" fmla="*/ 0 h 602"/>
                <a:gd name="T6" fmla="*/ 78442719 w 602"/>
                <a:gd name="T7" fmla="*/ 34979440 h 602"/>
                <a:gd name="T8" fmla="*/ 43332858 w 602"/>
                <a:gd name="T9" fmla="*/ 34979440 h 602"/>
                <a:gd name="T10" fmla="*/ 36023527 w 602"/>
                <a:gd name="T11" fmla="*/ 78442719 h 602"/>
                <a:gd name="T12" fmla="*/ 36023527 w 602"/>
                <a:gd name="T13" fmla="*/ 78442719 h 602"/>
                <a:gd name="T14" fmla="*/ 0 w 602"/>
                <a:gd name="T15" fmla="*/ 42419192 h 602"/>
                <a:gd name="T16" fmla="*/ 36023527 w 602"/>
                <a:gd name="T17" fmla="*/ 7308970 h 602"/>
                <a:gd name="T18" fmla="*/ 36023527 w 602"/>
                <a:gd name="T19" fmla="*/ 42419192 h 602"/>
                <a:gd name="T20" fmla="*/ 71002968 w 602"/>
                <a:gd name="T21" fmla="*/ 42419192 h 602"/>
                <a:gd name="T22" fmla="*/ 36023527 w 602"/>
                <a:gd name="T23" fmla="*/ 78442719 h 602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0" t="0" r="r" b="b"/>
              <a:pathLst>
                <a:path w="602" h="602">
                  <a:moveTo>
                    <a:pt x="332" y="268"/>
                  </a:moveTo>
                  <a:lnTo>
                    <a:pt x="332" y="268"/>
                  </a:lnTo>
                  <a:cubicBezTo>
                    <a:pt x="332" y="0"/>
                    <a:pt x="332" y="0"/>
                    <a:pt x="332" y="0"/>
                  </a:cubicBezTo>
                  <a:cubicBezTo>
                    <a:pt x="481" y="0"/>
                    <a:pt x="601" y="120"/>
                    <a:pt x="601" y="268"/>
                  </a:cubicBezTo>
                  <a:lnTo>
                    <a:pt x="332" y="268"/>
                  </a:lnTo>
                  <a:close/>
                  <a:moveTo>
                    <a:pt x="276" y="601"/>
                  </a:moveTo>
                  <a:lnTo>
                    <a:pt x="276" y="601"/>
                  </a:lnTo>
                  <a:cubicBezTo>
                    <a:pt x="120" y="601"/>
                    <a:pt x="0" y="480"/>
                    <a:pt x="0" y="325"/>
                  </a:cubicBezTo>
                  <a:cubicBezTo>
                    <a:pt x="0" y="176"/>
                    <a:pt x="120" y="56"/>
                    <a:pt x="276" y="56"/>
                  </a:cubicBezTo>
                  <a:cubicBezTo>
                    <a:pt x="276" y="325"/>
                    <a:pt x="276" y="325"/>
                    <a:pt x="276" y="325"/>
                  </a:cubicBezTo>
                  <a:cubicBezTo>
                    <a:pt x="544" y="325"/>
                    <a:pt x="544" y="325"/>
                    <a:pt x="544" y="325"/>
                  </a:cubicBezTo>
                  <a:cubicBezTo>
                    <a:pt x="544" y="480"/>
                    <a:pt x="424" y="601"/>
                    <a:pt x="276" y="60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34290" tIns="17145" rIns="34290" bIns="17145" anchor="ctr"/>
            <a:lstStyle/>
            <a:p>
              <a:endParaRPr lang="en-US"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  <p:sp>
        <p:nvSpPr>
          <p:cNvPr id="40" name="等腰三角形 39"/>
          <p:cNvSpPr/>
          <p:nvPr userDrawn="1"/>
        </p:nvSpPr>
        <p:spPr>
          <a:xfrm>
            <a:off x="7741543" y="3609725"/>
            <a:ext cx="6887119" cy="3248275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等腰三角形 6"/>
          <p:cNvSpPr/>
          <p:nvPr userDrawn="1"/>
        </p:nvSpPr>
        <p:spPr>
          <a:xfrm flipH="1" flipV="1">
            <a:off x="-766394" y="-28491"/>
            <a:ext cx="3825848" cy="1804442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等腰三角形 7"/>
          <p:cNvSpPr/>
          <p:nvPr userDrawn="1"/>
        </p:nvSpPr>
        <p:spPr>
          <a:xfrm flipH="1" flipV="1">
            <a:off x="1414174" y="635"/>
            <a:ext cx="3825848" cy="1804442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等腰三角形 8"/>
          <p:cNvSpPr/>
          <p:nvPr userDrawn="1"/>
        </p:nvSpPr>
        <p:spPr>
          <a:xfrm>
            <a:off x="6086073" y="4299128"/>
            <a:ext cx="5426766" cy="2559507"/>
          </a:xfrm>
          <a:prstGeom prst="triangle">
            <a:avLst/>
          </a:prstGeom>
          <a:solidFill>
            <a:srgbClr val="E9EAEF">
              <a:alpha val="5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1" name="组合 40"/>
          <p:cNvGrpSpPr/>
          <p:nvPr userDrawn="1"/>
        </p:nvGrpSpPr>
        <p:grpSpPr>
          <a:xfrm>
            <a:off x="2308773" y="3437345"/>
            <a:ext cx="7551038" cy="105497"/>
            <a:chOff x="2101845" y="3387257"/>
            <a:chExt cx="7551038" cy="105497"/>
          </a:xfrm>
        </p:grpSpPr>
        <p:cxnSp>
          <p:nvCxnSpPr>
            <p:cNvPr id="42" name="直接连接符 41"/>
            <p:cNvCxnSpPr/>
            <p:nvPr/>
          </p:nvCxnSpPr>
          <p:spPr>
            <a:xfrm>
              <a:off x="2369489" y="3440005"/>
              <a:ext cx="728339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椭圆 44"/>
            <p:cNvSpPr/>
            <p:nvPr/>
          </p:nvSpPr>
          <p:spPr>
            <a:xfrm>
              <a:off x="2101845" y="3387257"/>
              <a:ext cx="105497" cy="105497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椭圆 9"/>
          <p:cNvSpPr/>
          <p:nvPr userDrawn="1"/>
        </p:nvSpPr>
        <p:spPr>
          <a:xfrm>
            <a:off x="10011958" y="3437345"/>
            <a:ext cx="105497" cy="105497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8049" y="274702"/>
            <a:ext cx="2742843" cy="585288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521" y="274702"/>
            <a:ext cx="8025355" cy="585288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4" Type="http://schemas.openxmlformats.org/officeDocument/2006/relationships/theme" Target="../theme/theme2.xml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605" y="6351009"/>
            <a:ext cx="2699578" cy="316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5357" y="6351009"/>
            <a:ext cx="3959381" cy="316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09254" y="6351009"/>
            <a:ext cx="2699578" cy="316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669777" y="581333"/>
            <a:ext cx="10850541" cy="64812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/>
          </p:nvPr>
        </p:nvSpPr>
        <p:spPr>
          <a:xfrm>
            <a:off x="669820" y="1508404"/>
            <a:ext cx="10850454" cy="475004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6765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396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16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6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56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36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6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6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521" y="274702"/>
            <a:ext cx="10971372" cy="1143265"/>
          </a:xfrm>
          <a:prstGeom prst="rect">
            <a:avLst/>
          </a:prstGeom>
        </p:spPr>
        <p:txBody>
          <a:bodyPr vert="horz" lIns="121917" tIns="60958" rIns="121917" bIns="60958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521" y="1600572"/>
            <a:ext cx="10971372" cy="4527011"/>
          </a:xfrm>
          <a:prstGeom prst="rect">
            <a:avLst/>
          </a:prstGeom>
        </p:spPr>
        <p:txBody>
          <a:bodyPr vert="horz" lIns="121917" tIns="60958" rIns="121917" bIns="60958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521" y="6357822"/>
            <a:ext cx="2844430" cy="365210"/>
          </a:xfrm>
          <a:prstGeom prst="rect">
            <a:avLst/>
          </a:prstGeom>
        </p:spPr>
        <p:txBody>
          <a:bodyPr vert="horz" lIns="121917" tIns="60958" rIns="121917" bIns="60958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30820CF-B880-4189-942D-D702A7CBA73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058" y="6357822"/>
            <a:ext cx="3860297" cy="365210"/>
          </a:xfrm>
          <a:prstGeom prst="rect">
            <a:avLst/>
          </a:prstGeom>
        </p:spPr>
        <p:txBody>
          <a:bodyPr vert="horz" lIns="121917" tIns="60958" rIns="121917" bIns="60958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6463" y="6357822"/>
            <a:ext cx="2844430" cy="365210"/>
          </a:xfrm>
          <a:prstGeom prst="rect">
            <a:avLst/>
          </a:prstGeom>
        </p:spPr>
        <p:txBody>
          <a:bodyPr vert="horz" lIns="121917" tIns="60958" rIns="121917" bIns="60958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C913308-F349-4B6D-A68A-DD1791B4A57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mc:AlternateContent xmlns:mc="http://schemas.openxmlformats.org/markup-compatibility/2006">
    <mc:Choice xmlns:p14="http://schemas.microsoft.com/office/powerpoint/2010/main" Requires="p14">
      <p:transition spd="slow" p14:dur="2000" advTm="3000">
        <p14:flip dir="r"/>
      </p:transition>
    </mc:Choice>
    <mc:Fallback>
      <p:transition spd="slow" advTm="3000">
        <p:fade/>
      </p:transition>
    </mc:Fallback>
  </mc:AlternateContent>
  <p:txStyles>
    <p:titleStyle>
      <a:lvl1pPr algn="ctr" defTabSz="1219200" rtl="0" eaLnBrk="1" latinLnBrk="0" hangingPunct="1">
        <a:spcBef>
          <a:spcPct val="0"/>
        </a:spcBef>
        <a:buNone/>
        <a:defRPr sz="59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anose="020B0604020202090204" pitchFamily="34" charset="0"/>
        <a:buChar char="•"/>
        <a:defRPr sz="43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anose="020B0604020202090204" pitchFamily="34" charset="0"/>
        <a:buChar char="–"/>
        <a:defRPr sz="37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7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anose="020B0604020202090204" pitchFamily="34" charset="0"/>
        <a:buChar char="»"/>
        <a:defRPr sz="27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9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9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6.xml"/><Relationship Id="rId8" Type="http://schemas.openxmlformats.org/officeDocument/2006/relationships/tags" Target="../tags/tag15.xml"/><Relationship Id="rId7" Type="http://schemas.openxmlformats.org/officeDocument/2006/relationships/tags" Target="../tags/tag14.xml"/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8" Type="http://schemas.openxmlformats.org/officeDocument/2006/relationships/notesSlide" Target="../notesSlides/notesSlide4.xml"/><Relationship Id="rId17" Type="http://schemas.openxmlformats.org/officeDocument/2006/relationships/slideLayout" Target="../slideLayouts/slideLayout19.xml"/><Relationship Id="rId16" Type="http://schemas.openxmlformats.org/officeDocument/2006/relationships/tags" Target="../tags/tag23.xml"/><Relationship Id="rId15" Type="http://schemas.openxmlformats.org/officeDocument/2006/relationships/tags" Target="../tags/tag22.xml"/><Relationship Id="rId14" Type="http://schemas.openxmlformats.org/officeDocument/2006/relationships/tags" Target="../tags/tag21.xml"/><Relationship Id="rId13" Type="http://schemas.openxmlformats.org/officeDocument/2006/relationships/tags" Target="../tags/tag20.xml"/><Relationship Id="rId12" Type="http://schemas.openxmlformats.org/officeDocument/2006/relationships/tags" Target="../tags/tag19.xml"/><Relationship Id="rId11" Type="http://schemas.openxmlformats.org/officeDocument/2006/relationships/tags" Target="../tags/tag18.xml"/><Relationship Id="rId10" Type="http://schemas.openxmlformats.org/officeDocument/2006/relationships/tags" Target="../tags/tag17.xml"/><Relationship Id="rId1" Type="http://schemas.openxmlformats.org/officeDocument/2006/relationships/tags" Target="../tags/tag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0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" Type="http://schemas.openxmlformats.org/officeDocument/2006/relationships/tags" Target="../tags/tag2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7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32.xml"/><Relationship Id="rId5" Type="http://schemas.openxmlformats.org/officeDocument/2006/relationships/tags" Target="../tags/tag31.xml"/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image" Target="../media/image2.png"/><Relationship Id="rId1" Type="http://schemas.openxmlformats.org/officeDocument/2006/relationships/tags" Target="../tags/tag2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3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40.xml"/><Relationship Id="rId8" Type="http://schemas.openxmlformats.org/officeDocument/2006/relationships/hyperlink" Target="http://stu.ityxb.com/ebookview/c36a9ea4c5023dc6e778ae632d5802f7" TargetMode="External"/><Relationship Id="rId7" Type="http://schemas.openxmlformats.org/officeDocument/2006/relationships/tags" Target="../tags/tag39.xml"/><Relationship Id="rId6" Type="http://schemas.openxmlformats.org/officeDocument/2006/relationships/image" Target="../media/image3.png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6" Type="http://schemas.openxmlformats.org/officeDocument/2006/relationships/notesSlide" Target="../notesSlides/notesSlide9.xml"/><Relationship Id="rId15" Type="http://schemas.openxmlformats.org/officeDocument/2006/relationships/slideLayout" Target="../slideLayouts/slideLayout10.xml"/><Relationship Id="rId14" Type="http://schemas.openxmlformats.org/officeDocument/2006/relationships/tags" Target="../tags/tag43.xml"/><Relationship Id="rId13" Type="http://schemas.openxmlformats.org/officeDocument/2006/relationships/image" Target="../media/image5.svg"/><Relationship Id="rId12" Type="http://schemas.openxmlformats.org/officeDocument/2006/relationships/image" Target="../media/image4.png"/><Relationship Id="rId11" Type="http://schemas.openxmlformats.org/officeDocument/2006/relationships/tags" Target="../tags/tag42.xml"/><Relationship Id="rId10" Type="http://schemas.openxmlformats.org/officeDocument/2006/relationships/tags" Target="../tags/tag41.xml"/><Relationship Id="rId1" Type="http://schemas.openxmlformats.org/officeDocument/2006/relationships/tags" Target="../tags/tag34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50.xml"/><Relationship Id="rId8" Type="http://schemas.openxmlformats.org/officeDocument/2006/relationships/hyperlink" Target="http://stu.ityxb.com/ebookview/fef397b0c562f64155d95e1ab894248e" TargetMode="External"/><Relationship Id="rId7" Type="http://schemas.openxmlformats.org/officeDocument/2006/relationships/tags" Target="../tags/tag49.xml"/><Relationship Id="rId6" Type="http://schemas.openxmlformats.org/officeDocument/2006/relationships/image" Target="../media/image3.png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" Type="http://schemas.openxmlformats.org/officeDocument/2006/relationships/tags" Target="../tags/tag46.xml"/><Relationship Id="rId2" Type="http://schemas.openxmlformats.org/officeDocument/2006/relationships/tags" Target="../tags/tag45.xml"/><Relationship Id="rId15" Type="http://schemas.openxmlformats.org/officeDocument/2006/relationships/notesSlide" Target="../notesSlides/notesSlide10.xml"/><Relationship Id="rId14" Type="http://schemas.openxmlformats.org/officeDocument/2006/relationships/slideLayout" Target="../slideLayouts/slideLayout10.xml"/><Relationship Id="rId13" Type="http://schemas.openxmlformats.org/officeDocument/2006/relationships/image" Target="../media/image5.svg"/><Relationship Id="rId12" Type="http://schemas.openxmlformats.org/officeDocument/2006/relationships/image" Target="../media/image6.png"/><Relationship Id="rId11" Type="http://schemas.openxmlformats.org/officeDocument/2006/relationships/tags" Target="../tags/tag52.xml"/><Relationship Id="rId10" Type="http://schemas.openxmlformats.org/officeDocument/2006/relationships/tags" Target="../tags/tag51.xml"/><Relationship Id="rId1" Type="http://schemas.openxmlformats.org/officeDocument/2006/relationships/tags" Target="../tags/tag44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9.xml"/><Relationship Id="rId8" Type="http://schemas.openxmlformats.org/officeDocument/2006/relationships/hyperlink" Target="http://stu.ityxb.com/ebookview/f666cbd93bc026b1667b0a7747d3e64d" TargetMode="External"/><Relationship Id="rId7" Type="http://schemas.openxmlformats.org/officeDocument/2006/relationships/tags" Target="../tags/tag58.xml"/><Relationship Id="rId6" Type="http://schemas.openxmlformats.org/officeDocument/2006/relationships/image" Target="../media/image3.png"/><Relationship Id="rId5" Type="http://schemas.openxmlformats.org/officeDocument/2006/relationships/tags" Target="../tags/tag57.xml"/><Relationship Id="rId4" Type="http://schemas.openxmlformats.org/officeDocument/2006/relationships/tags" Target="../tags/tag56.xml"/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4" Type="http://schemas.openxmlformats.org/officeDocument/2006/relationships/notesSlide" Target="../notesSlides/notesSlide11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4.png"/><Relationship Id="rId11" Type="http://schemas.openxmlformats.org/officeDocument/2006/relationships/tags" Target="../tags/tag61.xml"/><Relationship Id="rId10" Type="http://schemas.openxmlformats.org/officeDocument/2006/relationships/tags" Target="../tags/tag60.xml"/><Relationship Id="rId1" Type="http://schemas.openxmlformats.org/officeDocument/2006/relationships/tags" Target="../tags/tag53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68.xml"/><Relationship Id="rId8" Type="http://schemas.openxmlformats.org/officeDocument/2006/relationships/hyperlink" Target="http://stu.ityxb.com/ebookview/a1b56d8401635ec1c394fd4f909230f9" TargetMode="External"/><Relationship Id="rId7" Type="http://schemas.openxmlformats.org/officeDocument/2006/relationships/tags" Target="../tags/tag67.xml"/><Relationship Id="rId6" Type="http://schemas.openxmlformats.org/officeDocument/2006/relationships/image" Target="../media/image3.png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4" Type="http://schemas.openxmlformats.org/officeDocument/2006/relationships/notesSlide" Target="../notesSlides/notesSlide12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4.png"/><Relationship Id="rId11" Type="http://schemas.openxmlformats.org/officeDocument/2006/relationships/tags" Target="../tags/tag70.xml"/><Relationship Id="rId10" Type="http://schemas.openxmlformats.org/officeDocument/2006/relationships/tags" Target="../tags/tag69.xml"/><Relationship Id="rId1" Type="http://schemas.openxmlformats.org/officeDocument/2006/relationships/tags" Target="../tags/tag62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77.xml"/><Relationship Id="rId8" Type="http://schemas.openxmlformats.org/officeDocument/2006/relationships/hyperlink" Target="http://stu.ityxb.com/ebookview/767cda1debee0de69cb7d1c245af548a" TargetMode="External"/><Relationship Id="rId7" Type="http://schemas.openxmlformats.org/officeDocument/2006/relationships/tags" Target="../tags/tag76.xml"/><Relationship Id="rId6" Type="http://schemas.openxmlformats.org/officeDocument/2006/relationships/image" Target="../media/image3.png"/><Relationship Id="rId5" Type="http://schemas.openxmlformats.org/officeDocument/2006/relationships/tags" Target="../tags/tag75.xml"/><Relationship Id="rId4" Type="http://schemas.openxmlformats.org/officeDocument/2006/relationships/tags" Target="../tags/tag74.xml"/><Relationship Id="rId3" Type="http://schemas.openxmlformats.org/officeDocument/2006/relationships/tags" Target="../tags/tag73.xml"/><Relationship Id="rId2" Type="http://schemas.openxmlformats.org/officeDocument/2006/relationships/tags" Target="../tags/tag72.xml"/><Relationship Id="rId14" Type="http://schemas.openxmlformats.org/officeDocument/2006/relationships/notesSlide" Target="../notesSlides/notesSlide13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4.png"/><Relationship Id="rId11" Type="http://schemas.openxmlformats.org/officeDocument/2006/relationships/tags" Target="../tags/tag79.xml"/><Relationship Id="rId10" Type="http://schemas.openxmlformats.org/officeDocument/2006/relationships/tags" Target="../tags/tag78.xml"/><Relationship Id="rId1" Type="http://schemas.openxmlformats.org/officeDocument/2006/relationships/tags" Target="../tags/tag7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86.xml"/><Relationship Id="rId8" Type="http://schemas.openxmlformats.org/officeDocument/2006/relationships/hyperlink" Target="http://stu.ityxb.com/ebookview/726ca26e4dbc7ce883e084a5408140bd" TargetMode="External"/><Relationship Id="rId7" Type="http://schemas.openxmlformats.org/officeDocument/2006/relationships/tags" Target="../tags/tag85.xml"/><Relationship Id="rId6" Type="http://schemas.openxmlformats.org/officeDocument/2006/relationships/image" Target="../media/image3.png"/><Relationship Id="rId5" Type="http://schemas.openxmlformats.org/officeDocument/2006/relationships/tags" Target="../tags/tag84.xml"/><Relationship Id="rId4" Type="http://schemas.openxmlformats.org/officeDocument/2006/relationships/tags" Target="../tags/tag83.xml"/><Relationship Id="rId3" Type="http://schemas.openxmlformats.org/officeDocument/2006/relationships/tags" Target="../tags/tag82.xml"/><Relationship Id="rId2" Type="http://schemas.openxmlformats.org/officeDocument/2006/relationships/tags" Target="../tags/tag81.xml"/><Relationship Id="rId14" Type="http://schemas.openxmlformats.org/officeDocument/2006/relationships/notesSlide" Target="../notesSlides/notesSlide14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4.png"/><Relationship Id="rId11" Type="http://schemas.openxmlformats.org/officeDocument/2006/relationships/tags" Target="../tags/tag88.xml"/><Relationship Id="rId10" Type="http://schemas.openxmlformats.org/officeDocument/2006/relationships/tags" Target="../tags/tag87.xml"/><Relationship Id="rId1" Type="http://schemas.openxmlformats.org/officeDocument/2006/relationships/tags" Target="../tags/tag80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95.xml"/><Relationship Id="rId8" Type="http://schemas.openxmlformats.org/officeDocument/2006/relationships/hyperlink" Target="http://stu.ityxb.com/ebookview/b4dc9e56f633315142797bcd4c443cef" TargetMode="External"/><Relationship Id="rId7" Type="http://schemas.openxmlformats.org/officeDocument/2006/relationships/tags" Target="../tags/tag94.xml"/><Relationship Id="rId6" Type="http://schemas.openxmlformats.org/officeDocument/2006/relationships/image" Target="../media/image3.png"/><Relationship Id="rId5" Type="http://schemas.openxmlformats.org/officeDocument/2006/relationships/tags" Target="../tags/tag93.xml"/><Relationship Id="rId4" Type="http://schemas.openxmlformats.org/officeDocument/2006/relationships/tags" Target="../tags/tag92.xml"/><Relationship Id="rId3" Type="http://schemas.openxmlformats.org/officeDocument/2006/relationships/tags" Target="../tags/tag91.xml"/><Relationship Id="rId2" Type="http://schemas.openxmlformats.org/officeDocument/2006/relationships/tags" Target="../tags/tag90.xml"/><Relationship Id="rId14" Type="http://schemas.openxmlformats.org/officeDocument/2006/relationships/notesSlide" Target="../notesSlides/notesSlide15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4.png"/><Relationship Id="rId11" Type="http://schemas.openxmlformats.org/officeDocument/2006/relationships/tags" Target="../tags/tag97.xml"/><Relationship Id="rId10" Type="http://schemas.openxmlformats.org/officeDocument/2006/relationships/tags" Target="../tags/tag96.xml"/><Relationship Id="rId1" Type="http://schemas.openxmlformats.org/officeDocument/2006/relationships/tags" Target="../tags/tag89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6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7.png"/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tags" Target="../tags/tag98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7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8.png"/><Relationship Id="rId5" Type="http://schemas.openxmlformats.org/officeDocument/2006/relationships/tags" Target="../tags/tag107.xml"/><Relationship Id="rId4" Type="http://schemas.openxmlformats.org/officeDocument/2006/relationships/tags" Target="../tags/tag106.xml"/><Relationship Id="rId3" Type="http://schemas.openxmlformats.org/officeDocument/2006/relationships/tags" Target="../tags/tag105.xml"/><Relationship Id="rId2" Type="http://schemas.openxmlformats.org/officeDocument/2006/relationships/tags" Target="../tags/tag104.xml"/><Relationship Id="rId1" Type="http://schemas.openxmlformats.org/officeDocument/2006/relationships/tags" Target="../tags/tag10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8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112.xml"/><Relationship Id="rId5" Type="http://schemas.openxmlformats.org/officeDocument/2006/relationships/tags" Target="../tags/tag111.xml"/><Relationship Id="rId4" Type="http://schemas.openxmlformats.org/officeDocument/2006/relationships/tags" Target="../tags/tag110.xml"/><Relationship Id="rId3" Type="http://schemas.openxmlformats.org/officeDocument/2006/relationships/tags" Target="../tags/tag109.xml"/><Relationship Id="rId2" Type="http://schemas.openxmlformats.org/officeDocument/2006/relationships/image" Target="../media/image2.png"/><Relationship Id="rId1" Type="http://schemas.openxmlformats.org/officeDocument/2006/relationships/tags" Target="../tags/tag108.xml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10.xml"/><Relationship Id="rId2" Type="http://schemas.openxmlformats.org/officeDocument/2006/relationships/tags" Target="../tags/tag114.xml"/><Relationship Id="rId1" Type="http://schemas.openxmlformats.org/officeDocument/2006/relationships/tags" Target="../tags/tag113.xml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0.xml"/><Relationship Id="rId6" Type="http://schemas.openxmlformats.org/officeDocument/2006/relationships/slideLayout" Target="../slideLayouts/slideLayout10.xml"/><Relationship Id="rId5" Type="http://schemas.openxmlformats.org/officeDocument/2006/relationships/tags" Target="../tags/tag119.xml"/><Relationship Id="rId4" Type="http://schemas.openxmlformats.org/officeDocument/2006/relationships/tags" Target="../tags/tag118.xml"/><Relationship Id="rId3" Type="http://schemas.openxmlformats.org/officeDocument/2006/relationships/tags" Target="../tags/tag117.xml"/><Relationship Id="rId2" Type="http://schemas.openxmlformats.org/officeDocument/2006/relationships/tags" Target="../tags/tag116.xml"/><Relationship Id="rId1" Type="http://schemas.openxmlformats.org/officeDocument/2006/relationships/tags" Target="../tags/tag115.xml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tags" Target="../tags/tag128.xml"/><Relationship Id="rId8" Type="http://schemas.openxmlformats.org/officeDocument/2006/relationships/tags" Target="../tags/tag127.xml"/><Relationship Id="rId7" Type="http://schemas.openxmlformats.org/officeDocument/2006/relationships/tags" Target="../tags/tag126.xml"/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1" Type="http://schemas.openxmlformats.org/officeDocument/2006/relationships/notesSlide" Target="../notesSlides/notesSlide21.xml"/><Relationship Id="rId10" Type="http://schemas.openxmlformats.org/officeDocument/2006/relationships/slideLayout" Target="../slideLayouts/slideLayout10.xml"/><Relationship Id="rId1" Type="http://schemas.openxmlformats.org/officeDocument/2006/relationships/tags" Target="../tags/tag120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2.xml"/><Relationship Id="rId8" Type="http://schemas.openxmlformats.org/officeDocument/2006/relationships/slideLayout" Target="../slideLayouts/slideLayout10.xml"/><Relationship Id="rId7" Type="http://schemas.openxmlformats.org/officeDocument/2006/relationships/tags" Target="../tags/tag135.xml"/><Relationship Id="rId6" Type="http://schemas.openxmlformats.org/officeDocument/2006/relationships/tags" Target="../tags/tag134.xml"/><Relationship Id="rId5" Type="http://schemas.openxmlformats.org/officeDocument/2006/relationships/tags" Target="../tags/tag133.xml"/><Relationship Id="rId4" Type="http://schemas.openxmlformats.org/officeDocument/2006/relationships/tags" Target="../tags/tag132.xml"/><Relationship Id="rId3" Type="http://schemas.openxmlformats.org/officeDocument/2006/relationships/tags" Target="../tags/tag131.xml"/><Relationship Id="rId2" Type="http://schemas.openxmlformats.org/officeDocument/2006/relationships/tags" Target="../tags/tag130.xml"/><Relationship Id="rId1" Type="http://schemas.openxmlformats.org/officeDocument/2006/relationships/tags" Target="../tags/tag129.xml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tags" Target="../tags/tag142.xml"/><Relationship Id="rId8" Type="http://schemas.openxmlformats.org/officeDocument/2006/relationships/hyperlink" Target="http://stu.ityxb.com/ebookview/112afca3585d99ecfc25bc6310dcb537" TargetMode="External"/><Relationship Id="rId7" Type="http://schemas.openxmlformats.org/officeDocument/2006/relationships/tags" Target="../tags/tag141.xml"/><Relationship Id="rId6" Type="http://schemas.openxmlformats.org/officeDocument/2006/relationships/image" Target="../media/image3.png"/><Relationship Id="rId5" Type="http://schemas.openxmlformats.org/officeDocument/2006/relationships/tags" Target="../tags/tag140.xml"/><Relationship Id="rId4" Type="http://schemas.openxmlformats.org/officeDocument/2006/relationships/tags" Target="../tags/tag139.xml"/><Relationship Id="rId3" Type="http://schemas.openxmlformats.org/officeDocument/2006/relationships/tags" Target="../tags/tag138.xml"/><Relationship Id="rId2" Type="http://schemas.openxmlformats.org/officeDocument/2006/relationships/tags" Target="../tags/tag137.xml"/><Relationship Id="rId14" Type="http://schemas.openxmlformats.org/officeDocument/2006/relationships/notesSlide" Target="../notesSlides/notesSlide23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4.png"/><Relationship Id="rId11" Type="http://schemas.openxmlformats.org/officeDocument/2006/relationships/tags" Target="../tags/tag144.xml"/><Relationship Id="rId10" Type="http://schemas.openxmlformats.org/officeDocument/2006/relationships/tags" Target="../tags/tag143.xml"/><Relationship Id="rId1" Type="http://schemas.openxmlformats.org/officeDocument/2006/relationships/tags" Target="../tags/tag136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151.xml"/><Relationship Id="rId8" Type="http://schemas.openxmlformats.org/officeDocument/2006/relationships/hyperlink" Target="http://stu.ityxb.com/ebookview/bd3012a6369cbcaf45aa8d6389f957f9" TargetMode="External"/><Relationship Id="rId7" Type="http://schemas.openxmlformats.org/officeDocument/2006/relationships/tags" Target="../tags/tag150.xml"/><Relationship Id="rId6" Type="http://schemas.openxmlformats.org/officeDocument/2006/relationships/image" Target="../media/image3.png"/><Relationship Id="rId5" Type="http://schemas.openxmlformats.org/officeDocument/2006/relationships/tags" Target="../tags/tag149.xml"/><Relationship Id="rId4" Type="http://schemas.openxmlformats.org/officeDocument/2006/relationships/tags" Target="../tags/tag148.xml"/><Relationship Id="rId3" Type="http://schemas.openxmlformats.org/officeDocument/2006/relationships/tags" Target="../tags/tag147.xml"/><Relationship Id="rId2" Type="http://schemas.openxmlformats.org/officeDocument/2006/relationships/tags" Target="../tags/tag146.xml"/><Relationship Id="rId14" Type="http://schemas.openxmlformats.org/officeDocument/2006/relationships/notesSlide" Target="../notesSlides/notesSlide24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4.png"/><Relationship Id="rId11" Type="http://schemas.openxmlformats.org/officeDocument/2006/relationships/tags" Target="../tags/tag153.xml"/><Relationship Id="rId10" Type="http://schemas.openxmlformats.org/officeDocument/2006/relationships/tags" Target="../tags/tag152.xml"/><Relationship Id="rId1" Type="http://schemas.openxmlformats.org/officeDocument/2006/relationships/tags" Target="../tags/tag145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5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9.png"/><Relationship Id="rId5" Type="http://schemas.openxmlformats.org/officeDocument/2006/relationships/tags" Target="../tags/tag158.xml"/><Relationship Id="rId4" Type="http://schemas.openxmlformats.org/officeDocument/2006/relationships/tags" Target="../tags/tag157.xml"/><Relationship Id="rId3" Type="http://schemas.openxmlformats.org/officeDocument/2006/relationships/tags" Target="../tags/tag156.xml"/><Relationship Id="rId2" Type="http://schemas.openxmlformats.org/officeDocument/2006/relationships/tags" Target="../tags/tag155.xml"/><Relationship Id="rId1" Type="http://schemas.openxmlformats.org/officeDocument/2006/relationships/tags" Target="../tags/tag154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6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0.png"/><Relationship Id="rId5" Type="http://schemas.openxmlformats.org/officeDocument/2006/relationships/tags" Target="../tags/tag163.xml"/><Relationship Id="rId4" Type="http://schemas.openxmlformats.org/officeDocument/2006/relationships/tags" Target="../tags/tag162.xml"/><Relationship Id="rId3" Type="http://schemas.openxmlformats.org/officeDocument/2006/relationships/tags" Target="../tags/tag161.xml"/><Relationship Id="rId2" Type="http://schemas.openxmlformats.org/officeDocument/2006/relationships/tags" Target="../tags/tag160.xml"/><Relationship Id="rId1" Type="http://schemas.openxmlformats.org/officeDocument/2006/relationships/tags" Target="../tags/tag159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7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1.png"/><Relationship Id="rId5" Type="http://schemas.openxmlformats.org/officeDocument/2006/relationships/tags" Target="../tags/tag168.xml"/><Relationship Id="rId4" Type="http://schemas.openxmlformats.org/officeDocument/2006/relationships/tags" Target="../tags/tag167.xml"/><Relationship Id="rId3" Type="http://schemas.openxmlformats.org/officeDocument/2006/relationships/tags" Target="../tags/tag166.xml"/><Relationship Id="rId2" Type="http://schemas.openxmlformats.org/officeDocument/2006/relationships/tags" Target="../tags/tag165.xml"/><Relationship Id="rId1" Type="http://schemas.openxmlformats.org/officeDocument/2006/relationships/tags" Target="../tags/tag16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9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173.xml"/><Relationship Id="rId5" Type="http://schemas.openxmlformats.org/officeDocument/2006/relationships/tags" Target="../tags/tag172.xml"/><Relationship Id="rId4" Type="http://schemas.openxmlformats.org/officeDocument/2006/relationships/tags" Target="../tags/tag171.xml"/><Relationship Id="rId3" Type="http://schemas.openxmlformats.org/officeDocument/2006/relationships/tags" Target="../tags/tag170.xml"/><Relationship Id="rId2" Type="http://schemas.openxmlformats.org/officeDocument/2006/relationships/image" Target="../media/image2.png"/><Relationship Id="rId1" Type="http://schemas.openxmlformats.org/officeDocument/2006/relationships/tags" Target="../tags/tag169.xml"/></Relationships>
</file>

<file path=ppt/slides/_rels/slide3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0.xml"/><Relationship Id="rId3" Type="http://schemas.openxmlformats.org/officeDocument/2006/relationships/slideLayout" Target="../slideLayouts/slideLayout10.xml"/><Relationship Id="rId2" Type="http://schemas.openxmlformats.org/officeDocument/2006/relationships/tags" Target="../tags/tag175.xml"/><Relationship Id="rId1" Type="http://schemas.openxmlformats.org/officeDocument/2006/relationships/tags" Target="../tags/tag174.xml"/></Relationships>
</file>

<file path=ppt/slides/_rels/slide3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1.xml"/><Relationship Id="rId4" Type="http://schemas.openxmlformats.org/officeDocument/2006/relationships/slideLayout" Target="../slideLayouts/slideLayout10.xml"/><Relationship Id="rId3" Type="http://schemas.openxmlformats.org/officeDocument/2006/relationships/tags" Target="../tags/tag178.xml"/><Relationship Id="rId2" Type="http://schemas.openxmlformats.org/officeDocument/2006/relationships/tags" Target="../tags/tag177.xml"/><Relationship Id="rId1" Type="http://schemas.openxmlformats.org/officeDocument/2006/relationships/tags" Target="../tags/tag176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2.xml"/><Relationship Id="rId3" Type="http://schemas.openxmlformats.org/officeDocument/2006/relationships/slideLayout" Target="../slideLayouts/slideLayout10.xml"/><Relationship Id="rId2" Type="http://schemas.openxmlformats.org/officeDocument/2006/relationships/tags" Target="../tags/tag180.xml"/><Relationship Id="rId1" Type="http://schemas.openxmlformats.org/officeDocument/2006/relationships/tags" Target="../tags/tag179.xml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tags" Target="../tags/tag188.xml"/><Relationship Id="rId7" Type="http://schemas.openxmlformats.org/officeDocument/2006/relationships/tags" Target="../tags/tag187.xml"/><Relationship Id="rId6" Type="http://schemas.openxmlformats.org/officeDocument/2006/relationships/tags" Target="../tags/tag186.xml"/><Relationship Id="rId5" Type="http://schemas.openxmlformats.org/officeDocument/2006/relationships/tags" Target="../tags/tag185.xml"/><Relationship Id="rId4" Type="http://schemas.openxmlformats.org/officeDocument/2006/relationships/tags" Target="../tags/tag184.xml"/><Relationship Id="rId3" Type="http://schemas.openxmlformats.org/officeDocument/2006/relationships/tags" Target="../tags/tag183.xml"/><Relationship Id="rId2" Type="http://schemas.openxmlformats.org/officeDocument/2006/relationships/tags" Target="../tags/tag182.xml"/><Relationship Id="rId10" Type="http://schemas.openxmlformats.org/officeDocument/2006/relationships/notesSlide" Target="../notesSlides/notesSlide33.xml"/><Relationship Id="rId1" Type="http://schemas.openxmlformats.org/officeDocument/2006/relationships/tags" Target="../tags/tag181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4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194.xml"/><Relationship Id="rId5" Type="http://schemas.openxmlformats.org/officeDocument/2006/relationships/tags" Target="../tags/tag193.xml"/><Relationship Id="rId4" Type="http://schemas.openxmlformats.org/officeDocument/2006/relationships/tags" Target="../tags/tag192.xml"/><Relationship Id="rId3" Type="http://schemas.openxmlformats.org/officeDocument/2006/relationships/tags" Target="../tags/tag191.xml"/><Relationship Id="rId2" Type="http://schemas.openxmlformats.org/officeDocument/2006/relationships/tags" Target="../tags/tag190.xml"/><Relationship Id="rId1" Type="http://schemas.openxmlformats.org/officeDocument/2006/relationships/tags" Target="../tags/tag189.xml"/></Relationships>
</file>

<file path=ppt/slides/_rels/slide35.xml.rels><?xml version="1.0" encoding="UTF-8" standalone="yes"?>
<Relationships xmlns="http://schemas.openxmlformats.org/package/2006/relationships"><Relationship Id="rId9" Type="http://schemas.openxmlformats.org/officeDocument/2006/relationships/tags" Target="../tags/tag201.xml"/><Relationship Id="rId8" Type="http://schemas.openxmlformats.org/officeDocument/2006/relationships/hyperlink" Target="http://stu.ityxb.com/ebookview/a369e3cc60f2e21e9f4ffb880836bece" TargetMode="External"/><Relationship Id="rId7" Type="http://schemas.openxmlformats.org/officeDocument/2006/relationships/tags" Target="../tags/tag200.xml"/><Relationship Id="rId6" Type="http://schemas.openxmlformats.org/officeDocument/2006/relationships/image" Target="../media/image3.png"/><Relationship Id="rId5" Type="http://schemas.openxmlformats.org/officeDocument/2006/relationships/tags" Target="../tags/tag199.xml"/><Relationship Id="rId4" Type="http://schemas.openxmlformats.org/officeDocument/2006/relationships/tags" Target="../tags/tag198.xml"/><Relationship Id="rId3" Type="http://schemas.openxmlformats.org/officeDocument/2006/relationships/tags" Target="../tags/tag197.xml"/><Relationship Id="rId2" Type="http://schemas.openxmlformats.org/officeDocument/2006/relationships/tags" Target="../tags/tag196.xml"/><Relationship Id="rId14" Type="http://schemas.openxmlformats.org/officeDocument/2006/relationships/notesSlide" Target="../notesSlides/notesSlide35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4.png"/><Relationship Id="rId11" Type="http://schemas.openxmlformats.org/officeDocument/2006/relationships/tags" Target="../tags/tag203.xml"/><Relationship Id="rId10" Type="http://schemas.openxmlformats.org/officeDocument/2006/relationships/tags" Target="../tags/tag202.xml"/><Relationship Id="rId1" Type="http://schemas.openxmlformats.org/officeDocument/2006/relationships/tags" Target="../tags/tag195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6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2.png"/><Relationship Id="rId5" Type="http://schemas.openxmlformats.org/officeDocument/2006/relationships/tags" Target="../tags/tag208.xml"/><Relationship Id="rId4" Type="http://schemas.openxmlformats.org/officeDocument/2006/relationships/tags" Target="../tags/tag207.xml"/><Relationship Id="rId3" Type="http://schemas.openxmlformats.org/officeDocument/2006/relationships/tags" Target="../tags/tag206.xml"/><Relationship Id="rId2" Type="http://schemas.openxmlformats.org/officeDocument/2006/relationships/tags" Target="../tags/tag205.xml"/><Relationship Id="rId1" Type="http://schemas.openxmlformats.org/officeDocument/2006/relationships/tags" Target="../tags/tag204.xml"/></Relationships>
</file>

<file path=ppt/slides/_rels/slide3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tags" Target="../tags/tag216.xml"/><Relationship Id="rId7" Type="http://schemas.openxmlformats.org/officeDocument/2006/relationships/tags" Target="../tags/tag215.xml"/><Relationship Id="rId6" Type="http://schemas.openxmlformats.org/officeDocument/2006/relationships/tags" Target="../tags/tag214.xml"/><Relationship Id="rId5" Type="http://schemas.openxmlformats.org/officeDocument/2006/relationships/tags" Target="../tags/tag213.xml"/><Relationship Id="rId4" Type="http://schemas.openxmlformats.org/officeDocument/2006/relationships/tags" Target="../tags/tag212.xml"/><Relationship Id="rId3" Type="http://schemas.openxmlformats.org/officeDocument/2006/relationships/tags" Target="../tags/tag211.xml"/><Relationship Id="rId2" Type="http://schemas.openxmlformats.org/officeDocument/2006/relationships/tags" Target="../tags/tag210.xml"/><Relationship Id="rId10" Type="http://schemas.openxmlformats.org/officeDocument/2006/relationships/notesSlide" Target="../notesSlides/notesSlide37.xml"/><Relationship Id="rId1" Type="http://schemas.openxmlformats.org/officeDocument/2006/relationships/tags" Target="../tags/tag209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8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222.xml"/><Relationship Id="rId5" Type="http://schemas.openxmlformats.org/officeDocument/2006/relationships/tags" Target="../tags/tag221.xml"/><Relationship Id="rId4" Type="http://schemas.openxmlformats.org/officeDocument/2006/relationships/tags" Target="../tags/tag220.xml"/><Relationship Id="rId3" Type="http://schemas.openxmlformats.org/officeDocument/2006/relationships/tags" Target="../tags/tag219.xml"/><Relationship Id="rId2" Type="http://schemas.openxmlformats.org/officeDocument/2006/relationships/tags" Target="../tags/tag218.xml"/><Relationship Id="rId1" Type="http://schemas.openxmlformats.org/officeDocument/2006/relationships/tags" Target="../tags/tag217.xml"/></Relationships>
</file>

<file path=ppt/slides/_rels/slide39.xml.rels><?xml version="1.0" encoding="UTF-8" standalone="yes"?>
<Relationships xmlns="http://schemas.openxmlformats.org/package/2006/relationships"><Relationship Id="rId9" Type="http://schemas.openxmlformats.org/officeDocument/2006/relationships/tags" Target="../tags/tag229.xml"/><Relationship Id="rId8" Type="http://schemas.openxmlformats.org/officeDocument/2006/relationships/hyperlink" Target="http://stu.ityxb.com/ebookview/f3fe428320633502005d55302a6f1488" TargetMode="External"/><Relationship Id="rId7" Type="http://schemas.openxmlformats.org/officeDocument/2006/relationships/tags" Target="../tags/tag228.xml"/><Relationship Id="rId6" Type="http://schemas.openxmlformats.org/officeDocument/2006/relationships/image" Target="../media/image3.png"/><Relationship Id="rId5" Type="http://schemas.openxmlformats.org/officeDocument/2006/relationships/tags" Target="../tags/tag227.xml"/><Relationship Id="rId4" Type="http://schemas.openxmlformats.org/officeDocument/2006/relationships/tags" Target="../tags/tag226.xml"/><Relationship Id="rId3" Type="http://schemas.openxmlformats.org/officeDocument/2006/relationships/tags" Target="../tags/tag225.xml"/><Relationship Id="rId2" Type="http://schemas.openxmlformats.org/officeDocument/2006/relationships/tags" Target="../tags/tag224.xml"/><Relationship Id="rId14" Type="http://schemas.openxmlformats.org/officeDocument/2006/relationships/notesSlide" Target="../notesSlides/notesSlide39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4.png"/><Relationship Id="rId11" Type="http://schemas.openxmlformats.org/officeDocument/2006/relationships/tags" Target="../tags/tag231.xml"/><Relationship Id="rId10" Type="http://schemas.openxmlformats.org/officeDocument/2006/relationships/tags" Target="../tags/tag230.xml"/><Relationship Id="rId1" Type="http://schemas.openxmlformats.org/officeDocument/2006/relationships/tags" Target="../tags/tag223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0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3.png"/><Relationship Id="rId5" Type="http://schemas.openxmlformats.org/officeDocument/2006/relationships/tags" Target="../tags/tag236.xml"/><Relationship Id="rId4" Type="http://schemas.openxmlformats.org/officeDocument/2006/relationships/tags" Target="../tags/tag235.xml"/><Relationship Id="rId3" Type="http://schemas.openxmlformats.org/officeDocument/2006/relationships/tags" Target="../tags/tag234.xml"/><Relationship Id="rId2" Type="http://schemas.openxmlformats.org/officeDocument/2006/relationships/tags" Target="../tags/tag233.xml"/><Relationship Id="rId1" Type="http://schemas.openxmlformats.org/officeDocument/2006/relationships/tags" Target="../tags/tag232.xml"/></Relationships>
</file>

<file path=ppt/slides/_rels/slide4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tags" Target="../tags/tag244.xml"/><Relationship Id="rId7" Type="http://schemas.openxmlformats.org/officeDocument/2006/relationships/tags" Target="../tags/tag243.xml"/><Relationship Id="rId6" Type="http://schemas.openxmlformats.org/officeDocument/2006/relationships/tags" Target="../tags/tag242.xml"/><Relationship Id="rId5" Type="http://schemas.openxmlformats.org/officeDocument/2006/relationships/tags" Target="../tags/tag241.xml"/><Relationship Id="rId4" Type="http://schemas.openxmlformats.org/officeDocument/2006/relationships/tags" Target="../tags/tag240.xml"/><Relationship Id="rId3" Type="http://schemas.openxmlformats.org/officeDocument/2006/relationships/tags" Target="../tags/tag239.xml"/><Relationship Id="rId2" Type="http://schemas.openxmlformats.org/officeDocument/2006/relationships/tags" Target="../tags/tag238.xml"/><Relationship Id="rId10" Type="http://schemas.openxmlformats.org/officeDocument/2006/relationships/notesSlide" Target="../notesSlides/notesSlide41.xml"/><Relationship Id="rId1" Type="http://schemas.openxmlformats.org/officeDocument/2006/relationships/tags" Target="../tags/tag237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2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250.xml"/><Relationship Id="rId5" Type="http://schemas.openxmlformats.org/officeDocument/2006/relationships/tags" Target="../tags/tag249.xml"/><Relationship Id="rId4" Type="http://schemas.openxmlformats.org/officeDocument/2006/relationships/tags" Target="../tags/tag248.xml"/><Relationship Id="rId3" Type="http://schemas.openxmlformats.org/officeDocument/2006/relationships/tags" Target="../tags/tag247.xml"/><Relationship Id="rId2" Type="http://schemas.openxmlformats.org/officeDocument/2006/relationships/tags" Target="../tags/tag246.xml"/><Relationship Id="rId1" Type="http://schemas.openxmlformats.org/officeDocument/2006/relationships/tags" Target="../tags/tag245.xml"/></Relationships>
</file>

<file path=ppt/slides/_rels/slide43.xml.rels><?xml version="1.0" encoding="UTF-8" standalone="yes"?>
<Relationships xmlns="http://schemas.openxmlformats.org/package/2006/relationships"><Relationship Id="rId9" Type="http://schemas.openxmlformats.org/officeDocument/2006/relationships/tags" Target="../tags/tag257.xml"/><Relationship Id="rId8" Type="http://schemas.openxmlformats.org/officeDocument/2006/relationships/hyperlink" Target="http://stu.ityxb.com/ebookview/ee95664b00bc580cf6db5314d6e7e262" TargetMode="External"/><Relationship Id="rId7" Type="http://schemas.openxmlformats.org/officeDocument/2006/relationships/tags" Target="../tags/tag256.xml"/><Relationship Id="rId6" Type="http://schemas.openxmlformats.org/officeDocument/2006/relationships/image" Target="../media/image3.png"/><Relationship Id="rId5" Type="http://schemas.openxmlformats.org/officeDocument/2006/relationships/tags" Target="../tags/tag255.xml"/><Relationship Id="rId4" Type="http://schemas.openxmlformats.org/officeDocument/2006/relationships/tags" Target="../tags/tag254.xml"/><Relationship Id="rId3" Type="http://schemas.openxmlformats.org/officeDocument/2006/relationships/tags" Target="../tags/tag253.xml"/><Relationship Id="rId2" Type="http://schemas.openxmlformats.org/officeDocument/2006/relationships/tags" Target="../tags/tag252.xml"/><Relationship Id="rId14" Type="http://schemas.openxmlformats.org/officeDocument/2006/relationships/notesSlide" Target="../notesSlides/notesSlide43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4.png"/><Relationship Id="rId11" Type="http://schemas.openxmlformats.org/officeDocument/2006/relationships/tags" Target="../tags/tag259.xml"/><Relationship Id="rId10" Type="http://schemas.openxmlformats.org/officeDocument/2006/relationships/tags" Target="../tags/tag258.xml"/><Relationship Id="rId1" Type="http://schemas.openxmlformats.org/officeDocument/2006/relationships/tags" Target="../tags/tag251.xml"/></Relationships>
</file>

<file path=ppt/slides/_rels/slide4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4.xml"/><Relationship Id="rId6" Type="http://schemas.openxmlformats.org/officeDocument/2006/relationships/slideLayout" Target="../slideLayouts/slideLayout10.xml"/><Relationship Id="rId5" Type="http://schemas.openxmlformats.org/officeDocument/2006/relationships/image" Target="../media/image14.png"/><Relationship Id="rId4" Type="http://schemas.openxmlformats.org/officeDocument/2006/relationships/tags" Target="../tags/tag263.xml"/><Relationship Id="rId3" Type="http://schemas.openxmlformats.org/officeDocument/2006/relationships/tags" Target="../tags/tag262.xml"/><Relationship Id="rId2" Type="http://schemas.openxmlformats.org/officeDocument/2006/relationships/tags" Target="../tags/tag261.xml"/><Relationship Id="rId1" Type="http://schemas.openxmlformats.org/officeDocument/2006/relationships/tags" Target="../tags/tag260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6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268.xml"/><Relationship Id="rId5" Type="http://schemas.openxmlformats.org/officeDocument/2006/relationships/tags" Target="../tags/tag267.xml"/><Relationship Id="rId4" Type="http://schemas.openxmlformats.org/officeDocument/2006/relationships/tags" Target="../tags/tag266.xml"/><Relationship Id="rId3" Type="http://schemas.openxmlformats.org/officeDocument/2006/relationships/tags" Target="../tags/tag265.xml"/><Relationship Id="rId2" Type="http://schemas.openxmlformats.org/officeDocument/2006/relationships/image" Target="../media/image2.png"/><Relationship Id="rId1" Type="http://schemas.openxmlformats.org/officeDocument/2006/relationships/tags" Target="../tags/tag264.xml"/></Relationships>
</file>

<file path=ppt/slides/_rels/slide4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7.xml"/><Relationship Id="rId3" Type="http://schemas.openxmlformats.org/officeDocument/2006/relationships/slideLayout" Target="../slideLayouts/slideLayout10.xml"/><Relationship Id="rId2" Type="http://schemas.openxmlformats.org/officeDocument/2006/relationships/tags" Target="../tags/tag270.xml"/><Relationship Id="rId1" Type="http://schemas.openxmlformats.org/officeDocument/2006/relationships/tags" Target="../tags/tag269.xml"/></Relationships>
</file>

<file path=ppt/slides/_rels/slide4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8.xml"/><Relationship Id="rId4" Type="http://schemas.openxmlformats.org/officeDocument/2006/relationships/slideLayout" Target="../slideLayouts/slideLayout10.xml"/><Relationship Id="rId3" Type="http://schemas.openxmlformats.org/officeDocument/2006/relationships/tags" Target="../tags/tag273.xml"/><Relationship Id="rId2" Type="http://schemas.openxmlformats.org/officeDocument/2006/relationships/tags" Target="../tags/tag272.xml"/><Relationship Id="rId1" Type="http://schemas.openxmlformats.org/officeDocument/2006/relationships/tags" Target="../tags/tag271.xml"/></Relationships>
</file>

<file path=ppt/slides/_rels/slide49.xml.rels><?xml version="1.0" encoding="UTF-8" standalone="yes"?>
<Relationships xmlns="http://schemas.openxmlformats.org/package/2006/relationships"><Relationship Id="rId9" Type="http://schemas.openxmlformats.org/officeDocument/2006/relationships/hyperlink" Target="http://stu.ityxb.com/ebookview/26b0f931c15388d50a2fe7559fcd0ee9" TargetMode="External"/><Relationship Id="rId8" Type="http://schemas.openxmlformats.org/officeDocument/2006/relationships/tags" Target="../tags/tag280.xml"/><Relationship Id="rId7" Type="http://schemas.openxmlformats.org/officeDocument/2006/relationships/image" Target="../media/image3.png"/><Relationship Id="rId6" Type="http://schemas.openxmlformats.org/officeDocument/2006/relationships/tags" Target="../tags/tag279.xml"/><Relationship Id="rId5" Type="http://schemas.openxmlformats.org/officeDocument/2006/relationships/tags" Target="../tags/tag278.xml"/><Relationship Id="rId4" Type="http://schemas.openxmlformats.org/officeDocument/2006/relationships/tags" Target="../tags/tag277.xml"/><Relationship Id="rId3" Type="http://schemas.openxmlformats.org/officeDocument/2006/relationships/tags" Target="../tags/tag276.xml"/><Relationship Id="rId2" Type="http://schemas.openxmlformats.org/officeDocument/2006/relationships/tags" Target="../tags/tag275.xml"/><Relationship Id="rId15" Type="http://schemas.openxmlformats.org/officeDocument/2006/relationships/notesSlide" Target="../notesSlides/notesSlide49.xml"/><Relationship Id="rId14" Type="http://schemas.openxmlformats.org/officeDocument/2006/relationships/slideLayout" Target="../slideLayouts/slideLayout10.xml"/><Relationship Id="rId13" Type="http://schemas.openxmlformats.org/officeDocument/2006/relationships/image" Target="../media/image4.png"/><Relationship Id="rId12" Type="http://schemas.openxmlformats.org/officeDocument/2006/relationships/tags" Target="../tags/tag283.xml"/><Relationship Id="rId11" Type="http://schemas.openxmlformats.org/officeDocument/2006/relationships/tags" Target="../tags/tag282.xml"/><Relationship Id="rId10" Type="http://schemas.openxmlformats.org/officeDocument/2006/relationships/tags" Target="../tags/tag281.xml"/><Relationship Id="rId1" Type="http://schemas.openxmlformats.org/officeDocument/2006/relationships/tags" Target="../tags/tag274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0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5.png"/><Relationship Id="rId5" Type="http://schemas.openxmlformats.org/officeDocument/2006/relationships/tags" Target="../tags/tag288.xml"/><Relationship Id="rId4" Type="http://schemas.openxmlformats.org/officeDocument/2006/relationships/tags" Target="../tags/tag287.xml"/><Relationship Id="rId3" Type="http://schemas.openxmlformats.org/officeDocument/2006/relationships/tags" Target="../tags/tag286.xml"/><Relationship Id="rId2" Type="http://schemas.openxmlformats.org/officeDocument/2006/relationships/tags" Target="../tags/tag285.xml"/><Relationship Id="rId1" Type="http://schemas.openxmlformats.org/officeDocument/2006/relationships/tags" Target="../tags/tag284.xml"/></Relationships>
</file>

<file path=ppt/slides/_rels/slide5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1.xml"/><Relationship Id="rId5" Type="http://schemas.openxmlformats.org/officeDocument/2006/relationships/slideLayout" Target="../slideLayouts/slideLayout10.xml"/><Relationship Id="rId4" Type="http://schemas.openxmlformats.org/officeDocument/2006/relationships/tags" Target="../tags/tag292.xml"/><Relationship Id="rId3" Type="http://schemas.openxmlformats.org/officeDocument/2006/relationships/tags" Target="../tags/tag291.xml"/><Relationship Id="rId2" Type="http://schemas.openxmlformats.org/officeDocument/2006/relationships/tags" Target="../tags/tag290.xml"/><Relationship Id="rId1" Type="http://schemas.openxmlformats.org/officeDocument/2006/relationships/tags" Target="../tags/tag289.xml"/></Relationships>
</file>

<file path=ppt/slides/_rels/slide52.xml.rels><?xml version="1.0" encoding="UTF-8" standalone="yes"?>
<Relationships xmlns="http://schemas.openxmlformats.org/package/2006/relationships"><Relationship Id="rId9" Type="http://schemas.openxmlformats.org/officeDocument/2006/relationships/hyperlink" Target="http://stu.ityxb.com/ebookview/0ec959e61c81e34f51e46b7426ba16d0" TargetMode="External"/><Relationship Id="rId8" Type="http://schemas.openxmlformats.org/officeDocument/2006/relationships/tags" Target="../tags/tag299.xml"/><Relationship Id="rId7" Type="http://schemas.openxmlformats.org/officeDocument/2006/relationships/image" Target="../media/image3.png"/><Relationship Id="rId6" Type="http://schemas.openxmlformats.org/officeDocument/2006/relationships/tags" Target="../tags/tag298.xml"/><Relationship Id="rId5" Type="http://schemas.openxmlformats.org/officeDocument/2006/relationships/tags" Target="../tags/tag297.xml"/><Relationship Id="rId4" Type="http://schemas.openxmlformats.org/officeDocument/2006/relationships/tags" Target="../tags/tag296.xml"/><Relationship Id="rId3" Type="http://schemas.openxmlformats.org/officeDocument/2006/relationships/tags" Target="../tags/tag295.xml"/><Relationship Id="rId2" Type="http://schemas.openxmlformats.org/officeDocument/2006/relationships/tags" Target="../tags/tag294.xml"/><Relationship Id="rId15" Type="http://schemas.openxmlformats.org/officeDocument/2006/relationships/notesSlide" Target="../notesSlides/notesSlide52.xml"/><Relationship Id="rId14" Type="http://schemas.openxmlformats.org/officeDocument/2006/relationships/slideLayout" Target="../slideLayouts/slideLayout10.xml"/><Relationship Id="rId13" Type="http://schemas.openxmlformats.org/officeDocument/2006/relationships/image" Target="../media/image4.png"/><Relationship Id="rId12" Type="http://schemas.openxmlformats.org/officeDocument/2006/relationships/tags" Target="../tags/tag302.xml"/><Relationship Id="rId11" Type="http://schemas.openxmlformats.org/officeDocument/2006/relationships/tags" Target="../tags/tag301.xml"/><Relationship Id="rId10" Type="http://schemas.openxmlformats.org/officeDocument/2006/relationships/tags" Target="../tags/tag300.xml"/><Relationship Id="rId1" Type="http://schemas.openxmlformats.org/officeDocument/2006/relationships/tags" Target="../tags/tag293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3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6.png"/><Relationship Id="rId5" Type="http://schemas.openxmlformats.org/officeDocument/2006/relationships/tags" Target="../tags/tag307.xml"/><Relationship Id="rId4" Type="http://schemas.openxmlformats.org/officeDocument/2006/relationships/tags" Target="../tags/tag306.xml"/><Relationship Id="rId3" Type="http://schemas.openxmlformats.org/officeDocument/2006/relationships/tags" Target="../tags/tag305.xml"/><Relationship Id="rId2" Type="http://schemas.openxmlformats.org/officeDocument/2006/relationships/tags" Target="../tags/tag304.xml"/><Relationship Id="rId1" Type="http://schemas.openxmlformats.org/officeDocument/2006/relationships/tags" Target="../tags/tag30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5.xml"/><Relationship Id="rId7" Type="http://schemas.openxmlformats.org/officeDocument/2006/relationships/slideLayout" Target="../slideLayouts/slideLayout10.xml"/><Relationship Id="rId6" Type="http://schemas.openxmlformats.org/officeDocument/2006/relationships/tags" Target="../tags/tag312.xml"/><Relationship Id="rId5" Type="http://schemas.openxmlformats.org/officeDocument/2006/relationships/tags" Target="../tags/tag311.xml"/><Relationship Id="rId4" Type="http://schemas.openxmlformats.org/officeDocument/2006/relationships/tags" Target="../tags/tag310.xml"/><Relationship Id="rId3" Type="http://schemas.openxmlformats.org/officeDocument/2006/relationships/tags" Target="../tags/tag309.xml"/><Relationship Id="rId2" Type="http://schemas.openxmlformats.org/officeDocument/2006/relationships/image" Target="../media/image2.png"/><Relationship Id="rId1" Type="http://schemas.openxmlformats.org/officeDocument/2006/relationships/tags" Target="../tags/tag308.xml"/></Relationships>
</file>

<file path=ppt/slides/_rels/slide5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6.xml"/><Relationship Id="rId3" Type="http://schemas.openxmlformats.org/officeDocument/2006/relationships/slideLayout" Target="../slideLayouts/slideLayout10.xml"/><Relationship Id="rId2" Type="http://schemas.openxmlformats.org/officeDocument/2006/relationships/tags" Target="../tags/tag314.xml"/><Relationship Id="rId1" Type="http://schemas.openxmlformats.org/officeDocument/2006/relationships/tags" Target="../tags/tag313.xml"/></Relationships>
</file>

<file path=ppt/slides/_rels/slide5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57.xml"/><Relationship Id="rId8" Type="http://schemas.openxmlformats.org/officeDocument/2006/relationships/slideLayout" Target="../slideLayouts/slideLayout10.xml"/><Relationship Id="rId7" Type="http://schemas.openxmlformats.org/officeDocument/2006/relationships/tags" Target="../tags/tag321.xml"/><Relationship Id="rId6" Type="http://schemas.openxmlformats.org/officeDocument/2006/relationships/tags" Target="../tags/tag320.xml"/><Relationship Id="rId5" Type="http://schemas.openxmlformats.org/officeDocument/2006/relationships/tags" Target="../tags/tag319.xml"/><Relationship Id="rId4" Type="http://schemas.openxmlformats.org/officeDocument/2006/relationships/tags" Target="../tags/tag318.xml"/><Relationship Id="rId3" Type="http://schemas.openxmlformats.org/officeDocument/2006/relationships/tags" Target="../tags/tag317.xml"/><Relationship Id="rId2" Type="http://schemas.openxmlformats.org/officeDocument/2006/relationships/tags" Target="../tags/tag316.xml"/><Relationship Id="rId1" Type="http://schemas.openxmlformats.org/officeDocument/2006/relationships/tags" Target="../tags/tag315.xml"/></Relationships>
</file>

<file path=ppt/slides/_rels/slide58.xml.rels><?xml version="1.0" encoding="UTF-8" standalone="yes"?>
<Relationships xmlns="http://schemas.openxmlformats.org/package/2006/relationships"><Relationship Id="rId9" Type="http://schemas.openxmlformats.org/officeDocument/2006/relationships/tags" Target="../tags/tag328.xml"/><Relationship Id="rId8" Type="http://schemas.openxmlformats.org/officeDocument/2006/relationships/hyperlink" Target="http://stu.ityxb.com/ebookview/628697da5f7d3d90fd371ab58d1ce968" TargetMode="External"/><Relationship Id="rId7" Type="http://schemas.openxmlformats.org/officeDocument/2006/relationships/tags" Target="../tags/tag327.xml"/><Relationship Id="rId6" Type="http://schemas.openxmlformats.org/officeDocument/2006/relationships/image" Target="../media/image3.png"/><Relationship Id="rId5" Type="http://schemas.openxmlformats.org/officeDocument/2006/relationships/tags" Target="../tags/tag326.xml"/><Relationship Id="rId4" Type="http://schemas.openxmlformats.org/officeDocument/2006/relationships/tags" Target="../tags/tag325.xml"/><Relationship Id="rId3" Type="http://schemas.openxmlformats.org/officeDocument/2006/relationships/tags" Target="../tags/tag324.xml"/><Relationship Id="rId2" Type="http://schemas.openxmlformats.org/officeDocument/2006/relationships/tags" Target="../tags/tag323.xml"/><Relationship Id="rId14" Type="http://schemas.openxmlformats.org/officeDocument/2006/relationships/notesSlide" Target="../notesSlides/notesSlide58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4.png"/><Relationship Id="rId11" Type="http://schemas.openxmlformats.org/officeDocument/2006/relationships/tags" Target="../tags/tag330.xml"/><Relationship Id="rId10" Type="http://schemas.openxmlformats.org/officeDocument/2006/relationships/tags" Target="../tags/tag329.xml"/><Relationship Id="rId1" Type="http://schemas.openxmlformats.org/officeDocument/2006/relationships/tags" Target="../tags/tag322.xml"/></Relationships>
</file>

<file path=ppt/slides/_rels/slide59.xml.rels><?xml version="1.0" encoding="UTF-8" standalone="yes"?>
<Relationships xmlns="http://schemas.openxmlformats.org/package/2006/relationships"><Relationship Id="rId9" Type="http://schemas.openxmlformats.org/officeDocument/2006/relationships/tags" Target="../tags/tag337.xml"/><Relationship Id="rId8" Type="http://schemas.openxmlformats.org/officeDocument/2006/relationships/hyperlink" Target="http://stu.ityxb.com/ebookview/d6ec664c22a06c9e3072ef590ed45866" TargetMode="External"/><Relationship Id="rId7" Type="http://schemas.openxmlformats.org/officeDocument/2006/relationships/tags" Target="../tags/tag336.xml"/><Relationship Id="rId6" Type="http://schemas.openxmlformats.org/officeDocument/2006/relationships/image" Target="../media/image3.png"/><Relationship Id="rId5" Type="http://schemas.openxmlformats.org/officeDocument/2006/relationships/tags" Target="../tags/tag335.xml"/><Relationship Id="rId4" Type="http://schemas.openxmlformats.org/officeDocument/2006/relationships/tags" Target="../tags/tag334.xml"/><Relationship Id="rId3" Type="http://schemas.openxmlformats.org/officeDocument/2006/relationships/tags" Target="../tags/tag333.xml"/><Relationship Id="rId2" Type="http://schemas.openxmlformats.org/officeDocument/2006/relationships/tags" Target="../tags/tag332.xml"/><Relationship Id="rId14" Type="http://schemas.openxmlformats.org/officeDocument/2006/relationships/notesSlide" Target="../notesSlides/notesSlide59.xml"/><Relationship Id="rId13" Type="http://schemas.openxmlformats.org/officeDocument/2006/relationships/slideLayout" Target="../slideLayouts/slideLayout10.xml"/><Relationship Id="rId12" Type="http://schemas.openxmlformats.org/officeDocument/2006/relationships/image" Target="../media/image4.png"/><Relationship Id="rId11" Type="http://schemas.openxmlformats.org/officeDocument/2006/relationships/tags" Target="../tags/tag339.xml"/><Relationship Id="rId10" Type="http://schemas.openxmlformats.org/officeDocument/2006/relationships/tags" Target="../tags/tag338.xml"/><Relationship Id="rId1" Type="http://schemas.openxmlformats.org/officeDocument/2006/relationships/tags" Target="../tags/tag331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0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7.png"/><Relationship Id="rId5" Type="http://schemas.openxmlformats.org/officeDocument/2006/relationships/tags" Target="../tags/tag344.xml"/><Relationship Id="rId4" Type="http://schemas.openxmlformats.org/officeDocument/2006/relationships/tags" Target="../tags/tag343.xml"/><Relationship Id="rId3" Type="http://schemas.openxmlformats.org/officeDocument/2006/relationships/tags" Target="../tags/tag342.xml"/><Relationship Id="rId2" Type="http://schemas.openxmlformats.org/officeDocument/2006/relationships/tags" Target="../tags/tag341.xml"/><Relationship Id="rId1" Type="http://schemas.openxmlformats.org/officeDocument/2006/relationships/tags" Target="../tags/tag340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0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文本框 18"/>
          <p:cNvSpPr txBox="1"/>
          <p:nvPr/>
        </p:nvSpPr>
        <p:spPr>
          <a:xfrm>
            <a:off x="2251710" y="2606040"/>
            <a:ext cx="8028940" cy="783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45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思源黑体 CN Medium" panose="020B0600000000000000" pitchFamily="34" charset="-122"/>
              </a:rPr>
              <a:t>第9章 MyBatis的动态SQL</a:t>
            </a:r>
            <a:endParaRPr sz="4500" dirty="0">
              <a:solidFill>
                <a:srgbClr val="1369B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思源黑体 CN Medium" panose="020B0600000000000000" pitchFamily="34" charset="-122"/>
            </a:endParaRPr>
          </a:p>
        </p:txBody>
      </p:sp>
      <p:sp>
        <p:nvSpPr>
          <p:cNvPr id="4" name="Rectangle 4"/>
          <p:cNvSpPr txBox="1">
            <a:spLocks noChangeArrowheads="1"/>
          </p:cNvSpPr>
          <p:nvPr/>
        </p:nvSpPr>
        <p:spPr>
          <a:xfrm>
            <a:off x="1003300" y="3935095"/>
            <a:ext cx="10519410" cy="430530"/>
          </a:xfrm>
          <a:prstGeom prst="rect">
            <a:avLst/>
          </a:prstGeom>
        </p:spPr>
        <p:txBody>
          <a:bodyPr vert="horz" lIns="121917" tIns="60958" rIns="121917" bIns="60958" rtlCol="0" anchor="ctr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sz="23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《Java EE企业级应用开发教程（Spring+Spring MVC+MyBatis）（第3版）》</a:t>
            </a:r>
            <a:endParaRPr sz="230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 txBox="1"/>
          <p:nvPr/>
        </p:nvSpPr>
        <p:spPr>
          <a:xfrm>
            <a:off x="815308" y="644513"/>
            <a:ext cx="4775842" cy="662532"/>
          </a:xfrm>
          <a:prstGeom prst="rect">
            <a:avLst/>
          </a:prstGeom>
        </p:spPr>
        <p:txBody>
          <a:bodyPr lIns="121917" tIns="60958" rIns="121917" bIns="60958" anchor="ctr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b="1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学习目标</a:t>
            </a:r>
            <a:r>
              <a:rPr lang="en-US" altLang="zh-CN" b="1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/</a:t>
            </a:r>
            <a:r>
              <a:rPr lang="en-US" altLang="zh-CN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Target</a:t>
            </a:r>
            <a:endParaRPr lang="en-GB" altLang="zh-CN" dirty="0">
              <a:solidFill>
                <a:srgbClr val="1369B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80" name="组合 79"/>
          <p:cNvGrpSpPr/>
          <p:nvPr/>
        </p:nvGrpSpPr>
        <p:grpSpPr>
          <a:xfrm>
            <a:off x="1557655" y="3641725"/>
            <a:ext cx="9014460" cy="688340"/>
            <a:chOff x="978872" y="1800500"/>
            <a:chExt cx="6427354" cy="516136"/>
          </a:xfrm>
        </p:grpSpPr>
        <p:sp>
          <p:nvSpPr>
            <p:cNvPr id="81" name="Pentagon 3"/>
            <p:cNvSpPr/>
            <p:nvPr/>
          </p:nvSpPr>
          <p:spPr bwMode="auto">
            <a:xfrm>
              <a:off x="978872" y="1800500"/>
              <a:ext cx="6427354" cy="516136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  <a:buClrTx/>
                <a:buSzTx/>
                <a:buFontTx/>
                <a:defRPr/>
              </a:pP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掌握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 &lt;foreach&gt; 标签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的使用，能够使用 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&lt;foreach&gt;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 标签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遍历数组、List和Map</a:t>
              </a:r>
              <a:endPara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字魂58号-创中黑" panose="00000500000000000000" pitchFamily="2" charset="-122"/>
              </a:endParaRPr>
            </a:p>
          </p:txBody>
        </p:sp>
        <p:sp>
          <p:nvSpPr>
            <p:cNvPr id="82" name="MH_Others_1"/>
            <p:cNvSpPr/>
            <p:nvPr/>
          </p:nvSpPr>
          <p:spPr bwMode="auto">
            <a:xfrm>
              <a:off x="985222" y="1800500"/>
              <a:ext cx="82550" cy="515937"/>
            </a:xfrm>
            <a:custGeom>
              <a:avLst/>
              <a:gdLst>
                <a:gd name="connsiteX0" fmla="*/ 0 w 3276600"/>
                <a:gd name="connsiteY0" fmla="*/ 6311900 h 6311900"/>
                <a:gd name="connsiteX1" fmla="*/ 0 w 3276600"/>
                <a:gd name="connsiteY1" fmla="*/ 0 h 6311900"/>
                <a:gd name="connsiteX2" fmla="*/ 3276600 w 3276600"/>
                <a:gd name="connsiteY2" fmla="*/ 0 h 6311900"/>
                <a:gd name="connsiteX0-1" fmla="*/ 0 w 0"/>
                <a:gd name="connsiteY0-2" fmla="*/ 6311900 h 6311900"/>
                <a:gd name="connsiteX1-3" fmla="*/ 0 w 0"/>
                <a:gd name="connsiteY1-4" fmla="*/ 0 h 63119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</a:cxnLst>
              <a:rect l="l" t="t" r="r" b="b"/>
              <a:pathLst>
                <a:path h="6311900">
                  <a:moveTo>
                    <a:pt x="0" y="63119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1369B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zh-CN" altLang="en-US" sz="2500">
                <a:solidFill>
                  <a:schemeClr val="bg1">
                    <a:lumMod val="50000"/>
                  </a:schemeClr>
                </a:solidFill>
                <a:latin typeface="Source Han Sans K Bold" panose="020B0800000000000000" pitchFamily="34" charset="-128"/>
                <a:ea typeface="Source Han Sans K Bold" panose="020B0800000000000000" pitchFamily="34" charset="-128"/>
                <a:sym typeface="Source Han Sans K Bold" panose="020B0800000000000000" pitchFamily="34" charset="-128"/>
              </a:endParaRPr>
            </a:p>
          </p:txBody>
        </p:sp>
      </p:grpSp>
      <p:grpSp>
        <p:nvGrpSpPr>
          <p:cNvPr id="83" name="组合 82"/>
          <p:cNvGrpSpPr/>
          <p:nvPr/>
        </p:nvGrpSpPr>
        <p:grpSpPr>
          <a:xfrm>
            <a:off x="1557655" y="2749550"/>
            <a:ext cx="9006205" cy="689610"/>
            <a:chOff x="978872" y="2570437"/>
            <a:chExt cx="5437064" cy="517208"/>
          </a:xfrm>
        </p:grpSpPr>
        <p:sp>
          <p:nvSpPr>
            <p:cNvPr id="84" name="Pentagon 5"/>
            <p:cNvSpPr/>
            <p:nvPr/>
          </p:nvSpPr>
          <p:spPr bwMode="auto">
            <a:xfrm>
              <a:off x="978872" y="2573295"/>
              <a:ext cx="5437064" cy="514350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  <a:buClrTx/>
                <a:buSzTx/>
                <a:buFontTx/>
                <a:defRPr/>
              </a:pP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掌握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&lt;choose&gt;标签、&lt;when&gt;标签和&lt;otherwise&gt;标签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的使用，能够使用&lt;choose&gt;标签、&lt;when&gt;标签和&lt;otherwise&gt;标签动态地构建SQL语句</a:t>
              </a:r>
              <a:endPara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字魂58号-创中黑" panose="00000500000000000000" pitchFamily="2" charset="-122"/>
              </a:endParaRPr>
            </a:p>
          </p:txBody>
        </p:sp>
        <p:sp>
          <p:nvSpPr>
            <p:cNvPr id="85" name="MH_Others_1"/>
            <p:cNvSpPr/>
            <p:nvPr/>
          </p:nvSpPr>
          <p:spPr bwMode="auto">
            <a:xfrm>
              <a:off x="985222" y="2570437"/>
              <a:ext cx="82550" cy="514350"/>
            </a:xfrm>
            <a:custGeom>
              <a:avLst/>
              <a:gdLst>
                <a:gd name="connsiteX0" fmla="*/ 0 w 3276600"/>
                <a:gd name="connsiteY0" fmla="*/ 6311900 h 6311900"/>
                <a:gd name="connsiteX1" fmla="*/ 0 w 3276600"/>
                <a:gd name="connsiteY1" fmla="*/ 0 h 6311900"/>
                <a:gd name="connsiteX2" fmla="*/ 3276600 w 3276600"/>
                <a:gd name="connsiteY2" fmla="*/ 0 h 6311900"/>
                <a:gd name="connsiteX0-1" fmla="*/ 0 w 0"/>
                <a:gd name="connsiteY0-2" fmla="*/ 6311900 h 6311900"/>
                <a:gd name="connsiteX1-3" fmla="*/ 0 w 0"/>
                <a:gd name="connsiteY1-4" fmla="*/ 0 h 63119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</a:cxnLst>
              <a:rect l="l" t="t" r="r" b="b"/>
              <a:pathLst>
                <a:path h="6311900">
                  <a:moveTo>
                    <a:pt x="0" y="63119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1369B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zh-CN" altLang="en-US" sz="2500">
                <a:solidFill>
                  <a:schemeClr val="bg1">
                    <a:lumMod val="50000"/>
                  </a:schemeClr>
                </a:solidFill>
                <a:latin typeface="Source Han Sans K Bold" panose="020B0800000000000000" pitchFamily="34" charset="-128"/>
                <a:ea typeface="Source Han Sans K Bold" panose="020B0800000000000000" pitchFamily="34" charset="-128"/>
                <a:sym typeface="Source Han Sans K Bold" panose="020B0800000000000000" pitchFamily="34" charset="-128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1557655" y="1858645"/>
            <a:ext cx="9006205" cy="685800"/>
            <a:chOff x="978872" y="2570437"/>
            <a:chExt cx="5437064" cy="514351"/>
          </a:xfrm>
        </p:grpSpPr>
        <p:sp>
          <p:nvSpPr>
            <p:cNvPr id="10" name="Pentagon 5"/>
            <p:cNvSpPr/>
            <p:nvPr/>
          </p:nvSpPr>
          <p:spPr bwMode="auto">
            <a:xfrm>
              <a:off x="978872" y="2570438"/>
              <a:ext cx="5437064" cy="514350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  <a:defRPr/>
              </a:pP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掌握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&lt;if&gt;标签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的使用，能够使用&lt;if&gt;标签动态地构建SQL语句</a:t>
              </a:r>
              <a:endPara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字魂58号-创中黑" panose="00000500000000000000" pitchFamily="2" charset="-122"/>
              </a:endParaRPr>
            </a:p>
          </p:txBody>
        </p:sp>
        <p:sp>
          <p:nvSpPr>
            <p:cNvPr id="11" name="MH_Others_1"/>
            <p:cNvSpPr/>
            <p:nvPr/>
          </p:nvSpPr>
          <p:spPr bwMode="auto">
            <a:xfrm>
              <a:off x="985222" y="2570437"/>
              <a:ext cx="82550" cy="514350"/>
            </a:xfrm>
            <a:custGeom>
              <a:avLst/>
              <a:gdLst>
                <a:gd name="connsiteX0" fmla="*/ 0 w 3276600"/>
                <a:gd name="connsiteY0" fmla="*/ 6311900 h 6311900"/>
                <a:gd name="connsiteX1" fmla="*/ 0 w 3276600"/>
                <a:gd name="connsiteY1" fmla="*/ 0 h 6311900"/>
                <a:gd name="connsiteX2" fmla="*/ 3276600 w 3276600"/>
                <a:gd name="connsiteY2" fmla="*/ 0 h 6311900"/>
                <a:gd name="connsiteX0-1" fmla="*/ 0 w 0"/>
                <a:gd name="connsiteY0-2" fmla="*/ 6311900 h 6311900"/>
                <a:gd name="connsiteX1-3" fmla="*/ 0 w 0"/>
                <a:gd name="connsiteY1-4" fmla="*/ 0 h 63119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</a:cxnLst>
              <a:rect l="l" t="t" r="r" b="b"/>
              <a:pathLst>
                <a:path h="6311900">
                  <a:moveTo>
                    <a:pt x="0" y="63119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1369B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zh-CN" altLang="en-US" sz="2500">
                <a:solidFill>
                  <a:schemeClr val="bg1">
                    <a:lumMod val="50000"/>
                  </a:schemeClr>
                </a:solidFill>
                <a:latin typeface="Source Han Sans K Bold" panose="020B0800000000000000" pitchFamily="34" charset="-128"/>
                <a:ea typeface="Source Han Sans K Bold" panose="020B0800000000000000" pitchFamily="34" charset="-128"/>
                <a:sym typeface="Source Han Sans K Bold" panose="020B0800000000000000" pitchFamily="34" charset="-128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1557655" y="4526915"/>
            <a:ext cx="9006205" cy="689610"/>
            <a:chOff x="978872" y="2570437"/>
            <a:chExt cx="5437064" cy="517208"/>
          </a:xfrm>
        </p:grpSpPr>
        <p:sp>
          <p:nvSpPr>
            <p:cNvPr id="3" name="Pentagon 5"/>
            <p:cNvSpPr/>
            <p:nvPr>
              <p:custDataLst>
                <p:tags r:id="rId1"/>
              </p:custDataLst>
            </p:nvPr>
          </p:nvSpPr>
          <p:spPr bwMode="auto">
            <a:xfrm>
              <a:off x="978872" y="2573295"/>
              <a:ext cx="5437064" cy="514350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  <a:buClrTx/>
                <a:buSzTx/>
                <a:buFontTx/>
                <a:defRPr/>
              </a:pP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掌握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条件拼接和修剪标签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的使用，能够使用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&lt;where&gt;标签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和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&lt;trim&gt;标签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动态地拼接和修剪SQL语句的片段</a:t>
              </a:r>
              <a:endPara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字魂58号-创中黑" panose="00000500000000000000" pitchFamily="2" charset="-122"/>
              </a:endParaRPr>
            </a:p>
          </p:txBody>
        </p:sp>
        <p:sp>
          <p:nvSpPr>
            <p:cNvPr id="4" name="MH_Others_1"/>
            <p:cNvSpPr/>
            <p:nvPr>
              <p:custDataLst>
                <p:tags r:id="rId2"/>
              </p:custDataLst>
            </p:nvPr>
          </p:nvSpPr>
          <p:spPr bwMode="auto">
            <a:xfrm>
              <a:off x="985222" y="2570437"/>
              <a:ext cx="82550" cy="514350"/>
            </a:xfrm>
            <a:custGeom>
              <a:avLst/>
              <a:gdLst>
                <a:gd name="connsiteX0" fmla="*/ 0 w 3276600"/>
                <a:gd name="connsiteY0" fmla="*/ 6311900 h 6311900"/>
                <a:gd name="connsiteX1" fmla="*/ 0 w 3276600"/>
                <a:gd name="connsiteY1" fmla="*/ 0 h 6311900"/>
                <a:gd name="connsiteX2" fmla="*/ 3276600 w 3276600"/>
                <a:gd name="connsiteY2" fmla="*/ 0 h 6311900"/>
                <a:gd name="connsiteX0-1" fmla="*/ 0 w 0"/>
                <a:gd name="connsiteY0-2" fmla="*/ 6311900 h 6311900"/>
                <a:gd name="connsiteX1-3" fmla="*/ 0 w 0"/>
                <a:gd name="connsiteY1-4" fmla="*/ 0 h 63119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</a:cxnLst>
              <a:rect l="l" t="t" r="r" b="b"/>
              <a:pathLst>
                <a:path h="6311900">
                  <a:moveTo>
                    <a:pt x="0" y="63119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1369B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zh-CN" altLang="en-US" sz="2500">
                <a:solidFill>
                  <a:schemeClr val="bg1">
                    <a:lumMod val="50000"/>
                  </a:schemeClr>
                </a:solidFill>
                <a:latin typeface="Source Han Sans K Bold" panose="020B0800000000000000" pitchFamily="34" charset="-128"/>
                <a:ea typeface="Source Han Sans K Bold" panose="020B0800000000000000" pitchFamily="34" charset="-128"/>
                <a:sym typeface="Source Han Sans K Bold" panose="020B0800000000000000" pitchFamily="34" charset="-128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568450" y="5439410"/>
            <a:ext cx="9006205" cy="689610"/>
            <a:chOff x="978872" y="2570437"/>
            <a:chExt cx="5437064" cy="517208"/>
          </a:xfrm>
        </p:grpSpPr>
        <p:sp>
          <p:nvSpPr>
            <p:cNvPr id="7" name="Pentagon 5"/>
            <p:cNvSpPr/>
            <p:nvPr>
              <p:custDataLst>
                <p:tags r:id="rId3"/>
              </p:custDataLst>
            </p:nvPr>
          </p:nvSpPr>
          <p:spPr bwMode="auto">
            <a:xfrm>
              <a:off x="978872" y="2573295"/>
              <a:ext cx="5437064" cy="514350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20000"/>
                </a:lnSpc>
                <a:buClrTx/>
                <a:buSzTx/>
                <a:buFontTx/>
                <a:defRPr/>
              </a:pP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掌握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更新操作标签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的使用，能够使用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&lt;set&gt;标签</a:t>
              </a:r>
              <a:r>
                <a:rPr lang="zh-CN" altLang="en-US" dirty="0">
                  <a:solidFill>
                    <a:srgbClr val="59595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根据条件动态地生成</a:t>
              </a:r>
              <a:r>
                <a:rPr lang="zh-CN" altLang="en-US" dirty="0">
                  <a:solidFill>
                    <a:srgbClr val="1369B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字魂58号-创中黑" panose="00000500000000000000" pitchFamily="2" charset="-122"/>
                </a:rPr>
                <a:t>SET子句</a:t>
              </a:r>
              <a:endPara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字魂58号-创中黑" panose="00000500000000000000" pitchFamily="2" charset="-122"/>
              </a:endParaRPr>
            </a:p>
          </p:txBody>
        </p:sp>
        <p:sp>
          <p:nvSpPr>
            <p:cNvPr id="8" name="MH_Others_1"/>
            <p:cNvSpPr/>
            <p:nvPr>
              <p:custDataLst>
                <p:tags r:id="rId4"/>
              </p:custDataLst>
            </p:nvPr>
          </p:nvSpPr>
          <p:spPr bwMode="auto">
            <a:xfrm>
              <a:off x="985222" y="2570437"/>
              <a:ext cx="82550" cy="514350"/>
            </a:xfrm>
            <a:custGeom>
              <a:avLst/>
              <a:gdLst>
                <a:gd name="connsiteX0" fmla="*/ 0 w 3276600"/>
                <a:gd name="connsiteY0" fmla="*/ 6311900 h 6311900"/>
                <a:gd name="connsiteX1" fmla="*/ 0 w 3276600"/>
                <a:gd name="connsiteY1" fmla="*/ 0 h 6311900"/>
                <a:gd name="connsiteX2" fmla="*/ 3276600 w 3276600"/>
                <a:gd name="connsiteY2" fmla="*/ 0 h 6311900"/>
                <a:gd name="connsiteX0-1" fmla="*/ 0 w 0"/>
                <a:gd name="connsiteY0-2" fmla="*/ 6311900 h 6311900"/>
                <a:gd name="connsiteX1-3" fmla="*/ 0 w 0"/>
                <a:gd name="connsiteY1-4" fmla="*/ 0 h 63119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</a:cxnLst>
              <a:rect l="l" t="t" r="r" b="b"/>
              <a:pathLst>
                <a:path h="6311900">
                  <a:moveTo>
                    <a:pt x="0" y="63119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1369B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/>
              </a:pPr>
              <a:endParaRPr lang="zh-CN" altLang="en-US" sz="2500">
                <a:solidFill>
                  <a:schemeClr val="bg1">
                    <a:lumMod val="50000"/>
                  </a:schemeClr>
                </a:solidFill>
                <a:latin typeface="Source Han Sans K Bold" panose="020B0800000000000000" pitchFamily="34" charset="-128"/>
                <a:ea typeface="Source Han Sans K Bold" panose="020B0800000000000000" pitchFamily="34" charset="-128"/>
                <a:sym typeface="Source Han Sans K Bold" panose="020B0800000000000000" pitchFamily="34" charset="-128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 txBox="1"/>
          <p:nvPr/>
        </p:nvSpPr>
        <p:spPr>
          <a:xfrm>
            <a:off x="671292" y="572758"/>
            <a:ext cx="3911746" cy="662532"/>
          </a:xfrm>
          <a:prstGeom prst="rect">
            <a:avLst/>
          </a:prstGeom>
        </p:spPr>
        <p:txBody>
          <a:bodyPr lIns="121917" tIns="60958" rIns="121917" bIns="60958" anchor="ctr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b="1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章节概述</a:t>
            </a:r>
            <a:r>
              <a:rPr lang="en-US" altLang="zh-CN" b="1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/</a:t>
            </a:r>
            <a:r>
              <a:rPr lang="en-US" altLang="zh-CN" sz="24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Summary</a:t>
            </a:r>
            <a:endParaRPr lang="en-GB" sz="2400" dirty="0">
              <a:solidFill>
                <a:srgbClr val="1369B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80" name="TextBox 35"/>
          <p:cNvSpPr txBox="1">
            <a:spLocks noChangeArrowheads="1"/>
          </p:cNvSpPr>
          <p:nvPr/>
        </p:nvSpPr>
        <p:spPr bwMode="auto">
          <a:xfrm>
            <a:off x="1054735" y="2394585"/>
            <a:ext cx="10335895" cy="3352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8" rIns="121917" bIns="60958" anchor="t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indent="0" algn="just" fontAlgn="auto">
              <a:lnSpc>
                <a:spcPct val="150000"/>
              </a:lnSpc>
            </a:pP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在程序中操作数据库时，经常需要根据业务需求对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SQL语句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拼接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，如果进行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手动拼接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，不仅要求开发人员处理空格、标点符号等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琐碎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细节，而且容易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增加代码的复杂性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，并提高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出错的可能性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。为解决这一问题，MyBatis提供了强大的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动态SQL功能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，动态SQL指运行时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动态组装 SQL语句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的技术。MyBatis的动态SQL功能允许开发人员利用简洁的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标签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语法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，根据实际需求动态生成SQL语句，轻松实现复杂的SQL操作。根据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功能来划分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，实现动态SQL的标签可以分为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条件判断标签、循环遍历标签、条件拼接和修剪标签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更新操作标签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。下面将对MyBatis的动态SQL进行讲解。</a:t>
            </a:r>
            <a:endParaRPr lang="zh-CN" altLang="zh-CN" sz="200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8"/>
          <p:cNvSpPr/>
          <p:nvPr>
            <p:custDataLst>
              <p:tags r:id="rId1"/>
            </p:custDataLst>
          </p:nvPr>
        </p:nvSpPr>
        <p:spPr>
          <a:xfrm>
            <a:off x="1031240" y="2238375"/>
            <a:ext cx="10427335" cy="3612515"/>
          </a:xfrm>
          <a:prstGeom prst="roundRect">
            <a:avLst>
              <a:gd name="adj" fmla="val 0"/>
            </a:avLst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0" name="矩形 93"/>
          <p:cNvSpPr/>
          <p:nvPr>
            <p:custDataLst>
              <p:tags r:id="rId2"/>
            </p:custDataLst>
          </p:nvPr>
        </p:nvSpPr>
        <p:spPr>
          <a:xfrm>
            <a:off x="998855" y="2178685"/>
            <a:ext cx="408305" cy="52451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1" name="矩形 93"/>
          <p:cNvSpPr/>
          <p:nvPr>
            <p:custDataLst>
              <p:tags r:id="rId3"/>
            </p:custDataLst>
          </p:nvPr>
        </p:nvSpPr>
        <p:spPr>
          <a:xfrm rot="10800000">
            <a:off x="11135360" y="5376545"/>
            <a:ext cx="408305" cy="52451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 txBox="1"/>
          <p:nvPr/>
        </p:nvSpPr>
        <p:spPr>
          <a:xfrm>
            <a:off x="837863" y="572758"/>
            <a:ext cx="3007988" cy="662532"/>
          </a:xfrm>
          <a:prstGeom prst="rect">
            <a:avLst/>
          </a:prstGeom>
        </p:spPr>
        <p:txBody>
          <a:bodyPr lIns="121917" tIns="60958" rIns="121917" bIns="60958" anchor="ctr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b="1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目录</a:t>
            </a:r>
            <a:r>
              <a:rPr lang="en-US" altLang="zh-CN" b="1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/</a:t>
            </a:r>
            <a:r>
              <a:rPr lang="en-US" altLang="zh-CN" sz="24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Contents</a:t>
            </a:r>
            <a:endParaRPr lang="en-GB" sz="2400" dirty="0">
              <a:solidFill>
                <a:srgbClr val="1369B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105" name="组合 104"/>
          <p:cNvGrpSpPr/>
          <p:nvPr/>
        </p:nvGrpSpPr>
        <p:grpSpPr>
          <a:xfrm>
            <a:off x="2999206" y="2155720"/>
            <a:ext cx="1192190" cy="612775"/>
            <a:chOff x="2215144" y="982844"/>
            <a:chExt cx="1244730" cy="842780"/>
          </a:xfrm>
        </p:grpSpPr>
        <p:sp>
          <p:nvSpPr>
            <p:cNvPr id="106" name="平行四边形 105"/>
            <p:cNvSpPr/>
            <p:nvPr>
              <p:custDataLst>
                <p:tags r:id="rId1"/>
              </p:custDataLst>
            </p:nvPr>
          </p:nvSpPr>
          <p:spPr>
            <a:xfrm>
              <a:off x="2215144" y="982844"/>
              <a:ext cx="1120898" cy="842780"/>
            </a:xfrm>
            <a:prstGeom prst="parallelogram">
              <a:avLst>
                <a:gd name="adj" fmla="val 48207"/>
              </a:avLst>
            </a:prstGeom>
            <a:solidFill>
              <a:srgbClr val="1369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07" name="文本框 9"/>
            <p:cNvSpPr txBox="1"/>
            <p:nvPr>
              <p:custDataLst>
                <p:tags r:id="rId2"/>
              </p:custDataLst>
            </p:nvPr>
          </p:nvSpPr>
          <p:spPr>
            <a:xfrm>
              <a:off x="2393075" y="1005670"/>
              <a:ext cx="1066799" cy="8026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3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9.1</a:t>
              </a:r>
              <a:endParaRPr lang="zh-CN" altLang="en-US" sz="3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08" name="组合 107"/>
          <p:cNvGrpSpPr/>
          <p:nvPr/>
        </p:nvGrpSpPr>
        <p:grpSpPr>
          <a:xfrm>
            <a:off x="2999206" y="3209544"/>
            <a:ext cx="1192190" cy="612775"/>
            <a:chOff x="2215144" y="2026500"/>
            <a:chExt cx="1244730" cy="850129"/>
          </a:xfrm>
        </p:grpSpPr>
        <p:sp>
          <p:nvSpPr>
            <p:cNvPr id="109" name="平行四边形 108"/>
            <p:cNvSpPr/>
            <p:nvPr>
              <p:custDataLst>
                <p:tags r:id="rId3"/>
              </p:custDataLst>
            </p:nvPr>
          </p:nvSpPr>
          <p:spPr>
            <a:xfrm>
              <a:off x="2215144" y="2033848"/>
              <a:ext cx="1120898" cy="842781"/>
            </a:xfrm>
            <a:prstGeom prst="parallelogram">
              <a:avLst>
                <a:gd name="adj" fmla="val 48207"/>
              </a:avLst>
            </a:prstGeom>
            <a:solidFill>
              <a:srgbClr val="1369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10" name="文本框 10"/>
            <p:cNvSpPr txBox="1"/>
            <p:nvPr>
              <p:custDataLst>
                <p:tags r:id="rId4"/>
              </p:custDataLst>
            </p:nvPr>
          </p:nvSpPr>
          <p:spPr>
            <a:xfrm>
              <a:off x="2393075" y="2026500"/>
              <a:ext cx="1066799" cy="809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3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9.</a:t>
              </a:r>
              <a:r>
                <a:rPr lang="en-US" altLang="zh-CN" sz="3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2</a:t>
              </a:r>
              <a:endParaRPr lang="zh-CN" altLang="en-US" sz="3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11" name="组合 110"/>
          <p:cNvGrpSpPr/>
          <p:nvPr/>
        </p:nvGrpSpPr>
        <p:grpSpPr>
          <a:xfrm>
            <a:off x="3904758" y="2146841"/>
            <a:ext cx="5496560" cy="612775"/>
            <a:chOff x="4315150" y="953426"/>
            <a:chExt cx="4122956" cy="539804"/>
          </a:xfrm>
        </p:grpSpPr>
        <p:sp>
          <p:nvSpPr>
            <p:cNvPr id="112" name="矩形 111"/>
            <p:cNvSpPr/>
            <p:nvPr>
              <p:custDataLst>
                <p:tags r:id="rId5"/>
              </p:custDataLst>
            </p:nvPr>
          </p:nvSpPr>
          <p:spPr>
            <a:xfrm>
              <a:off x="4841196" y="1036090"/>
              <a:ext cx="2827147" cy="331154"/>
            </a:xfrm>
            <a:prstGeom prst="rect">
              <a:avLst/>
            </a:prstGeom>
            <a:ln w="15875">
              <a:noFill/>
            </a:ln>
          </p:spPr>
          <p:txBody>
            <a:bodyPr wrap="square" lIns="68580" tIns="34290" rIns="68580" bIns="34290">
              <a:spAutoFit/>
            </a:bodyPr>
            <a:p>
              <a:r>
                <a:rPr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条件判断标签</a:t>
              </a:r>
              <a:endParaRPr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13" name="平行四边形 112"/>
            <p:cNvSpPr/>
            <p:nvPr>
              <p:custDataLst>
                <p:tags r:id="rId6"/>
              </p:custDataLst>
            </p:nvPr>
          </p:nvSpPr>
          <p:spPr>
            <a:xfrm>
              <a:off x="4315150" y="953426"/>
              <a:ext cx="4122956" cy="539804"/>
            </a:xfrm>
            <a:prstGeom prst="parallelogram">
              <a:avLst>
                <a:gd name="adj" fmla="val 48207"/>
              </a:avLst>
            </a:prstGeom>
            <a:noFill/>
            <a:ln w="158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p>
              <a:endParaRPr lang="zh-CN" altLang="en-US" sz="21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14" name="组合 113"/>
          <p:cNvGrpSpPr/>
          <p:nvPr/>
        </p:nvGrpSpPr>
        <p:grpSpPr>
          <a:xfrm>
            <a:off x="3904758" y="3192718"/>
            <a:ext cx="5496560" cy="612775"/>
            <a:chOff x="4315150" y="1647579"/>
            <a:chExt cx="4122956" cy="539804"/>
          </a:xfrm>
        </p:grpSpPr>
        <p:sp>
          <p:nvSpPr>
            <p:cNvPr id="115" name="矩形 114"/>
            <p:cNvSpPr/>
            <p:nvPr>
              <p:custDataLst>
                <p:tags r:id="rId7"/>
              </p:custDataLst>
            </p:nvPr>
          </p:nvSpPr>
          <p:spPr>
            <a:xfrm>
              <a:off x="4840998" y="1730368"/>
              <a:ext cx="3238445" cy="331154"/>
            </a:xfrm>
            <a:prstGeom prst="rect">
              <a:avLst/>
            </a:prstGeom>
            <a:ln w="15875">
              <a:noFill/>
            </a:ln>
          </p:spPr>
          <p:txBody>
            <a:bodyPr wrap="square" lIns="68580" tIns="34290" rIns="68580" bIns="34290">
              <a:spAutoFit/>
            </a:bodyPr>
            <a:p>
              <a:r>
                <a:rPr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循环遍历标签</a:t>
              </a:r>
              <a:endParaRPr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16" name="平行四边形 115"/>
            <p:cNvSpPr/>
            <p:nvPr>
              <p:custDataLst>
                <p:tags r:id="rId8"/>
              </p:custDataLst>
            </p:nvPr>
          </p:nvSpPr>
          <p:spPr>
            <a:xfrm>
              <a:off x="4315150" y="1647579"/>
              <a:ext cx="4122956" cy="539804"/>
            </a:xfrm>
            <a:prstGeom prst="parallelogram">
              <a:avLst>
                <a:gd name="adj" fmla="val 48207"/>
              </a:avLst>
            </a:prstGeom>
            <a:noFill/>
            <a:ln w="158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p>
              <a:endPara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17" name="组合 116"/>
          <p:cNvGrpSpPr/>
          <p:nvPr/>
        </p:nvGrpSpPr>
        <p:grpSpPr>
          <a:xfrm>
            <a:off x="2982696" y="4269359"/>
            <a:ext cx="1192190" cy="612775"/>
            <a:chOff x="2215144" y="2026500"/>
            <a:chExt cx="1244730" cy="850129"/>
          </a:xfrm>
        </p:grpSpPr>
        <p:sp>
          <p:nvSpPr>
            <p:cNvPr id="118" name="平行四边形 117"/>
            <p:cNvSpPr/>
            <p:nvPr>
              <p:custDataLst>
                <p:tags r:id="rId9"/>
              </p:custDataLst>
            </p:nvPr>
          </p:nvSpPr>
          <p:spPr>
            <a:xfrm>
              <a:off x="2215144" y="2033848"/>
              <a:ext cx="1120898" cy="842781"/>
            </a:xfrm>
            <a:prstGeom prst="parallelogram">
              <a:avLst>
                <a:gd name="adj" fmla="val 48207"/>
              </a:avLst>
            </a:prstGeom>
            <a:solidFill>
              <a:srgbClr val="1369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19" name="文本框 10"/>
            <p:cNvSpPr txBox="1"/>
            <p:nvPr>
              <p:custDataLst>
                <p:tags r:id="rId10"/>
              </p:custDataLst>
            </p:nvPr>
          </p:nvSpPr>
          <p:spPr>
            <a:xfrm>
              <a:off x="2393075" y="2026500"/>
              <a:ext cx="1066799" cy="809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3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9.</a:t>
              </a:r>
              <a:r>
                <a:rPr lang="en-US" altLang="zh-CN" sz="3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3</a:t>
              </a:r>
              <a:endParaRPr lang="zh-CN" altLang="en-US" sz="3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20" name="组合 119"/>
          <p:cNvGrpSpPr/>
          <p:nvPr/>
        </p:nvGrpSpPr>
        <p:grpSpPr>
          <a:xfrm>
            <a:off x="3888248" y="4252533"/>
            <a:ext cx="5496560" cy="612775"/>
            <a:chOff x="4315150" y="1647579"/>
            <a:chExt cx="4122956" cy="539804"/>
          </a:xfrm>
        </p:grpSpPr>
        <p:sp>
          <p:nvSpPr>
            <p:cNvPr id="121" name="矩形 120"/>
            <p:cNvSpPr/>
            <p:nvPr>
              <p:custDataLst>
                <p:tags r:id="rId11"/>
              </p:custDataLst>
            </p:nvPr>
          </p:nvSpPr>
          <p:spPr>
            <a:xfrm>
              <a:off x="4840998" y="1730368"/>
              <a:ext cx="3238445" cy="331154"/>
            </a:xfrm>
            <a:prstGeom prst="rect">
              <a:avLst/>
            </a:prstGeom>
            <a:ln w="15875">
              <a:noFill/>
            </a:ln>
          </p:spPr>
          <p:txBody>
            <a:bodyPr wrap="square" lIns="68580" tIns="34290" rIns="68580" bIns="34290">
              <a:spAutoFit/>
            </a:bodyPr>
            <a:p>
              <a:r>
                <a:rPr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条件拼接和修剪标签</a:t>
              </a:r>
              <a:endParaRPr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22" name="平行四边形 121"/>
            <p:cNvSpPr/>
            <p:nvPr>
              <p:custDataLst>
                <p:tags r:id="rId12"/>
              </p:custDataLst>
            </p:nvPr>
          </p:nvSpPr>
          <p:spPr>
            <a:xfrm>
              <a:off x="4315150" y="1647579"/>
              <a:ext cx="4122956" cy="539804"/>
            </a:xfrm>
            <a:prstGeom prst="parallelogram">
              <a:avLst>
                <a:gd name="adj" fmla="val 48207"/>
              </a:avLst>
            </a:prstGeom>
            <a:noFill/>
            <a:ln w="158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p>
              <a:endPara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2956661" y="5351399"/>
            <a:ext cx="1192190" cy="612775"/>
            <a:chOff x="2215144" y="2026500"/>
            <a:chExt cx="1244730" cy="850129"/>
          </a:xfrm>
        </p:grpSpPr>
        <p:sp>
          <p:nvSpPr>
            <p:cNvPr id="3" name="平行四边形 2"/>
            <p:cNvSpPr/>
            <p:nvPr>
              <p:custDataLst>
                <p:tags r:id="rId13"/>
              </p:custDataLst>
            </p:nvPr>
          </p:nvSpPr>
          <p:spPr>
            <a:xfrm>
              <a:off x="2215144" y="2033848"/>
              <a:ext cx="1120898" cy="842781"/>
            </a:xfrm>
            <a:prstGeom prst="parallelogram">
              <a:avLst>
                <a:gd name="adj" fmla="val 48207"/>
              </a:avLst>
            </a:prstGeom>
            <a:solidFill>
              <a:srgbClr val="1369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" name="文本框 10"/>
            <p:cNvSpPr txBox="1"/>
            <p:nvPr>
              <p:custDataLst>
                <p:tags r:id="rId14"/>
              </p:custDataLst>
            </p:nvPr>
          </p:nvSpPr>
          <p:spPr>
            <a:xfrm>
              <a:off x="2393075" y="2026500"/>
              <a:ext cx="1066799" cy="809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3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9.4</a:t>
              </a:r>
              <a:endParaRPr lang="zh-CN" altLang="en-US" sz="3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5" name="组合 4"/>
          <p:cNvGrpSpPr/>
          <p:nvPr/>
        </p:nvGrpSpPr>
        <p:grpSpPr>
          <a:xfrm>
            <a:off x="3862213" y="5334573"/>
            <a:ext cx="5496560" cy="612775"/>
            <a:chOff x="4315150" y="1647579"/>
            <a:chExt cx="4122956" cy="539804"/>
          </a:xfrm>
        </p:grpSpPr>
        <p:sp>
          <p:nvSpPr>
            <p:cNvPr id="6" name="矩形 5"/>
            <p:cNvSpPr/>
            <p:nvPr>
              <p:custDataLst>
                <p:tags r:id="rId15"/>
              </p:custDataLst>
            </p:nvPr>
          </p:nvSpPr>
          <p:spPr>
            <a:xfrm>
              <a:off x="4840998" y="1730368"/>
              <a:ext cx="3238445" cy="331154"/>
            </a:xfrm>
            <a:prstGeom prst="rect">
              <a:avLst/>
            </a:prstGeom>
            <a:ln w="15875">
              <a:noFill/>
            </a:ln>
          </p:spPr>
          <p:txBody>
            <a:bodyPr wrap="square" lIns="68580" tIns="34290" rIns="68580" bIns="34290">
              <a:spAutoFit/>
            </a:bodyPr>
            <a:p>
              <a:r>
                <a:rPr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更新操作标签</a:t>
              </a:r>
              <a:endParaRPr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平行四边形 6"/>
            <p:cNvSpPr/>
            <p:nvPr>
              <p:custDataLst>
                <p:tags r:id="rId16"/>
              </p:custDataLst>
            </p:nvPr>
          </p:nvSpPr>
          <p:spPr>
            <a:xfrm>
              <a:off x="4315150" y="1647579"/>
              <a:ext cx="4122956" cy="539804"/>
            </a:xfrm>
            <a:prstGeom prst="parallelogram">
              <a:avLst>
                <a:gd name="adj" fmla="val 48207"/>
              </a:avLst>
            </a:prstGeom>
            <a:noFill/>
            <a:ln w="158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p>
              <a:endPara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5031667" y="3014256"/>
            <a:ext cx="6013520" cy="768350"/>
          </a:xfrm>
          <a:prstGeom prst="rect">
            <a:avLst/>
          </a:prstGeom>
          <a:noFill/>
        </p:spPr>
        <p:txBody>
          <a:bodyPr wrap="square" lIns="91443" tIns="45720" rIns="91443" bIns="45720" rtlCol="0">
            <a:spAutoFit/>
          </a:bodyPr>
          <a:lstStyle/>
          <a:p>
            <a:r>
              <a:rPr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条件判断标签</a:t>
            </a:r>
            <a:endParaRPr sz="44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4" name="TextBox 48"/>
          <p:cNvSpPr txBox="1"/>
          <p:nvPr/>
        </p:nvSpPr>
        <p:spPr>
          <a:xfrm>
            <a:off x="2134235" y="2997835"/>
            <a:ext cx="1398905" cy="768350"/>
          </a:xfrm>
          <a:prstGeom prst="rect">
            <a:avLst/>
          </a:prstGeom>
          <a:noFill/>
        </p:spPr>
        <p:txBody>
          <a:bodyPr wrap="square" lIns="91443" tIns="45720" rIns="91443" bIns="45720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Source Han Sans K Bold" panose="020B0800000000000000" pitchFamily="34" charset="-128"/>
              </a:rPr>
              <a:t>9.1</a:t>
            </a:r>
            <a:endParaRPr lang="en-US" sz="4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条件判断标签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80" name="TextBox 35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054735" y="2107565"/>
            <a:ext cx="10335895" cy="1505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8" rIns="121917" bIns="60958" anchor="t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indent="0" algn="just" fontAlgn="auto">
              <a:lnSpc>
                <a:spcPct val="150000"/>
              </a:lnSpc>
            </a:pP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MyBatis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实现动态SQL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条件判断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可以进一步细分为根据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单个条件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的真假进行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判断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和根据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多个条件分支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判断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，其中前者可以通过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&lt;if&gt;标签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实现，后者则可以通过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&lt;choose&gt;标签、&lt;when&gt;标签和&lt;otherwise&gt;标签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实现，下面分别对这两类条件判断标签进行讲解。</a:t>
            </a:r>
            <a:endParaRPr lang="zh-CN" altLang="zh-CN" sz="200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8"/>
          <p:cNvSpPr/>
          <p:nvPr>
            <p:custDataLst>
              <p:tags r:id="rId2"/>
            </p:custDataLst>
          </p:nvPr>
        </p:nvSpPr>
        <p:spPr>
          <a:xfrm>
            <a:off x="1031240" y="1736090"/>
            <a:ext cx="10427335" cy="2412365"/>
          </a:xfrm>
          <a:prstGeom prst="roundRect">
            <a:avLst>
              <a:gd name="adj" fmla="val 0"/>
            </a:avLst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0" name="矩形 93"/>
          <p:cNvSpPr/>
          <p:nvPr>
            <p:custDataLst>
              <p:tags r:id="rId3"/>
            </p:custDataLst>
          </p:nvPr>
        </p:nvSpPr>
        <p:spPr>
          <a:xfrm>
            <a:off x="998855" y="1676400"/>
            <a:ext cx="408305" cy="52451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1" name="矩形 93"/>
          <p:cNvSpPr/>
          <p:nvPr>
            <p:custDataLst>
              <p:tags r:id="rId4"/>
            </p:custDataLst>
          </p:nvPr>
        </p:nvSpPr>
        <p:spPr>
          <a:xfrm rot="10800000">
            <a:off x="11135360" y="3726180"/>
            <a:ext cx="408305" cy="524510"/>
          </a:xfrm>
          <a:custGeom>
            <a:avLst/>
            <a:gdLst/>
            <a:ahLst/>
            <a:cxnLst/>
            <a:rect l="l" t="t" r="r" b="b"/>
            <a:pathLst>
              <a:path w="504056" h="504056">
                <a:moveTo>
                  <a:pt x="0" y="0"/>
                </a:moveTo>
                <a:lnTo>
                  <a:pt x="504056" y="0"/>
                </a:lnTo>
                <a:lnTo>
                  <a:pt x="504056" y="144016"/>
                </a:lnTo>
                <a:lnTo>
                  <a:pt x="144016" y="144016"/>
                </a:lnTo>
                <a:lnTo>
                  <a:pt x="144016" y="504056"/>
                </a:lnTo>
                <a:lnTo>
                  <a:pt x="0" y="5040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&lt;if&gt;标签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44855" y="2215827"/>
            <a:ext cx="2797737" cy="3896754"/>
          </a:xfrm>
          <a:prstGeom prst="rect">
            <a:avLst/>
          </a:prstGeom>
        </p:spPr>
      </p:pic>
      <p:sp>
        <p:nvSpPr>
          <p:cNvPr id="7" name="TextBox 35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247306" y="1638836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椭圆形标注 7"/>
          <p:cNvSpPr/>
          <p:nvPr>
            <p:custDataLst>
              <p:tags r:id="rId4"/>
            </p:custDataLst>
          </p:nvPr>
        </p:nvSpPr>
        <p:spPr>
          <a:xfrm>
            <a:off x="2968547" y="1560761"/>
            <a:ext cx="2071316" cy="1492941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9" name="TextBox 35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214803" y="1698161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Box 35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815965" y="2927985"/>
            <a:ext cx="5445760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掌握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&lt;if&gt;标签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的使用，能够使用&lt;if&gt;标签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动态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地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构建SQL语句</a:t>
            </a:r>
            <a:endParaRPr lang="zh-CN" altLang="en-US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&lt;if&gt;标签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80" name="TextBox 35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054735" y="1461770"/>
            <a:ext cx="10335895" cy="3352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8" rIns="121917" bIns="60958" anchor="t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indent="0" algn="just" fontAlgn="auto">
              <a:lnSpc>
                <a:spcPct val="150000"/>
              </a:lnSpc>
            </a:pP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&lt;if&gt;标签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可以根据指定的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条件表达式的结果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动态生成SQL语句，它提供了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test属性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用于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指定条件表达式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，该表达式的值为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true或false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。如果条件表达式的值为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true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，则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包含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&lt;if&gt;标签内部的SQL语句；如果条件表达式的值为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false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，则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不包含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zh-CN" sz="200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algn="just" fontAlgn="auto">
              <a:lnSpc>
                <a:spcPct val="150000"/>
              </a:lnSpc>
            </a:pP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test属性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指定的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条件表达式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可以使用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OGNL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（Object Graph Navigation Language，对象导航图语言）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表达式、比较运算符、逻辑运算符等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进行构建。例如，test="name !=null"表示当name不为null时条件成立，test="name != null and name !=''</a:t>
            </a:r>
            <a:r>
              <a:rPr lang="en-US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”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表示当name不为null并且name的值不为空字符串时条件成立。</a:t>
            </a:r>
            <a:endParaRPr lang="zh-CN" altLang="zh-CN" sz="200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&lt;if&gt;标签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96723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1.数据库数据准备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2529205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在名称为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mybatis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的数据库中，创建存储图书信息的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数据表book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，并插入几条测试数据，具体代码如下文件9-1所示。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694888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803762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文件9-1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  <a:hlinkClick r:id="rId8"/>
                  </a:rPr>
                  <a:t>book.sql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  <p:sp>
        <p:nvSpPr>
          <p:cNvPr id="5" name="文本框 4"/>
          <p:cNvSpPr txBox="1"/>
          <p:nvPr>
            <p:custDataLst>
              <p:tags r:id="rId14"/>
            </p:custDataLst>
          </p:nvPr>
        </p:nvSpPr>
        <p:spPr>
          <a:xfrm>
            <a:off x="977265" y="100584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假设有一个需要根据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图书id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名称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查询图书信息的需求，图书id和名称都是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可选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的查询条件，这个时候可以使用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&lt;if&gt;标签动态地构建SQL语句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进行查询。下面通过案例演示这个查询的实现。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&lt;if&gt;标签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2.创建项目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在IDEA中创建一个名称为chapter0</a:t>
            </a:r>
            <a:r>
              <a:rPr lang="en-US" altLang="zh-CN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9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的Maven项目，并在项目的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pom.xml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引入MyBatis、MySQL连接、单元测试的相关依赖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，具体如文件9-2所示。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407868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516742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文件9-2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  <a:hlinkClick r:id="rId8"/>
                  </a:rPr>
                  <a:t>pom.xml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&lt;if&gt;标签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3.创建实体类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在项目的src/main/java目录下创建包com.itheima.entity，并在该包中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创建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与数据表book对应的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实体类Book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，用于存储图书信息，具体如文件9-3所示。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407868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516742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文件9-3</a:t>
                </a:r>
                <a:endParaRPr sz="1800">
                  <a:sym typeface="+mn-ea"/>
                </a:endParaRPr>
              </a:p>
              <a:p>
                <a:pPr algn="ctr"/>
                <a:r>
                  <a:rPr lang="en-US" sz="1800">
                    <a:sym typeface="+mn-ea"/>
                    <a:hlinkClick r:id="rId8"/>
                  </a:rPr>
                  <a:t>B</a:t>
                </a:r>
                <a:r>
                  <a:rPr sz="1800">
                    <a:sym typeface="+mn-ea"/>
                    <a:hlinkClick r:id="rId8"/>
                  </a:rPr>
                  <a:t>ook.java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&lt;if&gt;标签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4.创建Mapper接口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13379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在项目的src/main/java目录下创建包com.itheima.mapper，并在该包中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创建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操作Book对象和数据库数据映射的Mapper接口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BookMapper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，并在该接口中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定义方法queryByIdAndName()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，该方法接收Book类型的参数，具体如文件9-4所示。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407868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516742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文件9-4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  <a:hlinkClick r:id="rId8"/>
                  </a:rPr>
                  <a:t>BookMapper.java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&lt;if&gt;标签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5.创建核心配置文件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13379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在项目的src/main/resources目录下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创建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一个名称为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mybatis-config.xml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的文件作为MyBatis的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核心配置文件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，在mybatis-config.xml配置文件中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配置数据库连接信息和映射器相关信息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，具体如9-5所示。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407868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516742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文件9-5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  <a:hlinkClick r:id="rId8"/>
                  </a:rPr>
                  <a:t>mybatis-config.xml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&lt;if&gt;标签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6.创建映射文件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13379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在src/main/resources目录下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创建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多级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文件夹com/itheima/mapper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，在该文件夹下创建一个名称为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BookMapper.xml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的文件，在该文件中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定义查询语句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，用于根据传入Book对象的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id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名称查询对应的图书信息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，如果图书id和名称不为null时，则根据对应的id和名称进行查询，具体如文件9-6所示。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407868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516742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文件9-6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  <a:hlinkClick r:id="rId8"/>
                  </a:rPr>
                  <a:t>BookMapper.xml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&lt;if&gt;标签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7.定义测试方法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175323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在项目的src/test/java目录下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创建BookTest类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，为了减少冗余代码，在此将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创建SqlSession对象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的代码抽取成独立的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方法createSqlSession()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，并定义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测试方法ifTest()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，在测试方法中通过SqlSession对象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获取BookMapper对象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，并通过BookMapper对象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调用其queryByIdAndName()方法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查询图书信息，具体如文件9-7所示。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62313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73200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922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</a:rPr>
                  <a:t>文件9-7</a:t>
                </a:r>
                <a:endParaRPr sz="1800">
                  <a:sym typeface="+mn-ea"/>
                </a:endParaRPr>
              </a:p>
              <a:p>
                <a:pPr algn="ctr"/>
                <a:r>
                  <a:rPr sz="1800">
                    <a:sym typeface="+mn-ea"/>
                    <a:hlinkClick r:id="rId8"/>
                  </a:rPr>
                  <a:t>BookTest.java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&lt;if&gt;标签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8.测试效果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运行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文件9-7中的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ifTest()方法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5" name="图片 1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199197" y="2781300"/>
            <a:ext cx="9190244" cy="253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9.1.1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&lt;if&gt;标签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9319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8.测试效果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955165"/>
            <a:ext cx="10295890" cy="13379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将文件9-7中第35行代码修改为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b.setName("西游记");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后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运行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文件9-7中的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ifTest()方法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buClrTx/>
              <a:buSzTx/>
              <a:buFontTx/>
            </a:pP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7" name="图片 2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198880" y="3213418"/>
            <a:ext cx="8900622" cy="237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8054340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3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9.1.2&lt;choose&gt;标签、&lt;when&gt;标签和&lt;otherwise&gt;标签</a:t>
            </a:r>
            <a:endParaRPr sz="23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44855" y="2215827"/>
            <a:ext cx="2797737" cy="3896754"/>
          </a:xfrm>
          <a:prstGeom prst="rect">
            <a:avLst/>
          </a:prstGeom>
        </p:spPr>
      </p:pic>
      <p:sp>
        <p:nvSpPr>
          <p:cNvPr id="7" name="TextBox 35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247306" y="1638836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椭圆形标注 7"/>
          <p:cNvSpPr/>
          <p:nvPr>
            <p:custDataLst>
              <p:tags r:id="rId4"/>
            </p:custDataLst>
          </p:nvPr>
        </p:nvSpPr>
        <p:spPr>
          <a:xfrm>
            <a:off x="2968547" y="1560761"/>
            <a:ext cx="2071316" cy="1492941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9" name="TextBox 35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214803" y="1698161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Box 35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815965" y="2927985"/>
            <a:ext cx="5445760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掌握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&lt;if&gt;标签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的使用，能够使用&lt;if&gt;标签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动态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地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构建SQL语句</a:t>
            </a:r>
            <a:endParaRPr lang="zh-CN" altLang="en-US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35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054735" y="1246505"/>
            <a:ext cx="10335895" cy="1505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8" rIns="121917" bIns="60958" anchor="t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indent="0" algn="just" fontAlgn="auto">
              <a:lnSpc>
                <a:spcPct val="150000"/>
              </a:lnSpc>
            </a:pP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在MyBatis中，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&lt;choose&gt;标签、&lt;when&gt;标签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&lt;otherwise&gt;标签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适用于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多条件选择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复杂的条件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逻辑下的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SQL语句编写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，基于这三个标签程序会从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多个备选项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中选择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一个满足条件的选项</a:t>
            </a:r>
            <a:r>
              <a:rPr lang="zh-CN" altLang="zh-CN" sz="20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创建动态SQL语句。下面对这三个标签分别进行说明。</a:t>
            </a:r>
            <a:endParaRPr lang="zh-CN" altLang="zh-CN" sz="200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Title 1"/>
          <p:cNvSpPr txBox="1"/>
          <p:nvPr>
            <p:custDataLst>
              <p:tags r:id="rId2"/>
            </p:custDataLst>
          </p:nvPr>
        </p:nvSpPr>
        <p:spPr>
          <a:xfrm>
            <a:off x="1143635" y="266700"/>
            <a:ext cx="8054340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3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9.1.2&lt;choose&gt;标签、&lt;when&gt;标签和&lt;otherwise&gt;标签</a:t>
            </a:r>
            <a:endParaRPr sz="23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8054340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3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9.1.2&lt;choose&gt;标签、&lt;when&gt;标签和&lt;otherwise&gt;标签</a:t>
            </a:r>
            <a:endParaRPr sz="23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8" name="原创设计师QQ598969553          _3"/>
          <p:cNvSpPr/>
          <p:nvPr>
            <p:custDataLst>
              <p:tags r:id="rId2"/>
            </p:custDataLst>
          </p:nvPr>
        </p:nvSpPr>
        <p:spPr>
          <a:xfrm>
            <a:off x="1002665" y="1590040"/>
            <a:ext cx="10163810" cy="4363720"/>
          </a:xfrm>
          <a:prstGeom prst="roundRect">
            <a:avLst>
              <a:gd name="adj" fmla="val 9083"/>
            </a:avLst>
          </a:prstGeom>
          <a:noFill/>
          <a:ln>
            <a:solidFill>
              <a:srgbClr val="ADBAC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原创设计师QQ598969553          _4"/>
          <p:cNvSpPr/>
          <p:nvPr>
            <p:custDataLst>
              <p:tags r:id="rId3"/>
            </p:custDataLst>
          </p:nvPr>
        </p:nvSpPr>
        <p:spPr>
          <a:xfrm>
            <a:off x="1336040" y="1981200"/>
            <a:ext cx="9486265" cy="3425190"/>
          </a:xfrm>
          <a:prstGeom prst="rect">
            <a:avLst/>
          </a:prstGeom>
        </p:spPr>
        <p:txBody>
          <a:bodyPr wrap="square">
            <a:noAutofit/>
          </a:bodyPr>
          <a:p>
            <a:pPr algn="just">
              <a:lnSpc>
                <a:spcPct val="150000"/>
              </a:lnSpc>
              <a:buClrTx/>
              <a:buSzTx/>
              <a:buFontTx/>
            </a:pP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&lt;choose&gt;标签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类似于Java中的switch语句，用于从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多个备选项中选择一个满足条件的选项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，它可以包含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零个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或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多个&lt;when&gt;标签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和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零个或一个&lt;otherwise&gt;标签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。&lt;choose&gt;标签会依次检查每个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&lt;when&gt;标签的条件表达式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，如果条件表达式的值为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true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，则该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&lt;when&gt;标签内部的SQL片段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会被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包含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到最终生成的SQL语句中；如果所有&lt;when&gt;子标签的条件表达式都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不为true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，并且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存在&lt;otherwise&gt;标签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，则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&lt;otherwise&gt;标签内部的SQL片段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会被包含到最终生成的SQL语句中。</a:t>
            </a:r>
            <a:endParaRPr lang="en-US" altLang="zh-CN" sz="2000" dirty="0" err="1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11" name="原创设计师QQ598969553          _6"/>
          <p:cNvSpPr/>
          <p:nvPr>
            <p:custDataLst>
              <p:tags r:id="rId4"/>
            </p:custDataLst>
          </p:nvPr>
        </p:nvSpPr>
        <p:spPr>
          <a:xfrm>
            <a:off x="3984625" y="1356360"/>
            <a:ext cx="4335780" cy="46228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101600" dist="762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p>
            <a:pPr algn="ctr" defTabSz="1450340">
              <a:lnSpc>
                <a:spcPct val="200000"/>
              </a:lnSpc>
            </a:pPr>
            <a:endParaRPr lang="zh-CN" altLang="en-US" sz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2" name="原创设计师QQ598969553          _7"/>
          <p:cNvSpPr txBox="1"/>
          <p:nvPr>
            <p:custDataLst>
              <p:tags r:id="rId5"/>
            </p:custDataLst>
          </p:nvPr>
        </p:nvSpPr>
        <p:spPr>
          <a:xfrm>
            <a:off x="3984625" y="1405890"/>
            <a:ext cx="40989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 defTabSz="1216660">
              <a:spcBef>
                <a:spcPct val="20000"/>
              </a:spcBef>
              <a:defRPr/>
            </a:pPr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（1）&lt;choose&gt;标签</a:t>
            </a:r>
            <a:endParaRPr lang="zh-CN" alt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8054340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3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9.1.2&lt;choose&gt;标签、&lt;when&gt;标签和&lt;otherwise&gt;标签</a:t>
            </a:r>
            <a:endParaRPr sz="23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8" name="原创设计师QQ598969553          _3"/>
          <p:cNvSpPr/>
          <p:nvPr>
            <p:custDataLst>
              <p:tags r:id="rId2"/>
            </p:custDataLst>
          </p:nvPr>
        </p:nvSpPr>
        <p:spPr>
          <a:xfrm>
            <a:off x="1002665" y="1590040"/>
            <a:ext cx="10163810" cy="1651635"/>
          </a:xfrm>
          <a:prstGeom prst="roundRect">
            <a:avLst>
              <a:gd name="adj" fmla="val 9083"/>
            </a:avLst>
          </a:prstGeom>
          <a:noFill/>
          <a:ln>
            <a:solidFill>
              <a:srgbClr val="ADBAC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" name="原创设计师QQ598969553          _4"/>
          <p:cNvSpPr/>
          <p:nvPr>
            <p:custDataLst>
              <p:tags r:id="rId3"/>
            </p:custDataLst>
          </p:nvPr>
        </p:nvSpPr>
        <p:spPr>
          <a:xfrm>
            <a:off x="1336040" y="1981200"/>
            <a:ext cx="9486265" cy="1259840"/>
          </a:xfrm>
          <a:prstGeom prst="rect">
            <a:avLst/>
          </a:prstGeom>
        </p:spPr>
        <p:txBody>
          <a:bodyPr wrap="square">
            <a:noAutofit/>
          </a:bodyPr>
          <a:p>
            <a:pPr algn="just">
              <a:lnSpc>
                <a:spcPct val="150000"/>
              </a:lnSpc>
              <a:buClrTx/>
              <a:buSzTx/>
              <a:buFontTx/>
            </a:pP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&lt;when&gt;标签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用于定义&lt;choose&gt;标签中的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备选条件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，它包含一个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test属性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，用于指定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条件表达式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。</a:t>
            </a:r>
            <a:endParaRPr lang="en-US" altLang="zh-CN" sz="2000" dirty="0" err="1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11" name="原创设计师QQ598969553          _6"/>
          <p:cNvSpPr/>
          <p:nvPr>
            <p:custDataLst>
              <p:tags r:id="rId4"/>
            </p:custDataLst>
          </p:nvPr>
        </p:nvSpPr>
        <p:spPr>
          <a:xfrm>
            <a:off x="3984625" y="1356360"/>
            <a:ext cx="4335780" cy="46228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101600" dist="762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p>
            <a:pPr algn="ctr" defTabSz="1450340">
              <a:lnSpc>
                <a:spcPct val="200000"/>
              </a:lnSpc>
            </a:pPr>
            <a:endParaRPr lang="zh-CN" altLang="en-US" sz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2" name="原创设计师QQ598969553          _7"/>
          <p:cNvSpPr txBox="1"/>
          <p:nvPr>
            <p:custDataLst>
              <p:tags r:id="rId5"/>
            </p:custDataLst>
          </p:nvPr>
        </p:nvSpPr>
        <p:spPr>
          <a:xfrm>
            <a:off x="3984625" y="1405890"/>
            <a:ext cx="40989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 defTabSz="1216660">
              <a:spcBef>
                <a:spcPct val="20000"/>
              </a:spcBef>
              <a:defRPr/>
            </a:pPr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（2）&lt;when&gt;标签</a:t>
            </a:r>
            <a:endParaRPr lang="zh-CN" alt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4" name="原创设计师QQ598969553          _3"/>
          <p:cNvSpPr/>
          <p:nvPr>
            <p:custDataLst>
              <p:tags r:id="rId6"/>
            </p:custDataLst>
          </p:nvPr>
        </p:nvSpPr>
        <p:spPr>
          <a:xfrm>
            <a:off x="986155" y="3869690"/>
            <a:ext cx="10163810" cy="1651635"/>
          </a:xfrm>
          <a:prstGeom prst="roundRect">
            <a:avLst>
              <a:gd name="adj" fmla="val 9083"/>
            </a:avLst>
          </a:prstGeom>
          <a:noFill/>
          <a:ln>
            <a:solidFill>
              <a:srgbClr val="ADBAC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5" name="原创设计师QQ598969553          _6"/>
          <p:cNvSpPr/>
          <p:nvPr>
            <p:custDataLst>
              <p:tags r:id="rId7"/>
            </p:custDataLst>
          </p:nvPr>
        </p:nvSpPr>
        <p:spPr>
          <a:xfrm>
            <a:off x="3968115" y="3636010"/>
            <a:ext cx="4335780" cy="46228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101600" dist="762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p>
            <a:pPr algn="ctr" defTabSz="1450340">
              <a:lnSpc>
                <a:spcPct val="200000"/>
              </a:lnSpc>
            </a:pPr>
            <a:endParaRPr lang="zh-CN" altLang="en-US" sz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6" name="原创设计师QQ598969553          _7"/>
          <p:cNvSpPr txBox="1"/>
          <p:nvPr>
            <p:custDataLst>
              <p:tags r:id="rId8"/>
            </p:custDataLst>
          </p:nvPr>
        </p:nvSpPr>
        <p:spPr>
          <a:xfrm>
            <a:off x="3968115" y="3685540"/>
            <a:ext cx="40989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 defTabSz="1216660">
              <a:spcBef>
                <a:spcPct val="20000"/>
              </a:spcBef>
              <a:defRPr/>
            </a:pPr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（3）&lt;otherwise&gt;标签</a:t>
            </a:r>
            <a:endParaRPr lang="zh-CN" alt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7" name="原创设计师QQ598969553          _4"/>
          <p:cNvSpPr/>
          <p:nvPr>
            <p:custDataLst>
              <p:tags r:id="rId9"/>
            </p:custDataLst>
          </p:nvPr>
        </p:nvSpPr>
        <p:spPr>
          <a:xfrm>
            <a:off x="1391285" y="4189095"/>
            <a:ext cx="9486265" cy="1259840"/>
          </a:xfrm>
          <a:prstGeom prst="rect">
            <a:avLst/>
          </a:prstGeom>
        </p:spPr>
        <p:txBody>
          <a:bodyPr wrap="square">
            <a:noAutofit/>
          </a:bodyPr>
          <a:p>
            <a:pPr algn="just">
              <a:lnSpc>
                <a:spcPct val="150000"/>
              </a:lnSpc>
              <a:buClrTx/>
              <a:buSzTx/>
              <a:buFontTx/>
            </a:pP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&lt;otherwise&gt;标签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是可选的标签，用于指定当所有</a:t>
            </a:r>
            <a:r>
              <a:rPr lang="zh-CN" altLang="en-US" sz="200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&lt;when&gt;标签的条件都不满足</a:t>
            </a:r>
            <a:r>
              <a:rPr lang="en-US" altLang="zh-CN" sz="2000" dirty="0" err="1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时，默认包含到最终生成的SQL语句中的SQL片段。</a:t>
            </a:r>
            <a:endParaRPr lang="en-US" altLang="zh-CN" sz="2000" dirty="0" err="1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8054340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3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9.1.2&lt;choose&gt;标签、&lt;when&gt;标签和&lt;otherwise&gt;标签</a:t>
            </a:r>
            <a:endParaRPr sz="23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938530" y="2469515"/>
            <a:ext cx="2694940" cy="546735"/>
            <a:chOff x="901662" y="1797999"/>
            <a:chExt cx="1721506" cy="546735"/>
          </a:xfrm>
        </p:grpSpPr>
        <p:sp>
          <p:nvSpPr>
            <p:cNvPr id="5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" name="文本框 5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1.定义查询方法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7" name="文本框 6"/>
          <p:cNvSpPr txBox="1"/>
          <p:nvPr>
            <p:custDataLst>
              <p:tags r:id="rId4"/>
            </p:custDataLst>
          </p:nvPr>
        </p:nvSpPr>
        <p:spPr>
          <a:xfrm>
            <a:off x="993775" y="303149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在文件9-4中的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BookMapper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接口中定义查询图书并排序的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方法findBooksWithSort()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，该方法的参数为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排序的字段名称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，具体如下所示。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5"/>
            </p:custDataLst>
          </p:nvPr>
        </p:nvSpPr>
        <p:spPr>
          <a:xfrm>
            <a:off x="977265" y="1005840"/>
            <a:ext cx="10295890" cy="13379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假设有一个需要查询图书信息时根据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图书名称或价格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对图书信息进行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升序排序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的需求，如果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没有指定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图书名称或价格排序时，则默认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根据图书id排序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，这个时候可以使用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&lt;choose&gt;标签、&lt;when&gt;标签和&lt;otherwise&gt;标签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动态地构建SQL语句进行查询。下面通过案例演示这个查询的实现。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>
            <p:custDataLst>
              <p:tags r:id="rId6"/>
            </p:custDataLst>
          </p:nvPr>
        </p:nvSpPr>
        <p:spPr>
          <a:xfrm>
            <a:off x="967740" y="4056380"/>
            <a:ext cx="10191750" cy="6870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409020205090404" pitchFamily="49" charset="0"/>
              <a:sym typeface="+mn-ea"/>
            </a:endParaRPr>
          </a:p>
        </p:txBody>
      </p:sp>
      <p:sp>
        <p:nvSpPr>
          <p:cNvPr id="20" name="矩形 19"/>
          <p:cNvSpPr/>
          <p:nvPr>
            <p:custDataLst>
              <p:tags r:id="rId7"/>
            </p:custDataLst>
          </p:nvPr>
        </p:nvSpPr>
        <p:spPr>
          <a:xfrm>
            <a:off x="1489710" y="4088765"/>
            <a:ext cx="9897745" cy="1848485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List&lt;Book&gt; findBooksWithSort(String sortType);</a:t>
            </a:r>
            <a:endParaRPr sz="1800">
              <a:latin typeface="Courier New" panose="0207040902020509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8054340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3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9.1.2&lt;choose&gt;标签、&lt;when&gt;标签和&lt;otherwise&gt;标签</a:t>
            </a:r>
            <a:endParaRPr sz="23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5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" name="文本框 5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2.编写映射信息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7" name="文本框 6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在文件9-6中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定义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根据传入的参数排序的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图书查询语句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，依次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判断传入的排序参数是否为name或者price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，如果是，根据传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入的参数升序排序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，否则根据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id升序排序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，具体代码如下。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47962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58849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173967"/>
                <a:ext cx="3421380" cy="506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  <a:hlinkClick r:id="rId8"/>
                  </a:rPr>
                  <a:t>图书查询语句</a:t>
                </a:r>
                <a:endParaRPr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8054340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3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9.1.2&lt;choose&gt;标签、&lt;when&gt;标签和&lt;otherwise&gt;标签</a:t>
            </a:r>
            <a:endParaRPr sz="23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5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" name="文本框 5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3.定义测试方法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7" name="文本框 6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在文件9-7的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BookTest类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中定义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测试方法chooseTest()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，在该方法中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获取BookMapper对象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，并使用BookMapper对象调用其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findBooksWithSort()方法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查询图书信息并进行排序，具体代码如下所示。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47962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58849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317477"/>
                <a:ext cx="3421380" cy="506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lang="zh-CN" sz="1800">
                    <a:sym typeface="+mn-ea"/>
                    <a:hlinkClick r:id="rId8"/>
                  </a:rPr>
                  <a:t>测试方法</a:t>
                </a:r>
                <a:endParaRPr lang="zh-CN"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8054340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3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9.1.2&lt;choose&gt;标签、&lt;when&gt;标签和&lt;otherwise&gt;标签</a:t>
            </a:r>
            <a:endParaRPr sz="23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5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" name="文本框 5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4.测试效果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7" name="文本框 6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运行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文件9-7中的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chooseTest()方法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9" name="图片 1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559242" y="2565400"/>
            <a:ext cx="8266183" cy="30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8054340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3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9.1.2&lt;choose&gt;标签、&lt;when&gt;标签和&lt;otherwise&gt;标签</a:t>
            </a:r>
            <a:endParaRPr sz="23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5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" name="文本框 5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4.测试效果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7" name="文本框 6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chooseTest</a:t>
            </a:r>
            <a:r>
              <a:rPr lang="en-US" altLang="it-IT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()</a:t>
            </a:r>
            <a:r>
              <a:rPr lang="zh-CN" altLang="en-US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方法中传入findBooksWithSort</a:t>
            </a:r>
            <a:r>
              <a:rPr lang="en-US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的参数修改为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price后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，运行chooseTest()方法，运行效果如下图所示。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1" name="图片 2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559242" y="2997835"/>
            <a:ext cx="8475729" cy="30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8054340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3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9.1.2&lt;choose&gt;标签、&lt;when&gt;标签和&lt;otherwise&gt;标签</a:t>
            </a:r>
            <a:endParaRPr sz="23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5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" name="文本框 5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4.测试效果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7" name="文本框 6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chooseTest</a:t>
            </a:r>
            <a:r>
              <a:rPr lang="en-US" altLang="it-IT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()</a:t>
            </a:r>
            <a:r>
              <a:rPr lang="zh-CN" altLang="en-US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方法中传入findBooksWithSort</a:t>
            </a:r>
            <a:r>
              <a:rPr lang="en-US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的参数修改为name和price之外的其他值，例如修改为</a:t>
            </a:r>
            <a:r>
              <a:rPr lang="zh-CN" altLang="en-US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空字符串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，运行chooseTest()方法，</a:t>
            </a:r>
            <a:r>
              <a:rPr lang="zh-CN" altLang="en-US" sz="180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运行效果如下图所示。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3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774825" y="2997518"/>
            <a:ext cx="8116217" cy="308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5031667" y="3014256"/>
            <a:ext cx="6013520" cy="768350"/>
          </a:xfrm>
          <a:prstGeom prst="rect">
            <a:avLst/>
          </a:prstGeom>
          <a:noFill/>
        </p:spPr>
        <p:txBody>
          <a:bodyPr wrap="square" lIns="91443" tIns="45720" rIns="91443" bIns="45720" rtlCol="0">
            <a:spAutoFit/>
          </a:bodyPr>
          <a:lstStyle/>
          <a:p>
            <a:r>
              <a:rPr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sz="44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4" name="TextBox 48"/>
          <p:cNvSpPr txBox="1"/>
          <p:nvPr/>
        </p:nvSpPr>
        <p:spPr>
          <a:xfrm>
            <a:off x="2134235" y="2997835"/>
            <a:ext cx="1398905" cy="768350"/>
          </a:xfrm>
          <a:prstGeom prst="rect">
            <a:avLst/>
          </a:prstGeom>
          <a:noFill/>
        </p:spPr>
        <p:txBody>
          <a:bodyPr wrap="square" lIns="91443" tIns="45720" rIns="91443" bIns="45720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Source Han Sans K Bold" panose="020B0800000000000000" pitchFamily="34" charset="-128"/>
              </a:rPr>
              <a:t>9.2</a:t>
            </a:r>
            <a:endParaRPr lang="en-US" sz="4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44855" y="2215827"/>
            <a:ext cx="2797737" cy="3896754"/>
          </a:xfrm>
          <a:prstGeom prst="rect">
            <a:avLst/>
          </a:prstGeom>
        </p:spPr>
      </p:pic>
      <p:sp>
        <p:nvSpPr>
          <p:cNvPr id="7" name="TextBox 35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247306" y="1638836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椭圆形标注 7"/>
          <p:cNvSpPr/>
          <p:nvPr>
            <p:custDataLst>
              <p:tags r:id="rId4"/>
            </p:custDataLst>
          </p:nvPr>
        </p:nvSpPr>
        <p:spPr>
          <a:xfrm>
            <a:off x="2968547" y="1560761"/>
            <a:ext cx="2071316" cy="1492941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9" name="TextBox 35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214803" y="1698161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Box 35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815965" y="2927985"/>
            <a:ext cx="5445760" cy="17824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掌握 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&lt;foreach&gt; 标签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的使用，能够使用 &lt;foreach&gt; 标签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遍历数组、List和Map</a:t>
            </a:r>
            <a:endParaRPr lang="zh-CN" altLang="en-US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文本框 5"/>
          <p:cNvSpPr txBox="1"/>
          <p:nvPr>
            <p:custDataLst>
              <p:tags r:id="rId2"/>
            </p:custDataLst>
          </p:nvPr>
        </p:nvSpPr>
        <p:spPr>
          <a:xfrm>
            <a:off x="993775" y="1452880"/>
            <a:ext cx="10295890" cy="33229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在实际开发中，开发者常常会遇到需要进行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批量操作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的任务，这些任务往往具有一定的规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律性和重复性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，例如，批量更新用户信息、批量插入订单等。如果采用硬编码的方式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逐一编写SQL语句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，不仅工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作量大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，且代码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难以维护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容易出错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endParaRPr lang="zh-CN" altLang="en-US" sz="20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为了解决这类问题，可以使用 MyBatis 基于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循环遍历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的动态SQL实现。MyBatis的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&lt;foreach&gt;标签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能够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遍历数组和集合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，并根据数组或集合中的元素动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态生成SQL语句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。通过这种方式，开发者可以更加灵活地处理批量操作，减少重复性工作，提高代码的可维护性和可读性。下面将对 &lt;foreach&gt;标签进行讲解。</a:t>
            </a:r>
            <a:endParaRPr lang="zh-CN" altLang="en-US" sz="20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9"/>
          <p:cNvSpPr txBox="1"/>
          <p:nvPr>
            <p:custDataLst>
              <p:tags r:id="rId2"/>
            </p:custDataLst>
          </p:nvPr>
        </p:nvSpPr>
        <p:spPr>
          <a:xfrm>
            <a:off x="1054735" y="1053465"/>
            <a:ext cx="2970530" cy="3282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noAutofit/>
          </a:bodyPr>
          <a:lstStyle>
            <a:defPPr>
              <a:defRPr lang="zh-CN"/>
            </a:defPPr>
            <a:lvl1pPr defTabSz="1218565">
              <a:spcBef>
                <a:spcPct val="0"/>
              </a:spcBef>
              <a:defRPr cap="all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0" lvl="1" defTabSz="1218565">
              <a:defRPr sz="2055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219200" defTabSz="1218565">
              <a:defRPr sz="2400"/>
            </a:lvl3pPr>
            <a:lvl4pPr marL="1828800" defTabSz="1218565">
              <a:defRPr sz="2400"/>
            </a:lvl4pPr>
            <a:lvl5pPr marL="2438400" defTabSz="1218565">
              <a:defRPr sz="2400"/>
            </a:lvl5pPr>
            <a:lvl6pPr marL="3048000" defTabSz="1218565">
              <a:defRPr sz="2400"/>
            </a:lvl6pPr>
            <a:lvl7pPr marL="3657600" defTabSz="1218565">
              <a:defRPr sz="2400"/>
            </a:lvl7pPr>
            <a:lvl8pPr marL="4267200" defTabSz="1218565">
              <a:defRPr sz="2400"/>
            </a:lvl8pPr>
            <a:lvl9pPr marL="4876800" defTabSz="1218565">
              <a:defRPr sz="2400"/>
            </a:lvl9pPr>
          </a:lstStyle>
          <a:p>
            <a:pPr lvl="1"/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1.&lt;foreach&gt;标签的属性</a:t>
            </a:r>
            <a:endParaRPr lang="zh-CN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表格 6"/>
          <p:cNvGraphicFramePr/>
          <p:nvPr>
            <p:custDataLst>
              <p:tags r:id="rId3"/>
            </p:custDataLst>
          </p:nvPr>
        </p:nvGraphicFramePr>
        <p:xfrm>
          <a:off x="961390" y="1591310"/>
          <a:ext cx="10467340" cy="4432935"/>
        </p:xfrm>
        <a:graphic>
          <a:graphicData uri="http://schemas.openxmlformats.org/drawingml/2006/table">
            <a:tbl>
              <a:tblPr/>
              <a:tblGrid>
                <a:gridCol w="1597660"/>
                <a:gridCol w="8869680"/>
              </a:tblGrid>
              <a:tr h="62928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宋体" pitchFamily="2" charset="-122"/>
                        </a:rPr>
                        <a:t>属性</a:t>
                      </a:r>
                      <a:endParaRPr lang="en-US" altLang="en-US" sz="1800" b="1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宋体" pitchFamily="2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宋体" pitchFamily="2" charset="-122"/>
                        </a:rPr>
                        <a:t>说明</a:t>
                      </a:r>
                      <a:endParaRPr lang="en-US" altLang="en-US" sz="1800" b="1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宋体" pitchFamily="2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08648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item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用于指定遍历过程中每个元素的别名，在循环体中可以通过该别名引用当前迭代的元素，该属性为必选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08712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index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用于指定在遍历过程中当前元素的索引值。如果遍历的是List集合和数组，索引值就是当前元素在集合和数组中的下标；如果遍历的是Map集合，索引值为集合中的键的名称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4292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open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用于指定循环开始处插入的字符串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4356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separator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用于指定每次迭代之间插入的分隔符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4356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close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与open相对应，用于定义在循环结束处插入的字符串，用于包围循环内容的终止符号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aphicFrame>
        <p:nvGraphicFramePr>
          <p:cNvPr id="7" name="表格 6"/>
          <p:cNvGraphicFramePr/>
          <p:nvPr>
            <p:custDataLst>
              <p:tags r:id="rId2"/>
            </p:custDataLst>
          </p:nvPr>
        </p:nvGraphicFramePr>
        <p:xfrm>
          <a:off x="961390" y="1774190"/>
          <a:ext cx="10467340" cy="4232275"/>
        </p:xfrm>
        <a:graphic>
          <a:graphicData uri="http://schemas.openxmlformats.org/drawingml/2006/table">
            <a:tbl>
              <a:tblPr/>
              <a:tblGrid>
                <a:gridCol w="1710690"/>
                <a:gridCol w="8756650"/>
              </a:tblGrid>
              <a:tr h="528955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宋体" pitchFamily="2" charset="-122"/>
                        </a:rPr>
                        <a:t>属性</a:t>
                      </a:r>
                      <a:endParaRPr lang="en-US" altLang="en-US" sz="1800" b="1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宋体" pitchFamily="2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宋体" pitchFamily="2" charset="-122"/>
                        </a:rPr>
                        <a:t>说明</a:t>
                      </a:r>
                      <a:endParaRPr lang="en-US" altLang="en-US" sz="1800" b="1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宋体" pitchFamily="2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176905"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collection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用于指定遍历的可迭代对象，collection属性的取值的常见情况如下。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marL="285750" indent="-285750" algn="l">
                        <a:lnSpc>
                          <a:spcPct val="150000"/>
                        </a:lnSpc>
                        <a:buClrTx/>
                        <a:buSzTx/>
                        <a:buFont typeface="Wingdings" panose="05000000000000000000" charset="0"/>
                        <a:buChar char="l"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如果传入的是单个参数且参数类型是一个array数组，那么collection的属性值可以为array或者是传入参数的名称，传入参数的名称可以在Mapper接口对应方法的签名中使用@Param注解指定，格式为@Param("参数名称")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marL="285750" indent="-285750" algn="l">
                        <a:lnSpc>
                          <a:spcPct val="150000"/>
                        </a:lnSpc>
                        <a:buClrTx/>
                        <a:buSzTx/>
                        <a:buFont typeface="Wingdings" panose="05000000000000000000" charset="0"/>
                        <a:buChar char="l"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如果传入的是单参数且参数类型是一个List，那么collection的属性值可以为list或参数名称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marL="285750" indent="-285750" algn="l">
                        <a:lnSpc>
                          <a:spcPct val="150000"/>
                        </a:lnSpc>
                        <a:buClrTx/>
                        <a:buSzTx/>
                        <a:buFont typeface="Wingdings" panose="05000000000000000000" charset="0"/>
                        <a:buChar char="l"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如果传入的参数是多个，需要把它们封装成一个Map，那么collection的属性值可以是传入参数的名称。如果Map存放的键值对中，值为可迭代对象，那collection的属性值可以设置为键的名称，迭代对应的值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9"/>
          <p:cNvSpPr txBox="1"/>
          <p:nvPr>
            <p:custDataLst>
              <p:tags r:id="rId2"/>
            </p:custDataLst>
          </p:nvPr>
        </p:nvSpPr>
        <p:spPr>
          <a:xfrm>
            <a:off x="1054735" y="1053465"/>
            <a:ext cx="3361690" cy="3282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noAutofit/>
          </a:bodyPr>
          <a:lstStyle>
            <a:defPPr>
              <a:defRPr lang="zh-CN"/>
            </a:defPPr>
            <a:lvl1pPr defTabSz="1218565">
              <a:spcBef>
                <a:spcPct val="0"/>
              </a:spcBef>
              <a:defRPr cap="all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0" lvl="1" defTabSz="1218565">
              <a:defRPr sz="2055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219200" defTabSz="1218565">
              <a:defRPr sz="2400"/>
            </a:lvl3pPr>
            <a:lvl4pPr marL="1828800" defTabSz="1218565">
              <a:defRPr sz="2400"/>
            </a:lvl4pPr>
            <a:lvl5pPr marL="2438400" defTabSz="1218565">
              <a:defRPr sz="2400"/>
            </a:lvl5pPr>
            <a:lvl6pPr marL="3048000" defTabSz="1218565">
              <a:defRPr sz="2400"/>
            </a:lvl6pPr>
            <a:lvl7pPr marL="3657600" defTabSz="1218565">
              <a:defRPr sz="2400"/>
            </a:lvl7pPr>
            <a:lvl8pPr marL="4267200" defTabSz="1218565">
              <a:defRPr sz="2400"/>
            </a:lvl8pPr>
            <a:lvl9pPr marL="4876800" defTabSz="1218565">
              <a:defRPr sz="2400"/>
            </a:lvl9pPr>
          </a:lstStyle>
          <a:p>
            <a:pPr lvl="1"/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2.&lt;foreach&gt;标签遍历数组</a:t>
            </a:r>
            <a:endParaRPr lang="zh-CN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218249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3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4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(1)定义查询方法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993775" y="274447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在文件9-4中的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BookMapper接口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定义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根据多个图书id查询对应图书信息的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方法findBooksByIds()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，具体如下所示。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977265" y="1508125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下面通过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传入多个图书id批量查询图书信息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的案例，演示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&lt;foreach&gt;标签遍历数组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的使用。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>
            <p:custDataLst>
              <p:tags r:id="rId7"/>
            </p:custDataLst>
          </p:nvPr>
        </p:nvSpPr>
        <p:spPr>
          <a:xfrm>
            <a:off x="967740" y="3697605"/>
            <a:ext cx="10191750" cy="7353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409020205090404" pitchFamily="49" charset="0"/>
              <a:sym typeface="+mn-ea"/>
            </a:endParaRPr>
          </a:p>
        </p:txBody>
      </p:sp>
      <p:sp>
        <p:nvSpPr>
          <p:cNvPr id="11" name="矩形 10"/>
          <p:cNvSpPr/>
          <p:nvPr>
            <p:custDataLst>
              <p:tags r:id="rId8"/>
            </p:custDataLst>
          </p:nvPr>
        </p:nvSpPr>
        <p:spPr>
          <a:xfrm>
            <a:off x="1489710" y="3729990"/>
            <a:ext cx="9897745" cy="716915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List&lt;Book&gt; findBooksByIds(Integer[] ids);</a:t>
            </a:r>
            <a:endParaRPr sz="1800">
              <a:latin typeface="Courier New" panose="0207040902020509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(2)编写映射信息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在文件9-6中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定义查询语句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，在查询语句中遍历传入的数组，根据数组中的元素查找对应的图书信息，具体代码如下。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>
            <p:custDataLst>
              <p:tags r:id="rId5"/>
            </p:custDataLst>
          </p:nvPr>
        </p:nvSpPr>
        <p:spPr>
          <a:xfrm>
            <a:off x="967740" y="3051810"/>
            <a:ext cx="10579735" cy="27768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409020205090404" pitchFamily="49" charset="0"/>
              <a:sym typeface="+mn-ea"/>
            </a:endParaRPr>
          </a:p>
        </p:txBody>
      </p:sp>
      <p:sp>
        <p:nvSpPr>
          <p:cNvPr id="11" name="矩形 10"/>
          <p:cNvSpPr/>
          <p:nvPr>
            <p:custDataLst>
              <p:tags r:id="rId6"/>
            </p:custDataLst>
          </p:nvPr>
        </p:nvSpPr>
        <p:spPr>
          <a:xfrm>
            <a:off x="988695" y="3084195"/>
            <a:ext cx="11294110" cy="2682875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&lt;select id="findBooksByIds"  resultType="com.itheima.entity.Book"&gt;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lang="en-US" sz="1800">
                <a:latin typeface="Courier New" panose="02070409020205090404" pitchFamily="49" charset="0"/>
                <a:sym typeface="+mn-ea"/>
              </a:rPr>
              <a:t>    </a:t>
            </a:r>
            <a:r>
              <a:rPr sz="1800">
                <a:latin typeface="Courier New" panose="02070409020205090404" pitchFamily="49" charset="0"/>
                <a:sym typeface="+mn-ea"/>
              </a:rPr>
              <a:t>SELECT * FROM book  WHERE id IN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lang="en-US" sz="1800">
                <a:latin typeface="Courier New" panose="02070409020205090404" pitchFamily="49" charset="0"/>
                <a:sym typeface="+mn-ea"/>
              </a:rPr>
              <a:t>    </a:t>
            </a:r>
            <a:r>
              <a:rPr sz="1800">
                <a:latin typeface="Courier New" panose="02070409020205090404" pitchFamily="49" charset="0"/>
                <a:sym typeface="+mn-ea"/>
              </a:rPr>
              <a:t>&lt;foreach item="id" collection="array" open="(" separator="," close=")"&gt;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	#{id}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lang="en-US" sz="1800">
                <a:latin typeface="Courier New" panose="02070409020205090404" pitchFamily="49" charset="0"/>
                <a:sym typeface="+mn-ea"/>
              </a:rPr>
              <a:t>    </a:t>
            </a:r>
            <a:r>
              <a:rPr sz="1800">
                <a:latin typeface="Courier New" panose="02070409020205090404" pitchFamily="49" charset="0"/>
                <a:sym typeface="+mn-ea"/>
              </a:rPr>
              <a:t>&lt;/foreach&gt;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&lt;/select&gt;</a:t>
            </a:r>
            <a:endParaRPr sz="1800">
              <a:latin typeface="Courier New" panose="0207040902020509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(3)定义测试方法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在文件9-7的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BookTest类中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定义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测试方法foreachByArrayTest()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，在该方法中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获取BookMapper对象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，并使用BookMapper对象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调用其findBooksByIds()方法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查询图书信息并进行排序，具体代码如下所示。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47962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58849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389232"/>
                <a:ext cx="3421380" cy="506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  <a:hlinkClick r:id="rId8"/>
                  </a:rPr>
                  <a:t>foreachByArrayTest()</a:t>
                </a:r>
                <a:r>
                  <a:rPr lang="zh-CN" sz="1800">
                    <a:sym typeface="+mn-ea"/>
                    <a:hlinkClick r:id="rId8"/>
                  </a:rPr>
                  <a:t>方法</a:t>
                </a:r>
                <a:endParaRPr lang="zh-CN"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(4)测试效果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运行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文件9-7中的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foreachByArrayTest()方法，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运行效果如下图所示。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9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343025" y="2767330"/>
            <a:ext cx="9562711" cy="24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9"/>
          <p:cNvSpPr txBox="1"/>
          <p:nvPr>
            <p:custDataLst>
              <p:tags r:id="rId2"/>
            </p:custDataLst>
          </p:nvPr>
        </p:nvSpPr>
        <p:spPr>
          <a:xfrm>
            <a:off x="1054735" y="1053465"/>
            <a:ext cx="3361690" cy="3282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noAutofit/>
          </a:bodyPr>
          <a:lstStyle>
            <a:defPPr>
              <a:defRPr lang="zh-CN"/>
            </a:defPPr>
            <a:lvl1pPr defTabSz="1218565">
              <a:spcBef>
                <a:spcPct val="0"/>
              </a:spcBef>
              <a:defRPr cap="all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0" lvl="1" defTabSz="1218565">
              <a:defRPr sz="2055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219200" defTabSz="1218565">
              <a:defRPr sz="2400"/>
            </a:lvl3pPr>
            <a:lvl4pPr marL="1828800" defTabSz="1218565">
              <a:defRPr sz="2400"/>
            </a:lvl4pPr>
            <a:lvl5pPr marL="2438400" defTabSz="1218565">
              <a:defRPr sz="2400"/>
            </a:lvl5pPr>
            <a:lvl6pPr marL="3048000" defTabSz="1218565">
              <a:defRPr sz="2400"/>
            </a:lvl6pPr>
            <a:lvl7pPr marL="3657600" defTabSz="1218565">
              <a:defRPr sz="2400"/>
            </a:lvl7pPr>
            <a:lvl8pPr marL="4267200" defTabSz="1218565">
              <a:defRPr sz="2400"/>
            </a:lvl8pPr>
            <a:lvl9pPr marL="4876800" defTabSz="1218565">
              <a:defRPr sz="2400"/>
            </a:lvl9pPr>
          </a:lstStyle>
          <a:p>
            <a:pPr lvl="1"/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3.&lt;foreach&gt;标签遍历List</a:t>
            </a:r>
            <a:endParaRPr lang="zh-CN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218249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3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4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(1)定义插入方法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993775" y="274447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在文件9-4中的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BookMapper接口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中定义批量插入图书信息的方法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findBooksByIds()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，该方法的参数为排序的字段名称，具体如下所示。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977265" y="1508125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下面通过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批量插入多个图书信息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的案例，演示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&lt;foreach&gt;标签遍历List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的使用。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>
            <p:custDataLst>
              <p:tags r:id="rId7"/>
            </p:custDataLst>
          </p:nvPr>
        </p:nvSpPr>
        <p:spPr>
          <a:xfrm>
            <a:off x="967740" y="3769360"/>
            <a:ext cx="10191750" cy="7353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409020205090404" pitchFamily="49" charset="0"/>
              <a:sym typeface="+mn-ea"/>
            </a:endParaRPr>
          </a:p>
        </p:txBody>
      </p:sp>
      <p:sp>
        <p:nvSpPr>
          <p:cNvPr id="11" name="矩形 10"/>
          <p:cNvSpPr/>
          <p:nvPr>
            <p:custDataLst>
              <p:tags r:id="rId8"/>
            </p:custDataLst>
          </p:nvPr>
        </p:nvSpPr>
        <p:spPr>
          <a:xfrm>
            <a:off x="1489710" y="3801745"/>
            <a:ext cx="9897745" cy="716915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void batchInsertBooks(List&lt;Book&gt; books);</a:t>
            </a:r>
            <a:endParaRPr sz="1800">
              <a:latin typeface="Courier New" panose="0207040902020509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2980055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(2)编写映射信息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在文件9-6中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定义批量插入图书信息的语句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，遍历传入的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List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，将迭代到的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元素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作为插入到数据表中的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记录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，具体代码如下。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>
            <p:custDataLst>
              <p:tags r:id="rId5"/>
            </p:custDataLst>
          </p:nvPr>
        </p:nvSpPr>
        <p:spPr>
          <a:xfrm>
            <a:off x="967740" y="3051810"/>
            <a:ext cx="10191750" cy="2910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409020205090404" pitchFamily="49" charset="0"/>
              <a:sym typeface="+mn-ea"/>
            </a:endParaRPr>
          </a:p>
        </p:txBody>
      </p:sp>
      <p:sp>
        <p:nvSpPr>
          <p:cNvPr id="11" name="矩形 10"/>
          <p:cNvSpPr/>
          <p:nvPr>
            <p:custDataLst>
              <p:tags r:id="rId6"/>
            </p:custDataLst>
          </p:nvPr>
        </p:nvSpPr>
        <p:spPr>
          <a:xfrm>
            <a:off x="1489710" y="3084195"/>
            <a:ext cx="9897745" cy="2792730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&lt;insert id="batchInsertBooks" parameterType="java.util.List"&gt;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	INSERT INTO book (id, name, price) VALUES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	&lt;foreach  collection="list" item="book" separator=","&gt;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		(#{book.id}, #{book.name}, #{book.price})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	&lt;/foreach&gt;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&lt;/insert&gt;</a:t>
            </a:r>
            <a:endParaRPr sz="1800">
              <a:latin typeface="Courier New" panose="0207040902020509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343535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(3)定义测试方法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在文件9-7的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BookTest类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中定义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测试方法foreachByListTest()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，在该方法中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获取BookMapper对象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，并使用BookMapper对象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调用其batchInsertBooks()方法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批量插入图书信息，具体代码如下所示。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47962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58849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317477"/>
                <a:ext cx="3421380" cy="506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  <a:hlinkClick r:id="rId8"/>
                  </a:rPr>
                  <a:t>foreachByListTest()</a:t>
                </a:r>
                <a:r>
                  <a:rPr lang="zh-CN" sz="1800">
                    <a:sym typeface="+mn-ea"/>
                    <a:hlinkClick r:id="rId8"/>
                  </a:rPr>
                  <a:t>方法</a:t>
                </a:r>
                <a:endParaRPr lang="zh-CN"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343535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(4)测试效果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运行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文件9-7中的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foreachByListTest()方法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，运行效果下图所示。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20" name="图片 6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343342" y="2781300"/>
            <a:ext cx="8415023" cy="327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" name="文本框 9"/>
          <p:cNvSpPr txBox="1"/>
          <p:nvPr>
            <p:custDataLst>
              <p:tags r:id="rId2"/>
            </p:custDataLst>
          </p:nvPr>
        </p:nvSpPr>
        <p:spPr>
          <a:xfrm>
            <a:off x="1054735" y="1053465"/>
            <a:ext cx="3361690" cy="3282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noAutofit/>
          </a:bodyPr>
          <a:lstStyle>
            <a:defPPr>
              <a:defRPr lang="zh-CN"/>
            </a:defPPr>
            <a:lvl1pPr defTabSz="1218565">
              <a:spcBef>
                <a:spcPct val="0"/>
              </a:spcBef>
              <a:defRPr cap="all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0" lvl="1" defTabSz="1218565">
              <a:defRPr sz="2055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219200" defTabSz="1218565">
              <a:defRPr sz="2400"/>
            </a:lvl3pPr>
            <a:lvl4pPr marL="1828800" defTabSz="1218565">
              <a:defRPr sz="2400"/>
            </a:lvl4pPr>
            <a:lvl5pPr marL="2438400" defTabSz="1218565">
              <a:defRPr sz="2400"/>
            </a:lvl5pPr>
            <a:lvl6pPr marL="3048000" defTabSz="1218565">
              <a:defRPr sz="2400"/>
            </a:lvl6pPr>
            <a:lvl7pPr marL="3657600" defTabSz="1218565">
              <a:defRPr sz="2400"/>
            </a:lvl7pPr>
            <a:lvl8pPr marL="4267200" defTabSz="1218565">
              <a:defRPr sz="2400"/>
            </a:lvl8pPr>
            <a:lvl9pPr marL="4876800" defTabSz="1218565">
              <a:defRPr sz="2400"/>
            </a:lvl9pPr>
          </a:lstStyle>
          <a:p>
            <a:pPr lvl="1"/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4.&lt;foreach&gt;标签遍历Map</a:t>
            </a:r>
            <a:endParaRPr lang="zh-CN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218249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3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4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(1)定义查询方法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993775" y="2744470"/>
            <a:ext cx="10431145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在文件9-4中的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BookMapper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接口中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定义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根据多个查询条件查询图书信息的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方法queryByConditions()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，该方法的参数为封装到Map中的查询条件，具体如下所示。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977265" y="1508125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下面通过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根据多个查询条件查询图书信息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的案例，演示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&lt;foreach&gt;标签遍历Map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的使用。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>
            <p:custDataLst>
              <p:tags r:id="rId7"/>
            </p:custDataLst>
          </p:nvPr>
        </p:nvSpPr>
        <p:spPr>
          <a:xfrm>
            <a:off x="967740" y="3769360"/>
            <a:ext cx="10191750" cy="1056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409020205090404" pitchFamily="49" charset="0"/>
              <a:sym typeface="+mn-ea"/>
            </a:endParaRPr>
          </a:p>
        </p:txBody>
      </p:sp>
      <p:sp>
        <p:nvSpPr>
          <p:cNvPr id="11" name="矩形 10"/>
          <p:cNvSpPr/>
          <p:nvPr>
            <p:custDataLst>
              <p:tags r:id="rId8"/>
            </p:custDataLst>
          </p:nvPr>
        </p:nvSpPr>
        <p:spPr>
          <a:xfrm>
            <a:off x="1489710" y="3801745"/>
            <a:ext cx="9897745" cy="716915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List&lt;Book&gt; queryByConditions(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    @Param("conditions")Map&lt;String, String&gt; conditions);</a:t>
            </a:r>
            <a:endParaRPr sz="1800">
              <a:latin typeface="Courier New" panose="0207040902020509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2980055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(2)编写映射信息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在文件9-6中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定义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根据多个查询条件查询图书信息的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查询语句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，遍历传入的Map参数，将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迭代到的键和值作为SQL语句的查询条件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，具体代码如下。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>
            <p:custDataLst>
              <p:tags r:id="rId5"/>
            </p:custDataLst>
          </p:nvPr>
        </p:nvSpPr>
        <p:spPr>
          <a:xfrm>
            <a:off x="967740" y="3051810"/>
            <a:ext cx="10191750" cy="35032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409020205090404" pitchFamily="49" charset="0"/>
              <a:sym typeface="+mn-ea"/>
            </a:endParaRPr>
          </a:p>
        </p:txBody>
      </p:sp>
      <p:sp>
        <p:nvSpPr>
          <p:cNvPr id="11" name="矩形 10"/>
          <p:cNvSpPr/>
          <p:nvPr>
            <p:custDataLst>
              <p:tags r:id="rId6"/>
            </p:custDataLst>
          </p:nvPr>
        </p:nvSpPr>
        <p:spPr>
          <a:xfrm>
            <a:off x="1059180" y="3084195"/>
            <a:ext cx="10229850" cy="3470910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&lt;select id="queryByConditions" parameterType="map"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      resultType="com.itheima.entity.Book"&gt;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	SELECT * FROM book	WHERE 1 = 1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	&lt;foreach item="item" index="key"  collection="conditions" 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         open="AND (" separator="OR" close=")"&gt;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		${key} = #{item}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	&lt;/foreach&gt;</a:t>
            </a:r>
            <a:endParaRPr sz="1800">
              <a:latin typeface="Courier New" panose="02070409020205090404" pitchFamily="49" charset="0"/>
              <a:sym typeface="+mn-ea"/>
            </a:endParaRPr>
          </a:p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&lt;/select&gt;</a:t>
            </a:r>
            <a:endParaRPr sz="1800">
              <a:latin typeface="Courier New" panose="0207040902020509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343535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(3)定义测试方法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13379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在文件9-7的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BookTest类中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定义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测试方法foreachByMapTest()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，在该方法中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获取BookMapper对象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，并使用BookMapper对象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调用其queryByConditions()方法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根据多个查询条件查询图书信息，具体代码如下所示。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47962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58849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317477"/>
                <a:ext cx="3421380" cy="506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sz="1800">
                    <a:sym typeface="+mn-ea"/>
                    <a:hlinkClick r:id="rId8"/>
                  </a:rPr>
                  <a:t>foreachByMapTest()</a:t>
                </a:r>
                <a:r>
                  <a:rPr lang="zh-CN" sz="1800">
                    <a:sym typeface="+mn-ea"/>
                    <a:hlinkClick r:id="rId8"/>
                  </a:rPr>
                  <a:t>方法</a:t>
                </a:r>
                <a:endParaRPr lang="zh-CN"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9.2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循环遍历标签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343535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(4)测试效果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295890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运行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文件9-7中的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foreachByMapTest()方法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5" name="图片 -214748227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470" y="2570480"/>
            <a:ext cx="10323195" cy="274002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5031667" y="3014256"/>
            <a:ext cx="6013520" cy="768350"/>
          </a:xfrm>
          <a:prstGeom prst="rect">
            <a:avLst/>
          </a:prstGeom>
          <a:noFill/>
        </p:spPr>
        <p:txBody>
          <a:bodyPr wrap="square" lIns="91443" tIns="45720" rIns="91443" bIns="45720" rtlCol="0">
            <a:spAutoFit/>
          </a:bodyPr>
          <a:lstStyle/>
          <a:p>
            <a:r>
              <a:rPr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条件拼接和修剪标签</a:t>
            </a:r>
            <a:endParaRPr sz="44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4" name="TextBox 48"/>
          <p:cNvSpPr txBox="1"/>
          <p:nvPr/>
        </p:nvSpPr>
        <p:spPr>
          <a:xfrm>
            <a:off x="2134235" y="2997835"/>
            <a:ext cx="1398905" cy="768350"/>
          </a:xfrm>
          <a:prstGeom prst="rect">
            <a:avLst/>
          </a:prstGeom>
          <a:noFill/>
        </p:spPr>
        <p:txBody>
          <a:bodyPr wrap="square" lIns="91443" tIns="45720" rIns="91443" bIns="45720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Source Han Sans K Bold" panose="020B0800000000000000" pitchFamily="34" charset="-128"/>
              </a:rPr>
              <a:t>9.3</a:t>
            </a:r>
            <a:endParaRPr lang="en-US" sz="4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3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条件拼接和修剪标签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44855" y="2215827"/>
            <a:ext cx="2797737" cy="3896754"/>
          </a:xfrm>
          <a:prstGeom prst="rect">
            <a:avLst/>
          </a:prstGeom>
        </p:spPr>
      </p:pic>
      <p:sp>
        <p:nvSpPr>
          <p:cNvPr id="7" name="TextBox 35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247306" y="1638836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椭圆形标注 7"/>
          <p:cNvSpPr/>
          <p:nvPr>
            <p:custDataLst>
              <p:tags r:id="rId4"/>
            </p:custDataLst>
          </p:nvPr>
        </p:nvSpPr>
        <p:spPr>
          <a:xfrm>
            <a:off x="2968547" y="1560761"/>
            <a:ext cx="2071316" cy="1492941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9" name="TextBox 35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214803" y="1698161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Box 35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815965" y="2927985"/>
            <a:ext cx="5445760" cy="17824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掌握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条件拼接和修剪标签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的使用，能够使用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&lt;where&gt;标签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和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&lt;trim&gt;标签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动态地拼接和修剪SQL语句的片段</a:t>
            </a:r>
            <a:endParaRPr lang="zh-CN" altLang="en-US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3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条件拼接和修剪标签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文本框 5"/>
          <p:cNvSpPr txBox="1"/>
          <p:nvPr>
            <p:custDataLst>
              <p:tags r:id="rId2"/>
            </p:custDataLst>
          </p:nvPr>
        </p:nvSpPr>
        <p:spPr>
          <a:xfrm>
            <a:off x="993775" y="1452880"/>
            <a:ext cx="10295890" cy="1938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在构建动态SQL时，根据业务逻辑的不同，我们通常需要动态地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拼接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修剪SQL语句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的片段，以确保生成的SQL既符合语法规则又能准确表达查询意图。MyBatis为此提供了强大的条件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拼接和修剪标签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，其中最为常用的便是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&lt;where&gt;标签和&lt;trim&gt;标签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。下面对这两个标签分别进行讲解。</a:t>
            </a:r>
            <a:endParaRPr lang="zh-CN" altLang="en-US" sz="20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3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条件拼接和修剪标签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文本框 5"/>
          <p:cNvSpPr txBox="1"/>
          <p:nvPr>
            <p:custDataLst>
              <p:tags r:id="rId2"/>
            </p:custDataLst>
          </p:nvPr>
        </p:nvSpPr>
        <p:spPr>
          <a:xfrm>
            <a:off x="993775" y="1452880"/>
            <a:ext cx="10295890" cy="42462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在前两节的案例映射文件的查询语句中，因为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不确定条件判断是否能成立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，对此在条件之前加入了“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WHERE 1=1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”，以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避免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条件判断成立后WHERE后面第一个词是AND或者OR之类的关键字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出现语法错误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。但这种做法可能会让SQL语句看起来不太自然，同时会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引入额外的逻辑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或者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不必要的查询条件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，而不符合业务需求。对此，可以使用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&lt;where&gt;标签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动态的条件拼接。</a:t>
            </a:r>
            <a:endParaRPr lang="zh-CN" altLang="en-US" sz="20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&lt;where&gt;标签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是MyBatis中用于动态构建SQL查询条件的标签之一，&lt;where&gt; 标签会确保只有当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至少有一个条件成立时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，才会在SQL语句中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添加WHERE关键字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，并且可以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自动处理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条件语句中的</a:t>
            </a:r>
            <a:r>
              <a:rPr lang="en-US" altLang="zh-CN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AND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OR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关键字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，从而构建正确的SQL查询语句。使用&lt;where&gt;标签可以使SQL查询语句的编写更加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简洁和灵活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，尤其是在存在多个条件需要动态拼接时。</a:t>
            </a:r>
            <a:endParaRPr lang="zh-CN" altLang="en-US" sz="20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文本框 9"/>
          <p:cNvSpPr txBox="1"/>
          <p:nvPr>
            <p:custDataLst>
              <p:tags r:id="rId3"/>
            </p:custDataLst>
          </p:nvPr>
        </p:nvSpPr>
        <p:spPr>
          <a:xfrm>
            <a:off x="1054735" y="1125220"/>
            <a:ext cx="3361690" cy="3282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noAutofit/>
          </a:bodyPr>
          <a:lstStyle>
            <a:defPPr>
              <a:defRPr lang="zh-CN"/>
            </a:defPPr>
            <a:lvl1pPr defTabSz="1218565">
              <a:spcBef>
                <a:spcPct val="0"/>
              </a:spcBef>
              <a:defRPr cap="all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0" lvl="1" defTabSz="1218565">
              <a:defRPr sz="2055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219200" defTabSz="1218565">
              <a:defRPr sz="2400"/>
            </a:lvl3pPr>
            <a:lvl4pPr marL="1828800" defTabSz="1218565">
              <a:defRPr sz="2400"/>
            </a:lvl4pPr>
            <a:lvl5pPr marL="2438400" defTabSz="1218565">
              <a:defRPr sz="2400"/>
            </a:lvl5pPr>
            <a:lvl6pPr marL="3048000" defTabSz="1218565">
              <a:defRPr sz="2400"/>
            </a:lvl6pPr>
            <a:lvl7pPr marL="3657600" defTabSz="1218565">
              <a:defRPr sz="2400"/>
            </a:lvl7pPr>
            <a:lvl8pPr marL="4267200" defTabSz="1218565">
              <a:defRPr sz="2400"/>
            </a:lvl8pPr>
            <a:lvl9pPr marL="4876800" defTabSz="1218565">
              <a:defRPr sz="2400"/>
            </a:lvl9pPr>
          </a:lstStyle>
          <a:p>
            <a:pPr lvl="1"/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1.&lt;where&gt;标签</a:t>
            </a:r>
            <a:endParaRPr lang="zh-CN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3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条件拼接和修剪标签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218249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(1)修改映射</a:t>
              </a:r>
              <a:r>
                <a:rPr lang="zh-CN"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文件</a:t>
              </a:r>
              <a:endParaRPr lang="zh-CN"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2744470"/>
            <a:ext cx="10431145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修改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文件9-6中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id为queryByIdAndName的查询语句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，使用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&lt;where&gt;标签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替换“WHERE 1=1”，修改后代码如下。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977265" y="114935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下面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基于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9.1.1节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&lt;if&gt;标签的案例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，使用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&lt;where&gt;标签替换“WHERE 1=1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”演示&lt;where&gt;标签的使用。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694888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803762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5827203" y="4317477"/>
                <a:ext cx="3421380" cy="506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lang="zh-CN" sz="1800">
                    <a:sym typeface="+mn-ea"/>
                    <a:hlinkClick r:id="rId9"/>
                  </a:rPr>
                  <a:t>修改后的查询语句</a:t>
                </a:r>
                <a:endParaRPr lang="zh-CN"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10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3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条件拼接和修剪标签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(2)测试效果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431145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运行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文件9-7中的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ifTest()方法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7" name="图片 1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126807" y="2709545"/>
            <a:ext cx="9414625" cy="245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3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条件拼接和修剪标签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文本框 5"/>
          <p:cNvSpPr txBox="1"/>
          <p:nvPr>
            <p:custDataLst>
              <p:tags r:id="rId2"/>
            </p:custDataLst>
          </p:nvPr>
        </p:nvSpPr>
        <p:spPr>
          <a:xfrm>
            <a:off x="993775" y="1668145"/>
            <a:ext cx="10295890" cy="175323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&lt;trim&gt;标签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是MyBatis中用于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修剪SQL语句字符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的标签，它通常用于动态构建SQL查询语句时，根据条件动态地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添加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或者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删除指定的字符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，以构建符合预期逻辑的SQL语句。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MyBatis的&lt;trim&gt;标签具有一系列用于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修剪SQL语句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属性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，通过这些属性开发者可以精细地控制SQL语句的修剪，具体如下。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文本框 9"/>
          <p:cNvSpPr txBox="1"/>
          <p:nvPr>
            <p:custDataLst>
              <p:tags r:id="rId3"/>
            </p:custDataLst>
          </p:nvPr>
        </p:nvSpPr>
        <p:spPr>
          <a:xfrm>
            <a:off x="1054735" y="1125220"/>
            <a:ext cx="3361690" cy="3282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noAutofit/>
          </a:bodyPr>
          <a:lstStyle>
            <a:defPPr>
              <a:defRPr lang="zh-CN"/>
            </a:defPPr>
            <a:lvl1pPr defTabSz="1218565">
              <a:spcBef>
                <a:spcPct val="0"/>
              </a:spcBef>
              <a:defRPr cap="all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0" lvl="1" defTabSz="1218565">
              <a:defRPr sz="2055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219200" defTabSz="1218565">
              <a:defRPr sz="2400"/>
            </a:lvl3pPr>
            <a:lvl4pPr marL="1828800" defTabSz="1218565">
              <a:defRPr sz="2400"/>
            </a:lvl4pPr>
            <a:lvl5pPr marL="2438400" defTabSz="1218565">
              <a:defRPr sz="2400"/>
            </a:lvl5pPr>
            <a:lvl6pPr marL="3048000" defTabSz="1218565">
              <a:defRPr sz="2400"/>
            </a:lvl6pPr>
            <a:lvl7pPr marL="3657600" defTabSz="1218565">
              <a:defRPr sz="2400"/>
            </a:lvl7pPr>
            <a:lvl8pPr marL="4267200" defTabSz="1218565">
              <a:defRPr sz="2400"/>
            </a:lvl8pPr>
            <a:lvl9pPr marL="4876800" defTabSz="1218565">
              <a:defRPr sz="2400"/>
            </a:lvl9pPr>
          </a:lstStyle>
          <a:p>
            <a:pPr lvl="1"/>
            <a:r>
              <a:rPr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2.&lt;trim&gt;标签</a:t>
            </a:r>
            <a:endParaRPr lang="zh-CN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表格 6"/>
          <p:cNvGraphicFramePr/>
          <p:nvPr>
            <p:custDataLst>
              <p:tags r:id="rId4"/>
            </p:custDataLst>
          </p:nvPr>
        </p:nvGraphicFramePr>
        <p:xfrm>
          <a:off x="1637665" y="3622040"/>
          <a:ext cx="9225280" cy="2497455"/>
        </p:xfrm>
        <a:graphic>
          <a:graphicData uri="http://schemas.openxmlformats.org/drawingml/2006/table">
            <a:tbl>
              <a:tblPr/>
              <a:tblGrid>
                <a:gridCol w="2509520"/>
                <a:gridCol w="6715760"/>
              </a:tblGrid>
              <a:tr h="59436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宋体" pitchFamily="2" charset="-122"/>
                        </a:rPr>
                        <a:t>属性</a:t>
                      </a:r>
                      <a:endParaRPr lang="en-US" altLang="en-US" sz="1800" b="1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宋体" pitchFamily="2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1800" b="1"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宋体" pitchFamily="2" charset="-122"/>
                        </a:rPr>
                        <a:t>说明</a:t>
                      </a:r>
                      <a:endParaRPr lang="en-US" altLang="en-US" sz="1800" b="1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宋体" pitchFamily="2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47561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prefix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指定给SQL语句增加的前缀</a:t>
                      </a:r>
                      <a:r>
                        <a:rPr lang="zh-CN" altLang="en-US" sz="180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字符串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47561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prefixOverrides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指定SQL语句中要去掉的前缀字符串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4762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suffix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指定给SQL语句增加的后缀字符串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47561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suffixOverrides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50000"/>
                        </a:lnSpc>
                        <a:buClrTx/>
                        <a:buSzTx/>
                        <a:buFontTx/>
                        <a:buNone/>
                      </a:pPr>
                      <a:r>
                        <a:rPr lang="zh-CN" altLang="en-US" sz="1800" b="0" dirty="0">
                          <a:solidFill>
                            <a:srgbClr val="59595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指定SQL语句中要去掉的后缀字符串</a:t>
                      </a:r>
                      <a:endParaRPr lang="zh-CN" altLang="en-US" sz="1800" b="0" dirty="0">
                        <a:solidFill>
                          <a:srgbClr val="59595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68580" marR="68580" marT="0" marB="0" vert="horz" anchor="ctr" anchorCtr="0">
                    <a:lnL w="12700">
                      <a:solidFill>
                        <a:schemeClr val="bg1"/>
                      </a:solidFill>
                      <a:prstDash val="solid"/>
                    </a:lnL>
                    <a:lnR w="12700">
                      <a:solidFill>
                        <a:schemeClr val="bg1"/>
                      </a:solidFill>
                      <a:prstDash val="solid"/>
                    </a:lnR>
                    <a:lnT w="12700">
                      <a:solidFill>
                        <a:schemeClr val="bg1"/>
                      </a:solidFill>
                      <a:prstDash val="solid"/>
                    </a:lnT>
                    <a:lnB w="12700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3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条件拼接和修剪标签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218249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(1)修改映射信息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2744470"/>
            <a:ext cx="10431145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修改文件9-6中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id为queryByIdAndName的查询语句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，使用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&lt;trim&gt;标签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替换“WHERE 1=1”，修改后代码如下。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977265" y="114935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下面同样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基于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9.1.1节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&lt;if&gt;标签的案例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，使用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&lt;trim&gt;标签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替换“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WHERE 1=1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”演示&lt;trim&gt;标签的使用和效果。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3694888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3803762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5827203" y="4317477"/>
                <a:ext cx="3421380" cy="506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lang="zh-CN" sz="1800">
                    <a:sym typeface="+mn-ea"/>
                    <a:hlinkClick r:id="rId9"/>
                  </a:rPr>
                  <a:t>修改后的查询语句</a:t>
                </a:r>
                <a:endParaRPr lang="zh-CN"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10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3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条件拼接和修剪标签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32143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(2)测试效果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83410"/>
            <a:ext cx="10431145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运行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文件9-7中的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ifTest()方法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0" name="图片 2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127125" y="2710180"/>
            <a:ext cx="9255045" cy="250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5031667" y="3014256"/>
            <a:ext cx="6013520" cy="768350"/>
          </a:xfrm>
          <a:prstGeom prst="rect">
            <a:avLst/>
          </a:prstGeom>
          <a:noFill/>
        </p:spPr>
        <p:txBody>
          <a:bodyPr wrap="square" lIns="91443" tIns="45720" rIns="91443" bIns="45720" rtlCol="0">
            <a:spAutoFit/>
          </a:bodyPr>
          <a:lstStyle/>
          <a:p>
            <a:r>
              <a:rPr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更新操作标签</a:t>
            </a:r>
            <a:endParaRPr sz="44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4" name="TextBox 48"/>
          <p:cNvSpPr txBox="1"/>
          <p:nvPr/>
        </p:nvSpPr>
        <p:spPr>
          <a:xfrm>
            <a:off x="2134235" y="2997835"/>
            <a:ext cx="1398905" cy="768350"/>
          </a:xfrm>
          <a:prstGeom prst="rect">
            <a:avLst/>
          </a:prstGeom>
          <a:noFill/>
        </p:spPr>
        <p:txBody>
          <a:bodyPr wrap="square" lIns="91443" tIns="45720" rIns="91443" bIns="45720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Source Han Sans K Bold" panose="020B0800000000000000" pitchFamily="34" charset="-128"/>
              </a:rPr>
              <a:t>9.4</a:t>
            </a:r>
            <a:endParaRPr lang="en-US" sz="4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4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更新操作标签</a:t>
            </a:r>
            <a:endParaRPr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44855" y="2215827"/>
            <a:ext cx="2797737" cy="3896754"/>
          </a:xfrm>
          <a:prstGeom prst="rect">
            <a:avLst/>
          </a:prstGeom>
        </p:spPr>
      </p:pic>
      <p:sp>
        <p:nvSpPr>
          <p:cNvPr id="7" name="TextBox 35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3247306" y="1638836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椭圆形标注 7"/>
          <p:cNvSpPr/>
          <p:nvPr>
            <p:custDataLst>
              <p:tags r:id="rId4"/>
            </p:custDataLst>
          </p:nvPr>
        </p:nvSpPr>
        <p:spPr>
          <a:xfrm>
            <a:off x="2968547" y="1560761"/>
            <a:ext cx="2071316" cy="1492941"/>
          </a:xfrm>
          <a:prstGeom prst="wedgeEllipseCallou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9" name="TextBox 35"/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3214803" y="1698161"/>
            <a:ext cx="1606508" cy="1228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sz="2000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先定一个</a:t>
            </a:r>
            <a:r>
              <a:rPr lang="zh-CN" altLang="en-US" dirty="0" smtClean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小目标！</a:t>
            </a:r>
            <a:endParaRPr lang="zh-CN" altLang="en-US" dirty="0" smtClean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extBox 35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5815965" y="2927985"/>
            <a:ext cx="5445760" cy="17824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897" tIns="60948" rIns="121897" bIns="6094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掌握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更新操作标签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的使用，能够使用</a:t>
            </a:r>
            <a:r>
              <a:rPr lang="zh-CN" altLang="en-US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&lt;set&gt;标签</a:t>
            </a:r>
            <a:r>
              <a:rPr lang="zh-CN" altLang="en-US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根据条件动态地生成SET子句</a:t>
            </a:r>
            <a:endParaRPr lang="zh-CN" altLang="en-US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4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更新操作标签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" name="文本框 5"/>
          <p:cNvSpPr txBox="1"/>
          <p:nvPr>
            <p:custDataLst>
              <p:tags r:id="rId2"/>
            </p:custDataLst>
          </p:nvPr>
        </p:nvSpPr>
        <p:spPr>
          <a:xfrm>
            <a:off x="993775" y="1452880"/>
            <a:ext cx="10295890" cy="286131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在数据库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更新操作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中，经常需要根据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不同条件动态拼接字段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对应的数值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。然而，这些条件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并不总是同时存在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，这可能导致生成的SQL语句中出现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预期之外的字段或逻辑错误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。为了避免这种情况的发生，MyBatis提供了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&lt;set&gt;标签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结合&lt;if&gt;标签的方式来构建动态SQL。确保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只有需要更新的字段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才会被包含在最终的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SQL语句中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。并且当使用多个&lt;if&gt;或其他条件判断来拼接不同的字段更新时，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&lt;set&gt;标签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会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自动去掉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最后一个字段更新后的</a:t>
            </a:r>
            <a:r>
              <a:rPr lang="it-IT" altLang="zh-CN" sz="20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多余逗号</a:t>
            </a:r>
            <a:r>
              <a:rPr lang="zh-CN" altLang="en-US" sz="20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，确保SET子句的语法正确。</a:t>
            </a:r>
            <a:endParaRPr lang="zh-CN" altLang="en-US" sz="20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4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更新操作标签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2182495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(1)定义更新方法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2744470"/>
            <a:ext cx="10431145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在文件9-4中的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BookMapper接口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中定义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更新图书信息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的方法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updateBooks()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，具体如下所示。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977265" y="1149350"/>
            <a:ext cx="10295890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下面通过一个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更新图书信息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的案例演示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&lt;set&gt;标签的使用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，更新图书时如果传入的图书信息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不为空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则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更新对应字段的值</a:t>
            </a:r>
            <a:r>
              <a:rPr lang="zh-CN" altLang="it-IT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。</a:t>
            </a:r>
            <a:endParaRPr lang="zh-CN" altLang="it-IT" sz="1800" b="0" dirty="0">
              <a:solidFill>
                <a:srgbClr val="1369B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409020205090404" pitchFamily="49" charset="0"/>
            </a:endParaRPr>
          </a:p>
        </p:txBody>
      </p:sp>
      <p:sp>
        <p:nvSpPr>
          <p:cNvPr id="9" name="矩形 8"/>
          <p:cNvSpPr/>
          <p:nvPr>
            <p:custDataLst>
              <p:tags r:id="rId6"/>
            </p:custDataLst>
          </p:nvPr>
        </p:nvSpPr>
        <p:spPr>
          <a:xfrm>
            <a:off x="967740" y="3482340"/>
            <a:ext cx="10191750" cy="690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endParaRPr lang="zh-CN" altLang="en-US" sz="3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urier New" panose="02070409020205090404" pitchFamily="49" charset="0"/>
              <a:sym typeface="+mn-ea"/>
            </a:endParaRPr>
          </a:p>
        </p:txBody>
      </p:sp>
      <p:sp>
        <p:nvSpPr>
          <p:cNvPr id="11" name="矩形 10"/>
          <p:cNvSpPr/>
          <p:nvPr>
            <p:custDataLst>
              <p:tags r:id="rId7"/>
            </p:custDataLst>
          </p:nvPr>
        </p:nvSpPr>
        <p:spPr>
          <a:xfrm>
            <a:off x="1489710" y="3514725"/>
            <a:ext cx="9897745" cy="553085"/>
          </a:xfrm>
          <a:prstGeom prst="rect">
            <a:avLst/>
          </a:prstGeom>
        </p:spPr>
        <p:txBody>
          <a:bodyPr wrap="square">
            <a:noAutofit/>
          </a:bodyPr>
          <a:p>
            <a:pPr algn="l">
              <a:lnSpc>
                <a:spcPct val="150000"/>
              </a:lnSpc>
              <a:defRPr/>
            </a:pPr>
            <a:r>
              <a:rPr sz="1800">
                <a:latin typeface="Courier New" panose="02070409020205090404" pitchFamily="49" charset="0"/>
                <a:sym typeface="+mn-ea"/>
              </a:rPr>
              <a:t>void updateBook(Book book);</a:t>
            </a:r>
            <a:endParaRPr sz="1800">
              <a:latin typeface="Courier New" panose="02070409020205090404" pitchFamily="49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4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更新操作标签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24968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(2)编写映射信息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11655"/>
            <a:ext cx="10431145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在文件9-6中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定义更新语句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，在更新语句判断传入参数的属性是否为空，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不为空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则根据传入属性的值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更新数据表中对应字段的值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，具体代码如下。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276207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287094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317477"/>
                <a:ext cx="3421380" cy="506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lang="zh-CN" sz="1800">
                    <a:sym typeface="+mn-ea"/>
                    <a:hlinkClick r:id="rId8"/>
                  </a:rPr>
                  <a:t>更新语句</a:t>
                </a:r>
                <a:endParaRPr lang="zh-CN"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4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更新操作标签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24968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(3)定义测试方法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11655"/>
            <a:ext cx="10431145" cy="92202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在文件9-7的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BookTest类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中定义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测试方法setTest()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，在该方法中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获取BookMapper对象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，并使用BookMapper对象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调用其updateBook()方法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更新图书信息，具体代码如下所示。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2" name="图片 11" descr="图片包含 形状&#10;&#10;描述已自动生成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980" y="2762073"/>
            <a:ext cx="2232248" cy="2232248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5388978" y="2870947"/>
            <a:ext cx="4098250" cy="2542123"/>
            <a:chOff x="5478588" y="3498327"/>
            <a:chExt cx="4098250" cy="2542123"/>
          </a:xfrm>
        </p:grpSpPr>
        <p:grpSp>
          <p:nvGrpSpPr>
            <p:cNvPr id="14" name="组合 13"/>
            <p:cNvGrpSpPr/>
            <p:nvPr/>
          </p:nvGrpSpPr>
          <p:grpSpPr>
            <a:xfrm>
              <a:off x="5478588" y="3498327"/>
              <a:ext cx="4073003" cy="2163715"/>
              <a:chOff x="5478588" y="3498327"/>
              <a:chExt cx="4073003" cy="2163715"/>
            </a:xfrm>
          </p:grpSpPr>
          <p:sp>
            <p:nvSpPr>
              <p:cNvPr id="16" name="文本框 15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827203" y="4317477"/>
                <a:ext cx="3421380" cy="506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cs typeface="+mn-ea"/>
                  </a:defRPr>
                </a:lvl1pPr>
              </a:lstStyle>
              <a:p>
                <a:pPr algn="ctr"/>
                <a:r>
                  <a:rPr lang="zh-CN" sz="1800">
                    <a:sym typeface="+mn-ea"/>
                    <a:hlinkClick r:id="rId8"/>
                  </a:rPr>
                  <a:t>setTest()方法</a:t>
                </a:r>
                <a:endParaRPr lang="zh-CN" sz="1800">
                  <a:sym typeface="+mn-ea"/>
                </a:endParaRPr>
              </a:p>
            </p:txBody>
          </p:sp>
          <p:sp>
            <p:nvSpPr>
              <p:cNvPr id="17" name="圆角矩形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5478589" y="3504286"/>
                <a:ext cx="4073002" cy="2157756"/>
              </a:xfrm>
              <a:prstGeom prst="roundRect">
                <a:avLst>
                  <a:gd name="adj" fmla="val 3179"/>
                </a:avLst>
              </a:prstGeom>
              <a:noFill/>
              <a:ln>
                <a:solidFill>
                  <a:srgbClr val="36373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8588" y="3498327"/>
                <a:ext cx="4073002" cy="369332"/>
              </a:xfrm>
              <a:prstGeom prst="rect">
                <a:avLst/>
              </a:prstGeom>
              <a:solidFill>
                <a:srgbClr val="363736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CN" altLang="en-US" sz="1800" dirty="0">
                    <a:solidFill>
                      <a:srgbClr val="FACA4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源 代 码</a:t>
                </a:r>
                <a:endParaRPr kumimoji="1" lang="zh-CN" altLang="en-US" sz="1800" dirty="0">
                  <a:solidFill>
                    <a:srgbClr val="FACA4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15" name="图形 14" descr="触控屏 纯色填充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2438" y="5126050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>
            <p:custDataLst>
              <p:tags r:id="rId1"/>
            </p:custDataLst>
          </p:nvPr>
        </p:nvSpPr>
        <p:spPr>
          <a:xfrm>
            <a:off x="1143635" y="266700"/>
            <a:ext cx="6576695" cy="506095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9.</a:t>
            </a:r>
            <a:r>
              <a:rPr 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4 </a:t>
            </a:r>
            <a:r>
              <a:rPr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更新操作标签</a:t>
            </a:r>
            <a:endParaRPr lang="zh-CN" altLang="en-US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38530" y="1249680"/>
            <a:ext cx="2694940" cy="546735"/>
            <a:chOff x="901662" y="1797999"/>
            <a:chExt cx="1721506" cy="546735"/>
          </a:xfrm>
        </p:grpSpPr>
        <p:sp>
          <p:nvSpPr>
            <p:cNvPr id="3" name="矩形: 圆角 6"/>
            <p:cNvSpPr/>
            <p:nvPr>
              <p:custDataLst>
                <p:tags r:id="rId2"/>
              </p:custDataLst>
            </p:nvPr>
          </p:nvSpPr>
          <p:spPr>
            <a:xfrm>
              <a:off x="979455" y="1813239"/>
              <a:ext cx="1536200" cy="461645"/>
            </a:xfrm>
            <a:prstGeom prst="roundRect">
              <a:avLst>
                <a:gd name="adj" fmla="val 50000"/>
              </a:avLst>
            </a:prstGeom>
            <a:solidFill>
              <a:srgbClr val="005DA2"/>
            </a:solidFill>
            <a:ln>
              <a:noFill/>
            </a:ln>
            <a:effectLst>
              <a:outerShdw blurRad="190500" dist="38100" dir="5400000" algn="t" rotWithShape="0">
                <a:prstClr val="black">
                  <a:alpha val="1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 b="1" dirty="0">
                <a:solidFill>
                  <a:schemeClr val="lt1"/>
                </a:solidFill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3"/>
              </p:custDataLst>
            </p:nvPr>
          </p:nvSpPr>
          <p:spPr>
            <a:xfrm>
              <a:off x="901662" y="1797999"/>
              <a:ext cx="1721506" cy="54673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 algn="ctr">
                <a:lnSpc>
                  <a:spcPct val="135000"/>
                </a:lnSpc>
                <a:defRPr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ea"/>
                </a:defRPr>
              </a:lvl1pPr>
            </a:lstStyle>
            <a:p>
              <a:r>
                <a:rPr sz="1700" dirty="0">
                  <a:latin typeface="Arial" panose="020B0604020202090204" pitchFamily="34" charset="0"/>
                  <a:ea typeface="思源黑体 CN Normal" panose="020B0400000000000000" pitchFamily="34" charset="-122"/>
                  <a:sym typeface="Arial" panose="020B0604020202090204" pitchFamily="34" charset="0"/>
                </a:rPr>
                <a:t>(4)测试效果</a:t>
              </a:r>
              <a:endParaRPr sz="1700" dirty="0">
                <a:latin typeface="Arial" panose="020B0604020202090204" pitchFamily="34" charset="0"/>
                <a:ea typeface="思源黑体 CN Normal" panose="020B0400000000000000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993775" y="1811655"/>
            <a:ext cx="10431145" cy="5067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运行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文件9-7中的</a:t>
            </a:r>
            <a:r>
              <a:rPr lang="it-IT" altLang="zh-CN" sz="1800" b="0" dirty="0">
                <a:solidFill>
                  <a:srgbClr val="1369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409020205090404" pitchFamily="49" charset="0"/>
              </a:rPr>
              <a:t>setTest()方法</a:t>
            </a:r>
            <a:r>
              <a:rPr lang="zh-CN" altLang="en-US" sz="1800" b="0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，运行效果如下图所示。</a:t>
            </a:r>
            <a:endParaRPr lang="zh-CN" altLang="en-US" sz="1800" b="0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5" name="图片 3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630680" y="2493645"/>
            <a:ext cx="8752189" cy="370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 txBox="1"/>
          <p:nvPr/>
        </p:nvSpPr>
        <p:spPr>
          <a:xfrm>
            <a:off x="1143690" y="266995"/>
            <a:ext cx="5671595" cy="506086"/>
          </a:xfrm>
          <a:prstGeom prst="rect">
            <a:avLst/>
          </a:prstGeom>
        </p:spPr>
        <p:txBody>
          <a:bodyPr lIns="0" tIns="60958" rIns="0" bIns="60958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 pitchFamily="2" charset="0"/>
                <a:ea typeface="Roboto" panose="02000000000000000000" pitchFamily="2" charset="0"/>
                <a:cs typeface="Open Sans Light" panose="020B0306030504020204" pitchFamily="34" charset="0"/>
              </a:defRPr>
            </a:lvl1pPr>
          </a:lstStyle>
          <a:p>
            <a:pPr algn="l">
              <a:buNone/>
            </a:pPr>
            <a:r>
              <a:rPr lang="zh-CN" altLang="en-US" sz="24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本章小结</a:t>
            </a:r>
            <a:endParaRPr lang="en-GB" altLang="zh-CN" sz="24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" name="TextBox 35"/>
          <p:cNvSpPr txBox="1">
            <a:spLocks noChangeArrowheads="1"/>
          </p:cNvSpPr>
          <p:nvPr/>
        </p:nvSpPr>
        <p:spPr bwMode="auto">
          <a:xfrm>
            <a:off x="1126245" y="2908355"/>
            <a:ext cx="9793605" cy="13671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8" rIns="121917" bIns="6095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itchFamily="2" charset="-122"/>
              </a:defRPr>
            </a:lvl9pPr>
          </a:lstStyle>
          <a:p>
            <a:pPr indent="0" algn="just" fontAlgn="auto">
              <a:lnSpc>
                <a:spcPct val="150000"/>
              </a:lnSpc>
            </a:pP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本章主要讲解了</a:t>
            </a:r>
            <a:r>
              <a:rPr sz="18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动态SQL</a:t>
            </a: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相关知识。首先讲解了</a:t>
            </a:r>
            <a:r>
              <a:rPr sz="18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条件判断标签</a:t>
            </a: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；然后讲解了</a:t>
            </a:r>
            <a:r>
              <a:rPr sz="18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循环遍历标签</a:t>
            </a: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；接着讲解了</a:t>
            </a:r>
            <a:r>
              <a:rPr sz="18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条件拼接和修剪标签</a:t>
            </a: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；最后讲解了</a:t>
            </a:r>
            <a:r>
              <a:rPr sz="18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更新操作标签</a:t>
            </a:r>
            <a:r>
              <a: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。通过本章的学习，读者可以了解和应用动态SQL的常用标签，为后续的MyBatis程序开发奠定基础。</a:t>
            </a:r>
            <a:endParaRPr sz="180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839470" y="2396490"/>
            <a:ext cx="10511790" cy="2861310"/>
          </a:xfrm>
          <a:prstGeom prst="roundRect">
            <a:avLst>
              <a:gd name="adj" fmla="val 0"/>
            </a:avLst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>
              <a:cs typeface="+mn-ea"/>
              <a:sym typeface="+mn-lt"/>
            </a:endParaRPr>
          </a:p>
        </p:txBody>
      </p:sp>
      <p:sp>
        <p:nvSpPr>
          <p:cNvPr id="3" name="椭圆 2"/>
          <p:cNvSpPr/>
          <p:nvPr/>
        </p:nvSpPr>
        <p:spPr>
          <a:xfrm>
            <a:off x="4347710" y="1987834"/>
            <a:ext cx="718820" cy="71882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800" b="1"/>
              <a:t>本</a:t>
            </a:r>
            <a:endParaRPr lang="zh-CN" altLang="en-US" sz="2800" b="1"/>
          </a:p>
        </p:txBody>
      </p:sp>
      <p:sp>
        <p:nvSpPr>
          <p:cNvPr id="9" name="椭圆 8"/>
          <p:cNvSpPr/>
          <p:nvPr/>
        </p:nvSpPr>
        <p:spPr>
          <a:xfrm>
            <a:off x="5066530" y="1987834"/>
            <a:ext cx="718820" cy="71882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/>
            <a:r>
              <a:rPr lang="zh-CN" altLang="en-US" sz="2800" b="1" dirty="0">
                <a:sym typeface="+mn-ea"/>
              </a:rPr>
              <a:t>章</a:t>
            </a:r>
            <a:endParaRPr lang="zh-CN" altLang="en-US" sz="2800" b="1" dirty="0">
              <a:sym typeface="+mn-ea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5785350" y="1987834"/>
            <a:ext cx="718820" cy="71882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/>
            <a:r>
              <a:rPr lang="zh-CN" altLang="en-US" sz="2800" b="1" dirty="0">
                <a:sym typeface="+mn-ea"/>
              </a:rPr>
              <a:t>小</a:t>
            </a:r>
            <a:endParaRPr lang="zh-CN" altLang="en-US" sz="2800" b="1" dirty="0">
              <a:sym typeface="+mn-ea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6504170" y="1987834"/>
            <a:ext cx="718820" cy="71882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/>
            <a:r>
              <a:rPr lang="zh-CN" altLang="en-US" sz="2800" b="1">
                <a:sym typeface="+mn-ea"/>
              </a:rPr>
              <a:t>结</a:t>
            </a:r>
            <a:endParaRPr lang="zh-CN" altLang="en-US" sz="2800" b="1"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UNIT_TABLE_BEAUTIFY" val="smartTable{aab0f143-c2af-417f-a020-decd4f8cab67}"/>
  <p:tag name="TABLE_ENDDRAG_ORIGIN_RECT" val="824*349"/>
  <p:tag name="TABLE_ENDDRAG_RECT" val="75*114*824*349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UNIT_TABLE_BEAUTIFY" val="smartTable{f3e1d536-d739-4e7a-9d34-a0e6bdc67c53}"/>
  <p:tag name="TABLE_ENDDRAG_ORIGIN_RECT" val="824*273"/>
  <p:tag name="TABLE_ENDDRAG_RECT" val="75*130*824*274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BEAUTIFY_FLAG" val="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KSO_WM_BEAUTIFY_FLAG" val="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BEAUTIFY_FLAG" val="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BEAUTIFY_FLAG" val="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BEAUTIFY_FLAG" val=""/>
</p:tagLst>
</file>

<file path=ppt/tags/tag206.xml><?xml version="1.0" encoding="utf-8"?>
<p:tagLst xmlns:p="http://schemas.openxmlformats.org/presentationml/2006/main">
  <p:tag name="KSO_WM_BEAUTIFY_FLAG" val=""/>
</p:tagLst>
</file>

<file path=ppt/tags/tag207.xml><?xml version="1.0" encoding="utf-8"?>
<p:tagLst xmlns:p="http://schemas.openxmlformats.org/presentationml/2006/main">
  <p:tag name="KSO_WM_BEAUTIFY_FLAG" val=""/>
</p:tagLst>
</file>

<file path=ppt/tags/tag208.xml><?xml version="1.0" encoding="utf-8"?>
<p:tagLst xmlns:p="http://schemas.openxmlformats.org/presentationml/2006/main">
  <p:tag name="KSO_WM_BEAUTIFY_FLAG" val=""/>
</p:tagLst>
</file>

<file path=ppt/tags/tag209.xml><?xml version="1.0" encoding="utf-8"?>
<p:tagLst xmlns:p="http://schemas.openxmlformats.org/presentationml/2006/main">
  <p:tag name="KSO_WM_BEAUTIFY_FLAG" val="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KSO_WM_BEAUTIFY_FLAG" val=""/>
</p:tagLst>
</file>

<file path=ppt/tags/tag215.xml><?xml version="1.0" encoding="utf-8"?>
<p:tagLst xmlns:p="http://schemas.openxmlformats.org/presentationml/2006/main">
  <p:tag name="KSO_WM_BEAUTIFY_FLAG" val=""/>
</p:tagLst>
</file>

<file path=ppt/tags/tag216.xml><?xml version="1.0" encoding="utf-8"?>
<p:tagLst xmlns:p="http://schemas.openxmlformats.org/presentationml/2006/main">
  <p:tag name="KSO_WM_BEAUTIFY_FLAG" val=""/>
</p:tagLst>
</file>

<file path=ppt/tags/tag217.xml><?xml version="1.0" encoding="utf-8"?>
<p:tagLst xmlns:p="http://schemas.openxmlformats.org/presentationml/2006/main">
  <p:tag name="KSO_WM_BEAUTIFY_FLAG" val=""/>
</p:tagLst>
</file>

<file path=ppt/tags/tag218.xml><?xml version="1.0" encoding="utf-8"?>
<p:tagLst xmlns:p="http://schemas.openxmlformats.org/presentationml/2006/main">
  <p:tag name="KSO_WM_BEAUTIFY_FLAG" val=""/>
</p:tagLst>
</file>

<file path=ppt/tags/tag219.xml><?xml version="1.0" encoding="utf-8"?>
<p:tagLst xmlns:p="http://schemas.openxmlformats.org/presentationml/2006/main">
  <p:tag name="KSO_WM_BEAUTIFY_FLAG" val=""/>
</p:tagLst>
</file>

<file path=ppt/tags/tag220.xml><?xml version="1.0" encoding="utf-8"?>
<p:tagLst xmlns:p="http://schemas.openxmlformats.org/presentationml/2006/main">
  <p:tag name="KSO_WM_BEAUTIFY_FLAG" val=""/>
</p:tagLst>
</file>

<file path=ppt/tags/tag221.xml><?xml version="1.0" encoding="utf-8"?>
<p:tagLst xmlns:p="http://schemas.openxmlformats.org/presentationml/2006/main">
  <p:tag name="KSO_WM_BEAUTIFY_FLAG" val=""/>
</p:tagLst>
</file>

<file path=ppt/tags/tag222.xml><?xml version="1.0" encoding="utf-8"?>
<p:tagLst xmlns:p="http://schemas.openxmlformats.org/presentationml/2006/main">
  <p:tag name="KSO_WM_BEAUTIFY_FLAG" val=""/>
</p:tagLst>
</file>

<file path=ppt/tags/tag223.xml><?xml version="1.0" encoding="utf-8"?>
<p:tagLst xmlns:p="http://schemas.openxmlformats.org/presentationml/2006/main">
  <p:tag name="KSO_WM_BEAUTIFY_FLAG" val=""/>
</p:tagLst>
</file>

<file path=ppt/tags/tag224.xml><?xml version="1.0" encoding="utf-8"?>
<p:tagLst xmlns:p="http://schemas.openxmlformats.org/presentationml/2006/main">
  <p:tag name="KSO_WM_BEAUTIFY_FLAG" val=""/>
</p:tagLst>
</file>

<file path=ppt/tags/tag225.xml><?xml version="1.0" encoding="utf-8"?>
<p:tagLst xmlns:p="http://schemas.openxmlformats.org/presentationml/2006/main">
  <p:tag name="KSO_WM_BEAUTIFY_FLAG" val=""/>
</p:tagLst>
</file>

<file path=ppt/tags/tag226.xml><?xml version="1.0" encoding="utf-8"?>
<p:tagLst xmlns:p="http://schemas.openxmlformats.org/presentationml/2006/main">
  <p:tag name="KSO_WM_BEAUTIFY_FLAG" val=""/>
</p:tagLst>
</file>

<file path=ppt/tags/tag227.xml><?xml version="1.0" encoding="utf-8"?>
<p:tagLst xmlns:p="http://schemas.openxmlformats.org/presentationml/2006/main">
  <p:tag name="KSO_WM_BEAUTIFY_FLAG" val=""/>
</p:tagLst>
</file>

<file path=ppt/tags/tag228.xml><?xml version="1.0" encoding="utf-8"?>
<p:tagLst xmlns:p="http://schemas.openxmlformats.org/presentationml/2006/main">
  <p:tag name="KSO_WM_BEAUTIFY_FLAG" val=""/>
</p:tagLst>
</file>

<file path=ppt/tags/tag229.xml><?xml version="1.0" encoding="utf-8"?>
<p:tagLst xmlns:p="http://schemas.openxmlformats.org/presentationml/2006/main">
  <p:tag name="KSO_WM_BEAUTIFY_FLAG" val=""/>
</p:tagLst>
</file>

<file path=ppt/tags/tag230.xml><?xml version="1.0" encoding="utf-8"?>
<p:tagLst xmlns:p="http://schemas.openxmlformats.org/presentationml/2006/main">
  <p:tag name="KSO_WM_BEAUTIFY_FLAG" val=""/>
</p:tagLst>
</file>

<file path=ppt/tags/tag231.xml><?xml version="1.0" encoding="utf-8"?>
<p:tagLst xmlns:p="http://schemas.openxmlformats.org/presentationml/2006/main">
  <p:tag name="KSO_WM_BEAUTIFY_FLAG" val=""/>
</p:tagLst>
</file>

<file path=ppt/tags/tag232.xml><?xml version="1.0" encoding="utf-8"?>
<p:tagLst xmlns:p="http://schemas.openxmlformats.org/presentationml/2006/main">
  <p:tag name="KSO_WM_BEAUTIFY_FLAG" val=""/>
</p:tagLst>
</file>

<file path=ppt/tags/tag233.xml><?xml version="1.0" encoding="utf-8"?>
<p:tagLst xmlns:p="http://schemas.openxmlformats.org/presentationml/2006/main">
  <p:tag name="KSO_WM_BEAUTIFY_FLAG" val=""/>
</p:tagLst>
</file>

<file path=ppt/tags/tag234.xml><?xml version="1.0" encoding="utf-8"?>
<p:tagLst xmlns:p="http://schemas.openxmlformats.org/presentationml/2006/main">
  <p:tag name="KSO_WM_BEAUTIFY_FLAG" val=""/>
</p:tagLst>
</file>

<file path=ppt/tags/tag235.xml><?xml version="1.0" encoding="utf-8"?>
<p:tagLst xmlns:p="http://schemas.openxmlformats.org/presentationml/2006/main">
  <p:tag name="KSO_WM_BEAUTIFY_FLAG" val=""/>
</p:tagLst>
</file>

<file path=ppt/tags/tag236.xml><?xml version="1.0" encoding="utf-8"?>
<p:tagLst xmlns:p="http://schemas.openxmlformats.org/presentationml/2006/main">
  <p:tag name="KSO_WM_BEAUTIFY_FLAG" val=""/>
</p:tagLst>
</file>

<file path=ppt/tags/tag237.xml><?xml version="1.0" encoding="utf-8"?>
<p:tagLst xmlns:p="http://schemas.openxmlformats.org/presentationml/2006/main">
  <p:tag name="KSO_WM_BEAUTIFY_FLAG" val=""/>
</p:tagLst>
</file>

<file path=ppt/tags/tag238.xml><?xml version="1.0" encoding="utf-8"?>
<p:tagLst xmlns:p="http://schemas.openxmlformats.org/presentationml/2006/main">
  <p:tag name="KSO_WM_BEAUTIFY_FLAG" val=""/>
</p:tagLst>
</file>

<file path=ppt/tags/tag239.xml><?xml version="1.0" encoding="utf-8"?>
<p:tagLst xmlns:p="http://schemas.openxmlformats.org/presentationml/2006/main">
  <p:tag name="KSO_WM_BEAUTIFY_FLAG" val=""/>
</p:tagLst>
</file>

<file path=ppt/tags/tag240.xml><?xml version="1.0" encoding="utf-8"?>
<p:tagLst xmlns:p="http://schemas.openxmlformats.org/presentationml/2006/main">
  <p:tag name="KSO_WM_BEAUTIFY_FLAG" val=""/>
</p:tagLst>
</file>

<file path=ppt/tags/tag241.xml><?xml version="1.0" encoding="utf-8"?>
<p:tagLst xmlns:p="http://schemas.openxmlformats.org/presentationml/2006/main">
  <p:tag name="KSO_WM_BEAUTIFY_FLAG" val=""/>
</p:tagLst>
</file>

<file path=ppt/tags/tag242.xml><?xml version="1.0" encoding="utf-8"?>
<p:tagLst xmlns:p="http://schemas.openxmlformats.org/presentationml/2006/main">
  <p:tag name="KSO_WM_BEAUTIFY_FLAG" val=""/>
</p:tagLst>
</file>

<file path=ppt/tags/tag243.xml><?xml version="1.0" encoding="utf-8"?>
<p:tagLst xmlns:p="http://schemas.openxmlformats.org/presentationml/2006/main">
  <p:tag name="KSO_WM_BEAUTIFY_FLAG" val=""/>
</p:tagLst>
</file>

<file path=ppt/tags/tag244.xml><?xml version="1.0" encoding="utf-8"?>
<p:tagLst xmlns:p="http://schemas.openxmlformats.org/presentationml/2006/main">
  <p:tag name="KSO_WM_BEAUTIFY_FLAG" val=""/>
</p:tagLst>
</file>

<file path=ppt/tags/tag245.xml><?xml version="1.0" encoding="utf-8"?>
<p:tagLst xmlns:p="http://schemas.openxmlformats.org/presentationml/2006/main">
  <p:tag name="KSO_WM_BEAUTIFY_FLAG" val=""/>
</p:tagLst>
</file>

<file path=ppt/tags/tag246.xml><?xml version="1.0" encoding="utf-8"?>
<p:tagLst xmlns:p="http://schemas.openxmlformats.org/presentationml/2006/main">
  <p:tag name="KSO_WM_BEAUTIFY_FLAG" val=""/>
</p:tagLst>
</file>

<file path=ppt/tags/tag247.xml><?xml version="1.0" encoding="utf-8"?>
<p:tagLst xmlns:p="http://schemas.openxmlformats.org/presentationml/2006/main">
  <p:tag name="KSO_WM_BEAUTIFY_FLAG" val=""/>
</p:tagLst>
</file>

<file path=ppt/tags/tag248.xml><?xml version="1.0" encoding="utf-8"?>
<p:tagLst xmlns:p="http://schemas.openxmlformats.org/presentationml/2006/main">
  <p:tag name="KSO_WM_BEAUTIFY_FLAG" val=""/>
</p:tagLst>
</file>

<file path=ppt/tags/tag249.xml><?xml version="1.0" encoding="utf-8"?>
<p:tagLst xmlns:p="http://schemas.openxmlformats.org/presentationml/2006/main">
  <p:tag name="KSO_WM_BEAUTIFY_FLAG" val=""/>
</p:tagLst>
</file>

<file path=ppt/tags/tag250.xml><?xml version="1.0" encoding="utf-8"?>
<p:tagLst xmlns:p="http://schemas.openxmlformats.org/presentationml/2006/main">
  <p:tag name="KSO_WM_BEAUTIFY_FLAG" val=""/>
</p:tagLst>
</file>

<file path=ppt/tags/tag251.xml><?xml version="1.0" encoding="utf-8"?>
<p:tagLst xmlns:p="http://schemas.openxmlformats.org/presentationml/2006/main">
  <p:tag name="KSO_WM_BEAUTIFY_FLAG" val=""/>
</p:tagLst>
</file>

<file path=ppt/tags/tag252.xml><?xml version="1.0" encoding="utf-8"?>
<p:tagLst xmlns:p="http://schemas.openxmlformats.org/presentationml/2006/main">
  <p:tag name="KSO_WM_BEAUTIFY_FLAG" val=""/>
</p:tagLst>
</file>

<file path=ppt/tags/tag253.xml><?xml version="1.0" encoding="utf-8"?>
<p:tagLst xmlns:p="http://schemas.openxmlformats.org/presentationml/2006/main">
  <p:tag name="KSO_WM_BEAUTIFY_FLAG" val=""/>
</p:tagLst>
</file>

<file path=ppt/tags/tag254.xml><?xml version="1.0" encoding="utf-8"?>
<p:tagLst xmlns:p="http://schemas.openxmlformats.org/presentationml/2006/main">
  <p:tag name="KSO_WM_BEAUTIFY_FLAG" val=""/>
</p:tagLst>
</file>

<file path=ppt/tags/tag255.xml><?xml version="1.0" encoding="utf-8"?>
<p:tagLst xmlns:p="http://schemas.openxmlformats.org/presentationml/2006/main">
  <p:tag name="KSO_WM_BEAUTIFY_FLAG" val=""/>
</p:tagLst>
</file>

<file path=ppt/tags/tag256.xml><?xml version="1.0" encoding="utf-8"?>
<p:tagLst xmlns:p="http://schemas.openxmlformats.org/presentationml/2006/main">
  <p:tag name="KSO_WM_BEAUTIFY_FLAG" val=""/>
</p:tagLst>
</file>

<file path=ppt/tags/tag257.xml><?xml version="1.0" encoding="utf-8"?>
<p:tagLst xmlns:p="http://schemas.openxmlformats.org/presentationml/2006/main">
  <p:tag name="KSO_WM_BEAUTIFY_FLAG" val=""/>
</p:tagLst>
</file>

<file path=ppt/tags/tag258.xml><?xml version="1.0" encoding="utf-8"?>
<p:tagLst xmlns:p="http://schemas.openxmlformats.org/presentationml/2006/main">
  <p:tag name="KSO_WM_BEAUTIFY_FLAG" val=""/>
</p:tagLst>
</file>

<file path=ppt/tags/tag259.xml><?xml version="1.0" encoding="utf-8"?>
<p:tagLst xmlns:p="http://schemas.openxmlformats.org/presentationml/2006/main">
  <p:tag name="KSO_WM_BEAUTIFY_FLAG" val=""/>
</p:tagLst>
</file>

<file path=ppt/tags/tag260.xml><?xml version="1.0" encoding="utf-8"?>
<p:tagLst xmlns:p="http://schemas.openxmlformats.org/presentationml/2006/main">
  <p:tag name="KSO_WM_BEAUTIFY_FLAG" val=""/>
</p:tagLst>
</file>

<file path=ppt/tags/tag261.xml><?xml version="1.0" encoding="utf-8"?>
<p:tagLst xmlns:p="http://schemas.openxmlformats.org/presentationml/2006/main">
  <p:tag name="KSO_WM_BEAUTIFY_FLAG" val=""/>
</p:tagLst>
</file>

<file path=ppt/tags/tag262.xml><?xml version="1.0" encoding="utf-8"?>
<p:tagLst xmlns:p="http://schemas.openxmlformats.org/presentationml/2006/main">
  <p:tag name="KSO_WM_BEAUTIFY_FLAG" val=""/>
</p:tagLst>
</file>

<file path=ppt/tags/tag263.xml><?xml version="1.0" encoding="utf-8"?>
<p:tagLst xmlns:p="http://schemas.openxmlformats.org/presentationml/2006/main">
  <p:tag name="KSO_WM_BEAUTIFY_FLAG" val=""/>
</p:tagLst>
</file>

<file path=ppt/tags/tag264.xml><?xml version="1.0" encoding="utf-8"?>
<p:tagLst xmlns:p="http://schemas.openxmlformats.org/presentationml/2006/main">
  <p:tag name="KSO_WM_BEAUTIFY_FLAG" val=""/>
</p:tagLst>
</file>

<file path=ppt/tags/tag265.xml><?xml version="1.0" encoding="utf-8"?>
<p:tagLst xmlns:p="http://schemas.openxmlformats.org/presentationml/2006/main">
  <p:tag name="KSO_WM_BEAUTIFY_FLAG" val=""/>
</p:tagLst>
</file>

<file path=ppt/tags/tag266.xml><?xml version="1.0" encoding="utf-8"?>
<p:tagLst xmlns:p="http://schemas.openxmlformats.org/presentationml/2006/main">
  <p:tag name="KSO_WM_BEAUTIFY_FLAG" val=""/>
</p:tagLst>
</file>

<file path=ppt/tags/tag267.xml><?xml version="1.0" encoding="utf-8"?>
<p:tagLst xmlns:p="http://schemas.openxmlformats.org/presentationml/2006/main">
  <p:tag name="KSO_WM_BEAUTIFY_FLAG" val=""/>
</p:tagLst>
</file>

<file path=ppt/tags/tag268.xml><?xml version="1.0" encoding="utf-8"?>
<p:tagLst xmlns:p="http://schemas.openxmlformats.org/presentationml/2006/main">
  <p:tag name="KSO_WM_BEAUTIFY_FLAG" val=""/>
</p:tagLst>
</file>

<file path=ppt/tags/tag269.xml><?xml version="1.0" encoding="utf-8"?>
<p:tagLst xmlns:p="http://schemas.openxmlformats.org/presentationml/2006/main">
  <p:tag name="KSO_WM_BEAUTIFY_FLAG" val=""/>
</p:tagLst>
</file>

<file path=ppt/tags/tag270.xml><?xml version="1.0" encoding="utf-8"?>
<p:tagLst xmlns:p="http://schemas.openxmlformats.org/presentationml/2006/main">
  <p:tag name="KSO_WM_BEAUTIFY_FLAG" val=""/>
</p:tagLst>
</file>

<file path=ppt/tags/tag271.xml><?xml version="1.0" encoding="utf-8"?>
<p:tagLst xmlns:p="http://schemas.openxmlformats.org/presentationml/2006/main">
  <p:tag name="KSO_WM_BEAUTIFY_FLAG" val=""/>
</p:tagLst>
</file>

<file path=ppt/tags/tag272.xml><?xml version="1.0" encoding="utf-8"?>
<p:tagLst xmlns:p="http://schemas.openxmlformats.org/presentationml/2006/main">
  <p:tag name="KSO_WM_BEAUTIFY_FLAG" val=""/>
</p:tagLst>
</file>

<file path=ppt/tags/tag273.xml><?xml version="1.0" encoding="utf-8"?>
<p:tagLst xmlns:p="http://schemas.openxmlformats.org/presentationml/2006/main">
  <p:tag name="KSO_WM_BEAUTIFY_FLAG" val=""/>
</p:tagLst>
</file>

<file path=ppt/tags/tag274.xml><?xml version="1.0" encoding="utf-8"?>
<p:tagLst xmlns:p="http://schemas.openxmlformats.org/presentationml/2006/main">
  <p:tag name="KSO_WM_BEAUTIFY_FLAG" val=""/>
</p:tagLst>
</file>

<file path=ppt/tags/tag275.xml><?xml version="1.0" encoding="utf-8"?>
<p:tagLst xmlns:p="http://schemas.openxmlformats.org/presentationml/2006/main">
  <p:tag name="KSO_WM_BEAUTIFY_FLAG" val=""/>
</p:tagLst>
</file>

<file path=ppt/tags/tag276.xml><?xml version="1.0" encoding="utf-8"?>
<p:tagLst xmlns:p="http://schemas.openxmlformats.org/presentationml/2006/main">
  <p:tag name="KSO_WM_BEAUTIFY_FLAG" val=""/>
</p:tagLst>
</file>

<file path=ppt/tags/tag277.xml><?xml version="1.0" encoding="utf-8"?>
<p:tagLst xmlns:p="http://schemas.openxmlformats.org/presentationml/2006/main">
  <p:tag name="KSO_WM_BEAUTIFY_FLAG" val=""/>
</p:tagLst>
</file>

<file path=ppt/tags/tag278.xml><?xml version="1.0" encoding="utf-8"?>
<p:tagLst xmlns:p="http://schemas.openxmlformats.org/presentationml/2006/main">
  <p:tag name="KSO_WM_BEAUTIFY_FLAG" val=""/>
</p:tagLst>
</file>

<file path=ppt/tags/tag279.xml><?xml version="1.0" encoding="utf-8"?>
<p:tagLst xmlns:p="http://schemas.openxmlformats.org/presentationml/2006/main">
  <p:tag name="KSO_WM_BEAUTIFY_FLAG" val=""/>
</p:tagLst>
</file>

<file path=ppt/tags/tag280.xml><?xml version="1.0" encoding="utf-8"?>
<p:tagLst xmlns:p="http://schemas.openxmlformats.org/presentationml/2006/main">
  <p:tag name="KSO_WM_BEAUTIFY_FLAG" val=""/>
</p:tagLst>
</file>

<file path=ppt/tags/tag281.xml><?xml version="1.0" encoding="utf-8"?>
<p:tagLst xmlns:p="http://schemas.openxmlformats.org/presentationml/2006/main">
  <p:tag name="KSO_WM_BEAUTIFY_FLAG" val=""/>
</p:tagLst>
</file>

<file path=ppt/tags/tag282.xml><?xml version="1.0" encoding="utf-8"?>
<p:tagLst xmlns:p="http://schemas.openxmlformats.org/presentationml/2006/main">
  <p:tag name="KSO_WM_BEAUTIFY_FLAG" val=""/>
</p:tagLst>
</file>

<file path=ppt/tags/tag283.xml><?xml version="1.0" encoding="utf-8"?>
<p:tagLst xmlns:p="http://schemas.openxmlformats.org/presentationml/2006/main">
  <p:tag name="KSO_WM_BEAUTIFY_FLAG" val=""/>
</p:tagLst>
</file>

<file path=ppt/tags/tag284.xml><?xml version="1.0" encoding="utf-8"?>
<p:tagLst xmlns:p="http://schemas.openxmlformats.org/presentationml/2006/main">
  <p:tag name="KSO_WM_BEAUTIFY_FLAG" val=""/>
</p:tagLst>
</file>

<file path=ppt/tags/tag285.xml><?xml version="1.0" encoding="utf-8"?>
<p:tagLst xmlns:p="http://schemas.openxmlformats.org/presentationml/2006/main">
  <p:tag name="KSO_WM_BEAUTIFY_FLAG" val=""/>
</p:tagLst>
</file>

<file path=ppt/tags/tag286.xml><?xml version="1.0" encoding="utf-8"?>
<p:tagLst xmlns:p="http://schemas.openxmlformats.org/presentationml/2006/main">
  <p:tag name="KSO_WM_BEAUTIFY_FLAG" val=""/>
</p:tagLst>
</file>

<file path=ppt/tags/tag287.xml><?xml version="1.0" encoding="utf-8"?>
<p:tagLst xmlns:p="http://schemas.openxmlformats.org/presentationml/2006/main">
  <p:tag name="KSO_WM_BEAUTIFY_FLAG" val=""/>
</p:tagLst>
</file>

<file path=ppt/tags/tag288.xml><?xml version="1.0" encoding="utf-8"?>
<p:tagLst xmlns:p="http://schemas.openxmlformats.org/presentationml/2006/main">
  <p:tag name="KSO_WM_BEAUTIFY_FLAG" val=""/>
</p:tagLst>
</file>

<file path=ppt/tags/tag289.xml><?xml version="1.0" encoding="utf-8"?>
<p:tagLst xmlns:p="http://schemas.openxmlformats.org/presentationml/2006/main">
  <p:tag name="KSO_WM_BEAUTIFY_FLAG" val=""/>
</p:tagLst>
</file>

<file path=ppt/tags/tag290.xml><?xml version="1.0" encoding="utf-8"?>
<p:tagLst xmlns:p="http://schemas.openxmlformats.org/presentationml/2006/main">
  <p:tag name="KSO_WM_BEAUTIFY_FLAG" val=""/>
</p:tagLst>
</file>

<file path=ppt/tags/tag291.xml><?xml version="1.0" encoding="utf-8"?>
<p:tagLst xmlns:p="http://schemas.openxmlformats.org/presentationml/2006/main">
  <p:tag name="KSO_WM_BEAUTIFY_FLAG" val=""/>
</p:tagLst>
</file>

<file path=ppt/tags/tag292.xml><?xml version="1.0" encoding="utf-8"?>
<p:tagLst xmlns:p="http://schemas.openxmlformats.org/presentationml/2006/main">
  <p:tag name="KSO_WM_UNIT_TABLE_BEAUTIFY" val="smartTable{a77fe1e6-8468-47f1-a66d-f0d3e844d455}"/>
</p:tagLst>
</file>

<file path=ppt/tags/tag293.xml><?xml version="1.0" encoding="utf-8"?>
<p:tagLst xmlns:p="http://schemas.openxmlformats.org/presentationml/2006/main">
  <p:tag name="KSO_WM_BEAUTIFY_FLAG" val=""/>
</p:tagLst>
</file>

<file path=ppt/tags/tag294.xml><?xml version="1.0" encoding="utf-8"?>
<p:tagLst xmlns:p="http://schemas.openxmlformats.org/presentationml/2006/main">
  <p:tag name="KSO_WM_BEAUTIFY_FLAG" val=""/>
</p:tagLst>
</file>

<file path=ppt/tags/tag295.xml><?xml version="1.0" encoding="utf-8"?>
<p:tagLst xmlns:p="http://schemas.openxmlformats.org/presentationml/2006/main">
  <p:tag name="KSO_WM_BEAUTIFY_FLAG" val=""/>
</p:tagLst>
</file>

<file path=ppt/tags/tag296.xml><?xml version="1.0" encoding="utf-8"?>
<p:tagLst xmlns:p="http://schemas.openxmlformats.org/presentationml/2006/main">
  <p:tag name="KSO_WM_BEAUTIFY_FLAG" val=""/>
</p:tagLst>
</file>

<file path=ppt/tags/tag297.xml><?xml version="1.0" encoding="utf-8"?>
<p:tagLst xmlns:p="http://schemas.openxmlformats.org/presentationml/2006/main">
  <p:tag name="KSO_WM_BEAUTIFY_FLAG" val=""/>
</p:tagLst>
</file>

<file path=ppt/tags/tag298.xml><?xml version="1.0" encoding="utf-8"?>
<p:tagLst xmlns:p="http://schemas.openxmlformats.org/presentationml/2006/main">
  <p:tag name="KSO_WM_BEAUTIFY_FLAG" val=""/>
</p:tagLst>
</file>

<file path=ppt/tags/tag299.xml><?xml version="1.0" encoding="utf-8"?>
<p:tagLst xmlns:p="http://schemas.openxmlformats.org/presentationml/2006/main">
  <p:tag name="KSO_WM_BEAUTIFY_FLAG" val=""/>
</p:tagLst>
</file>

<file path=ppt/tags/tag300.xml><?xml version="1.0" encoding="utf-8"?>
<p:tagLst xmlns:p="http://schemas.openxmlformats.org/presentationml/2006/main">
  <p:tag name="KSO_WM_BEAUTIFY_FLAG" val=""/>
</p:tagLst>
</file>

<file path=ppt/tags/tag301.xml><?xml version="1.0" encoding="utf-8"?>
<p:tagLst xmlns:p="http://schemas.openxmlformats.org/presentationml/2006/main">
  <p:tag name="KSO_WM_BEAUTIFY_FLAG" val=""/>
</p:tagLst>
</file>

<file path=ppt/tags/tag302.xml><?xml version="1.0" encoding="utf-8"?>
<p:tagLst xmlns:p="http://schemas.openxmlformats.org/presentationml/2006/main">
  <p:tag name="KSO_WM_BEAUTIFY_FLAG" val=""/>
</p:tagLst>
</file>

<file path=ppt/tags/tag303.xml><?xml version="1.0" encoding="utf-8"?>
<p:tagLst xmlns:p="http://schemas.openxmlformats.org/presentationml/2006/main">
  <p:tag name="KSO_WM_BEAUTIFY_FLAG" val=""/>
</p:tagLst>
</file>

<file path=ppt/tags/tag304.xml><?xml version="1.0" encoding="utf-8"?>
<p:tagLst xmlns:p="http://schemas.openxmlformats.org/presentationml/2006/main">
  <p:tag name="KSO_WM_BEAUTIFY_FLAG" val=""/>
</p:tagLst>
</file>

<file path=ppt/tags/tag305.xml><?xml version="1.0" encoding="utf-8"?>
<p:tagLst xmlns:p="http://schemas.openxmlformats.org/presentationml/2006/main">
  <p:tag name="KSO_WM_BEAUTIFY_FLAG" val=""/>
</p:tagLst>
</file>

<file path=ppt/tags/tag306.xml><?xml version="1.0" encoding="utf-8"?>
<p:tagLst xmlns:p="http://schemas.openxmlformats.org/presentationml/2006/main">
  <p:tag name="KSO_WM_BEAUTIFY_FLAG" val=""/>
</p:tagLst>
</file>

<file path=ppt/tags/tag307.xml><?xml version="1.0" encoding="utf-8"?>
<p:tagLst xmlns:p="http://schemas.openxmlformats.org/presentationml/2006/main">
  <p:tag name="KSO_WM_BEAUTIFY_FLAG" val=""/>
</p:tagLst>
</file>

<file path=ppt/tags/tag308.xml><?xml version="1.0" encoding="utf-8"?>
<p:tagLst xmlns:p="http://schemas.openxmlformats.org/presentationml/2006/main">
  <p:tag name="KSO_WM_BEAUTIFY_FLAG" val=""/>
</p:tagLst>
</file>

<file path=ppt/tags/tag309.xml><?xml version="1.0" encoding="utf-8"?>
<p:tagLst xmlns:p="http://schemas.openxmlformats.org/presentationml/2006/main">
  <p:tag name="KSO_WM_BEAUTIFY_FLAG" val=""/>
</p:tagLst>
</file>

<file path=ppt/tags/tag310.xml><?xml version="1.0" encoding="utf-8"?>
<p:tagLst xmlns:p="http://schemas.openxmlformats.org/presentationml/2006/main">
  <p:tag name="KSO_WM_BEAUTIFY_FLAG" val=""/>
</p:tagLst>
</file>

<file path=ppt/tags/tag311.xml><?xml version="1.0" encoding="utf-8"?>
<p:tagLst xmlns:p="http://schemas.openxmlformats.org/presentationml/2006/main">
  <p:tag name="KSO_WM_BEAUTIFY_FLAG" val=""/>
</p:tagLst>
</file>

<file path=ppt/tags/tag312.xml><?xml version="1.0" encoding="utf-8"?>
<p:tagLst xmlns:p="http://schemas.openxmlformats.org/presentationml/2006/main">
  <p:tag name="KSO_WM_BEAUTIFY_FLAG" val=""/>
</p:tagLst>
</file>

<file path=ppt/tags/tag313.xml><?xml version="1.0" encoding="utf-8"?>
<p:tagLst xmlns:p="http://schemas.openxmlformats.org/presentationml/2006/main">
  <p:tag name="KSO_WM_BEAUTIFY_FLAG" val=""/>
</p:tagLst>
</file>

<file path=ppt/tags/tag314.xml><?xml version="1.0" encoding="utf-8"?>
<p:tagLst xmlns:p="http://schemas.openxmlformats.org/presentationml/2006/main">
  <p:tag name="KSO_WM_BEAUTIFY_FLAG" val=""/>
</p:tagLst>
</file>

<file path=ppt/tags/tag315.xml><?xml version="1.0" encoding="utf-8"?>
<p:tagLst xmlns:p="http://schemas.openxmlformats.org/presentationml/2006/main">
  <p:tag name="KSO_WM_BEAUTIFY_FLAG" val=""/>
</p:tagLst>
</file>

<file path=ppt/tags/tag316.xml><?xml version="1.0" encoding="utf-8"?>
<p:tagLst xmlns:p="http://schemas.openxmlformats.org/presentationml/2006/main">
  <p:tag name="KSO_WM_BEAUTIFY_FLAG" val=""/>
</p:tagLst>
</file>

<file path=ppt/tags/tag317.xml><?xml version="1.0" encoding="utf-8"?>
<p:tagLst xmlns:p="http://schemas.openxmlformats.org/presentationml/2006/main">
  <p:tag name="KSO_WM_BEAUTIFY_FLAG" val=""/>
</p:tagLst>
</file>

<file path=ppt/tags/tag318.xml><?xml version="1.0" encoding="utf-8"?>
<p:tagLst xmlns:p="http://schemas.openxmlformats.org/presentationml/2006/main">
  <p:tag name="KSO_WM_BEAUTIFY_FLAG" val=""/>
</p:tagLst>
</file>

<file path=ppt/tags/tag319.xml><?xml version="1.0" encoding="utf-8"?>
<p:tagLst xmlns:p="http://schemas.openxmlformats.org/presentationml/2006/main">
  <p:tag name="KSO_WM_BEAUTIFY_FLAG" val=""/>
</p:tagLst>
</file>

<file path=ppt/tags/tag320.xml><?xml version="1.0" encoding="utf-8"?>
<p:tagLst xmlns:p="http://schemas.openxmlformats.org/presentationml/2006/main">
  <p:tag name="KSO_WM_BEAUTIFY_FLAG" val=""/>
</p:tagLst>
</file>

<file path=ppt/tags/tag321.xml><?xml version="1.0" encoding="utf-8"?>
<p:tagLst xmlns:p="http://schemas.openxmlformats.org/presentationml/2006/main">
  <p:tag name="KSO_WM_BEAUTIFY_FLAG" val=""/>
</p:tagLst>
</file>

<file path=ppt/tags/tag322.xml><?xml version="1.0" encoding="utf-8"?>
<p:tagLst xmlns:p="http://schemas.openxmlformats.org/presentationml/2006/main">
  <p:tag name="KSO_WM_BEAUTIFY_FLAG" val=""/>
</p:tagLst>
</file>

<file path=ppt/tags/tag323.xml><?xml version="1.0" encoding="utf-8"?>
<p:tagLst xmlns:p="http://schemas.openxmlformats.org/presentationml/2006/main">
  <p:tag name="KSO_WM_BEAUTIFY_FLAG" val=""/>
</p:tagLst>
</file>

<file path=ppt/tags/tag324.xml><?xml version="1.0" encoding="utf-8"?>
<p:tagLst xmlns:p="http://schemas.openxmlformats.org/presentationml/2006/main">
  <p:tag name="KSO_WM_BEAUTIFY_FLAG" val=""/>
</p:tagLst>
</file>

<file path=ppt/tags/tag325.xml><?xml version="1.0" encoding="utf-8"?>
<p:tagLst xmlns:p="http://schemas.openxmlformats.org/presentationml/2006/main">
  <p:tag name="KSO_WM_BEAUTIFY_FLAG" val=""/>
</p:tagLst>
</file>

<file path=ppt/tags/tag326.xml><?xml version="1.0" encoding="utf-8"?>
<p:tagLst xmlns:p="http://schemas.openxmlformats.org/presentationml/2006/main">
  <p:tag name="KSO_WM_BEAUTIFY_FLAG" val=""/>
</p:tagLst>
</file>

<file path=ppt/tags/tag327.xml><?xml version="1.0" encoding="utf-8"?>
<p:tagLst xmlns:p="http://schemas.openxmlformats.org/presentationml/2006/main">
  <p:tag name="KSO_WM_BEAUTIFY_FLAG" val=""/>
</p:tagLst>
</file>

<file path=ppt/tags/tag328.xml><?xml version="1.0" encoding="utf-8"?>
<p:tagLst xmlns:p="http://schemas.openxmlformats.org/presentationml/2006/main">
  <p:tag name="KSO_WM_BEAUTIFY_FLAG" val=""/>
</p:tagLst>
</file>

<file path=ppt/tags/tag329.xml><?xml version="1.0" encoding="utf-8"?>
<p:tagLst xmlns:p="http://schemas.openxmlformats.org/presentationml/2006/main">
  <p:tag name="KSO_WM_BEAUTIFY_FLAG" val=""/>
</p:tagLst>
</file>

<file path=ppt/tags/tag330.xml><?xml version="1.0" encoding="utf-8"?>
<p:tagLst xmlns:p="http://schemas.openxmlformats.org/presentationml/2006/main">
  <p:tag name="KSO_WM_BEAUTIFY_FLAG" val=""/>
</p:tagLst>
</file>

<file path=ppt/tags/tag331.xml><?xml version="1.0" encoding="utf-8"?>
<p:tagLst xmlns:p="http://schemas.openxmlformats.org/presentationml/2006/main">
  <p:tag name="KSO_WM_BEAUTIFY_FLAG" val=""/>
</p:tagLst>
</file>

<file path=ppt/tags/tag332.xml><?xml version="1.0" encoding="utf-8"?>
<p:tagLst xmlns:p="http://schemas.openxmlformats.org/presentationml/2006/main">
  <p:tag name="KSO_WM_BEAUTIFY_FLAG" val=""/>
</p:tagLst>
</file>

<file path=ppt/tags/tag333.xml><?xml version="1.0" encoding="utf-8"?>
<p:tagLst xmlns:p="http://schemas.openxmlformats.org/presentationml/2006/main">
  <p:tag name="KSO_WM_BEAUTIFY_FLAG" val=""/>
</p:tagLst>
</file>

<file path=ppt/tags/tag334.xml><?xml version="1.0" encoding="utf-8"?>
<p:tagLst xmlns:p="http://schemas.openxmlformats.org/presentationml/2006/main">
  <p:tag name="KSO_WM_BEAUTIFY_FLAG" val=""/>
</p:tagLst>
</file>

<file path=ppt/tags/tag335.xml><?xml version="1.0" encoding="utf-8"?>
<p:tagLst xmlns:p="http://schemas.openxmlformats.org/presentationml/2006/main">
  <p:tag name="KSO_WM_BEAUTIFY_FLAG" val=""/>
</p:tagLst>
</file>

<file path=ppt/tags/tag336.xml><?xml version="1.0" encoding="utf-8"?>
<p:tagLst xmlns:p="http://schemas.openxmlformats.org/presentationml/2006/main">
  <p:tag name="KSO_WM_BEAUTIFY_FLAG" val=""/>
</p:tagLst>
</file>

<file path=ppt/tags/tag337.xml><?xml version="1.0" encoding="utf-8"?>
<p:tagLst xmlns:p="http://schemas.openxmlformats.org/presentationml/2006/main">
  <p:tag name="KSO_WM_BEAUTIFY_FLAG" val=""/>
</p:tagLst>
</file>

<file path=ppt/tags/tag338.xml><?xml version="1.0" encoding="utf-8"?>
<p:tagLst xmlns:p="http://schemas.openxmlformats.org/presentationml/2006/main">
  <p:tag name="KSO_WM_BEAUTIFY_FLAG" val=""/>
</p:tagLst>
</file>

<file path=ppt/tags/tag339.xml><?xml version="1.0" encoding="utf-8"?>
<p:tagLst xmlns:p="http://schemas.openxmlformats.org/presentationml/2006/main">
  <p:tag name="KSO_WM_BEAUTIFY_FLAG" val=""/>
</p:tagLst>
</file>

<file path=ppt/tags/tag340.xml><?xml version="1.0" encoding="utf-8"?>
<p:tagLst xmlns:p="http://schemas.openxmlformats.org/presentationml/2006/main">
  <p:tag name="KSO_WM_BEAUTIFY_FLAG" val=""/>
</p:tagLst>
</file>

<file path=ppt/tags/tag341.xml><?xml version="1.0" encoding="utf-8"?>
<p:tagLst xmlns:p="http://schemas.openxmlformats.org/presentationml/2006/main">
  <p:tag name="KSO_WM_BEAUTIFY_FLAG" val=""/>
</p:tagLst>
</file>

<file path=ppt/tags/tag342.xml><?xml version="1.0" encoding="utf-8"?>
<p:tagLst xmlns:p="http://schemas.openxmlformats.org/presentationml/2006/main">
  <p:tag name="KSO_WM_BEAUTIFY_FLAG" val=""/>
</p:tagLst>
</file>

<file path=ppt/tags/tag343.xml><?xml version="1.0" encoding="utf-8"?>
<p:tagLst xmlns:p="http://schemas.openxmlformats.org/presentationml/2006/main">
  <p:tag name="KSO_WM_BEAUTIFY_FLAG" val=""/>
</p:tagLst>
</file>

<file path=ppt/tags/tag344.xml><?xml version="1.0" encoding="utf-8"?>
<p:tagLst xmlns:p="http://schemas.openxmlformats.org/presentationml/2006/main">
  <p:tag name="KSO_WM_BEAUTIFY_FLAG" val=""/>
</p:tagLst>
</file>

<file path=ppt/tags/tag345.xml><?xml version="1.0" encoding="utf-8"?>
<p:tagLst xmlns:p="http://schemas.openxmlformats.org/presentationml/2006/main">
  <p:tag name="ISPRING_RESOURCE_PATHS_HASH_PRESENTER" val="3f15e6573a385e41c33bb97e7105a62faa5c484"/>
  <p:tag name="COMMONDATA" val="eyJoZGlkIjoiNTQwODNlZjBiNzRkNjZmNWIwNWFhMDg5ODM5YzE3ZjIifQ=="/>
  <p:tag name="KSO_WPP_MARK_KEY" val="982352ae-fb85-4723-8ca9-7b0b57b9b06c"/>
</p:tagLst>
</file>

<file path=ppt/theme/theme1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自定义 23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5DA2"/>
      </a:accent1>
      <a:accent2>
        <a:srgbClr val="C4C7CB"/>
      </a:accent2>
      <a:accent3>
        <a:srgbClr val="7F7F7F"/>
      </a:accent3>
      <a:accent4>
        <a:srgbClr val="7F7F7F"/>
      </a:accent4>
      <a:accent5>
        <a:srgbClr val="7F7F7F"/>
      </a:accent5>
      <a:accent6>
        <a:srgbClr val="7F7F7F"/>
      </a:accent6>
      <a:hlink>
        <a:srgbClr val="17365D"/>
      </a:hlink>
      <a:folHlink>
        <a:srgbClr val="548DD4"/>
      </a:folHlink>
    </a:clrScheme>
    <a:fontScheme name="ud0ofpxa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200" dirty="0" smtClean="0">
            <a:solidFill>
              <a:schemeClr val="tx1">
                <a:lumMod val="75000"/>
                <a:lumOff val="25000"/>
              </a:schemeClr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9631</Words>
  <Application>WPS 演示</Application>
  <PresentationFormat>自定义</PresentationFormat>
  <Paragraphs>571</Paragraphs>
  <Slides>62</Slides>
  <Notes>73</Notes>
  <HiddenSlides>0</HiddenSlides>
  <MMClips>0</MMClips>
  <ScaleCrop>false</ScaleCrop>
  <HeadingPairs>
    <vt:vector size="6" baseType="variant">
      <vt:variant>
        <vt:lpstr>已用的字体</vt:lpstr>
      </vt:variant>
      <vt:variant>
        <vt:i4>27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62</vt:i4>
      </vt:variant>
    </vt:vector>
  </HeadingPairs>
  <TitlesOfParts>
    <vt:vector size="91" baseType="lpstr">
      <vt:lpstr>Arial</vt:lpstr>
      <vt:lpstr>宋体</vt:lpstr>
      <vt:lpstr>Wingdings</vt:lpstr>
      <vt:lpstr>微软雅黑</vt:lpstr>
      <vt:lpstr>汉仪旗黑</vt:lpstr>
      <vt:lpstr>汉仪书宋二KW</vt:lpstr>
      <vt:lpstr>思源黑体 CN Medium</vt:lpstr>
      <vt:lpstr>字魂58号-创中黑</vt:lpstr>
      <vt:lpstr>Source Han Sans K Bold</vt:lpstr>
      <vt:lpstr>Calibri</vt:lpstr>
      <vt:lpstr>U.S. 101</vt:lpstr>
      <vt:lpstr>苹方-简</vt:lpstr>
      <vt:lpstr>Roboto</vt:lpstr>
      <vt:lpstr>Open Sans Light</vt:lpstr>
      <vt:lpstr>思源黑体 CN Normal</vt:lpstr>
      <vt:lpstr>Courier New</vt:lpstr>
      <vt:lpstr>宋体</vt:lpstr>
      <vt:lpstr>Arial Unicode MS</vt:lpstr>
      <vt:lpstr>Helvetica Neue</vt:lpstr>
      <vt:lpstr>Wingdings</vt:lpstr>
      <vt:lpstr>汉仪中黑KW</vt:lpstr>
      <vt:lpstr>冬青黑体简体中文</vt:lpstr>
      <vt:lpstr>Source Han Sans K Bold</vt:lpstr>
      <vt:lpstr>字魂58号-创中黑</vt:lpstr>
      <vt:lpstr>微软雅黑</vt:lpstr>
      <vt:lpstr>思源黑体 CN Medium</vt:lpstr>
      <vt:lpstr>思源黑体 CN Normal</vt:lpstr>
      <vt:lpstr>webwppDefTheme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qzuser</cp:lastModifiedBy>
  <cp:revision>1782</cp:revision>
  <dcterms:created xsi:type="dcterms:W3CDTF">2026-04-24T04:16:03Z</dcterms:created>
  <dcterms:modified xsi:type="dcterms:W3CDTF">2026-04-24T04:16:03Z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69DB4B6826B6494390E926BE37E6C64D</vt:lpwstr>
  </property>
</Properties>
</file>